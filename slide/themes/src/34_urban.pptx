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9"/>
  </p:notesMasterIdLst>
  <p:sldIdLst>
    <p:sldId id="256" r:id="rId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 /><Relationship Id="rId11" Type="http://schemas.openxmlformats.org/officeDocument/2006/relationships/tableStyles" Target="tableStyles.xml" /><Relationship Id="rId1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241290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8157707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421015501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460644376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7564185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49733071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19440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730553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160810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jpg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bg>
      <p:bgPr shadeToTitle="0">
        <a:solidFill>
          <a:schemeClr val="accent2">
            <a:lumMod val="20000"/>
            <a:lumOff val="80000"/>
            <a:alpha val="2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53027363" name=""/>
          <p:cNvPicPr>
            <a:picLocks noChangeAspect="1"/>
          </p:cNvPicPr>
          <p:nvPr/>
        </p:nvPicPr>
        <p:blipFill rotWithShape="1">
          <a:blip r:embed="rId2">
            <a:alphaModFix amt="15999"/>
          </a:blip>
          <a:stretch/>
        </p:blipFill>
        <p:spPr bwMode="auto">
          <a:xfrm rot="0" flipH="0" flipV="0">
            <a:off x="-3046" y="0"/>
            <a:ext cx="12198094" cy="6858000"/>
          </a:xfrm>
          <a:prstGeom prst="rect">
            <a:avLst/>
          </a:prstGeom>
        </p:spPr>
      </p:pic>
      <p:pic>
        <p:nvPicPr>
          <p:cNvPr id="159438578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116904" y="0"/>
            <a:ext cx="10075095" cy="6858000"/>
          </a:xfrm>
          <a:prstGeom prst="rect">
            <a:avLst/>
          </a:prstGeom>
        </p:spPr>
      </p:pic>
      <p:sp>
        <p:nvSpPr>
          <p:cNvPr id="1416511458" name=""/>
          <p:cNvSpPr/>
          <p:nvPr/>
        </p:nvSpPr>
        <p:spPr bwMode="auto">
          <a:xfrm flipH="0" flipV="0">
            <a:off x="2116904" y="1538841"/>
            <a:ext cx="4966845" cy="2387598"/>
          </a:xfrm>
          <a:prstGeom prst="rect">
            <a:avLst/>
          </a:prstGeom>
          <a:gradFill>
            <a:gsLst>
              <a:gs pos="33000">
                <a:schemeClr val="accent4">
                  <a:lumMod val="75000"/>
                  <a:alpha val="87000"/>
                </a:schemeClr>
              </a:gs>
              <a:gs pos="97000">
                <a:schemeClr val="accent2">
                  <a:alpha val="87000"/>
                </a:schemeClr>
              </a:gs>
            </a:gsLst>
            <a:lin ang="108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595361019" name="Title 1"/>
          <p:cNvSpPr>
            <a:spLocks noGrp="1"/>
          </p:cNvSpPr>
          <p:nvPr>
            <p:ph type="ctrTitle"/>
          </p:nvPr>
        </p:nvSpPr>
        <p:spPr bwMode="auto">
          <a:xfrm rot="0" flipH="0" flipV="0">
            <a:off x="521206" y="1538841"/>
            <a:ext cx="6562542" cy="23875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 algn="l">
              <a:defRPr sz="6000"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>
            <a:pPr>
              <a:defRPr/>
            </a:pPr>
            <a:r>
              <a:rPr lang="en-US"/>
              <a:t>CLICK TO EDIT MASTER TITLE </a:t>
            </a:r>
            <a:endParaRPr lang="en-US"/>
          </a:p>
        </p:txBody>
      </p:sp>
      <p:sp>
        <p:nvSpPr>
          <p:cNvPr id="743024997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521206" y="4174090"/>
            <a:ext cx="6562139" cy="683659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 algn="l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2pPr>
            <a:lvl3pPr marL="914400" indent="0" algn="l">
              <a:buNone/>
              <a:defRPr sz="1800">
                <a:solidFill>
                  <a:schemeClr val="bg1">
                    <a:lumMod val="95000"/>
                  </a:schemeClr>
                </a:solidFill>
              </a:defRPr>
            </a:lvl3pPr>
            <a:lvl4pPr marL="1371600" indent="0" algn="l">
              <a:buNone/>
              <a:defRPr sz="1600">
                <a:solidFill>
                  <a:schemeClr val="bg1">
                    <a:lumMod val="95000"/>
                  </a:schemeClr>
                </a:solidFill>
              </a:defRPr>
            </a:lvl4pPr>
            <a:lvl5pPr marL="1828800" indent="0" algn="l">
              <a:buNone/>
              <a:defRPr sz="1600">
                <a:solidFill>
                  <a:schemeClr val="bg1">
                    <a:lumMod val="95000"/>
                  </a:schemeClr>
                </a:solidFill>
              </a:defRPr>
            </a:lvl5pPr>
            <a:lvl6pPr marL="2286000" indent="0" algn="l">
              <a:buNone/>
              <a:defRPr sz="1600">
                <a:solidFill>
                  <a:schemeClr val="bg1">
                    <a:lumMod val="95000"/>
                  </a:schemeClr>
                </a:solidFill>
              </a:defRPr>
            </a:lvl6pPr>
            <a:lvl7pPr marL="2743200" indent="0" algn="l">
              <a:buNone/>
              <a:defRPr sz="1600">
                <a:solidFill>
                  <a:schemeClr val="bg1">
                    <a:lumMod val="95000"/>
                  </a:schemeClr>
                </a:solidFill>
              </a:defRPr>
            </a:lvl7pPr>
            <a:lvl8pPr marL="3200400" indent="0" algn="l">
              <a:buNone/>
              <a:defRPr sz="1600">
                <a:solidFill>
                  <a:schemeClr val="bg1">
                    <a:lumMod val="95000"/>
                  </a:schemeClr>
                </a:solidFill>
              </a:defRPr>
            </a:lvl8pPr>
            <a:lvl9pPr marL="3657600" indent="0" algn="l">
              <a:buNone/>
              <a:defRPr sz="1600">
                <a:solidFill>
                  <a:schemeClr val="bg1">
                    <a:lumMod val="9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696206548" name=""/>
          <p:cNvSpPr/>
          <p:nvPr/>
        </p:nvSpPr>
        <p:spPr bwMode="auto">
          <a:xfrm flipH="0" flipV="0">
            <a:off x="9527119" y="1337550"/>
            <a:ext cx="2664877" cy="580698"/>
          </a:xfrm>
          <a:prstGeom prst="rect">
            <a:avLst/>
          </a:prstGeom>
          <a:gradFill>
            <a:gsLst>
              <a:gs pos="33000">
                <a:schemeClr val="accent4">
                  <a:lumMod val="75000"/>
                  <a:alpha val="75000"/>
                </a:schemeClr>
              </a:gs>
              <a:gs pos="97000">
                <a:schemeClr val="accent2">
                  <a:lumMod val="60000"/>
                  <a:lumOff val="40000"/>
                  <a:alpha val="75000"/>
                </a:schemeClr>
              </a:gs>
            </a:gsLst>
            <a:lin ang="108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grpSp>
        <p:nvGrpSpPr>
          <p:cNvPr id="793115910" name=""/>
          <p:cNvGrpSpPr/>
          <p:nvPr/>
        </p:nvGrpSpPr>
        <p:grpSpPr bwMode="auto">
          <a:xfrm>
            <a:off x="443498" y="365684"/>
            <a:ext cx="1573308" cy="250887"/>
            <a:chOff x="0" y="0"/>
            <a:chExt cx="1573308" cy="250887"/>
          </a:xfrm>
        </p:grpSpPr>
        <p:sp>
          <p:nvSpPr>
            <p:cNvPr id="2006775498" name=""/>
            <p:cNvSpPr/>
            <p:nvPr/>
          </p:nvSpPr>
          <p:spPr bwMode="auto">
            <a:xfrm rot="5399942" flipH="0" flipV="0">
              <a:off x="691283" y="32626"/>
              <a:ext cx="162225" cy="185634"/>
            </a:xfrm>
            <a:prstGeom prst="triangle">
              <a:avLst>
                <a:gd name="adj" fmla="val 50000"/>
              </a:avLst>
            </a:prstGeom>
            <a:noFill/>
            <a:ln w="38099" cap="flat" cmpd="sng" algn="ctr">
              <a:solidFill>
                <a:schemeClr val="accent4">
                  <a:lumMod val="74901"/>
                </a:schemeClr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58269074" name=""/>
            <p:cNvSpPr/>
            <p:nvPr/>
          </p:nvSpPr>
          <p:spPr bwMode="auto">
            <a:xfrm rot="5399942" flipH="1" flipV="1">
              <a:off x="954741" y="32626"/>
              <a:ext cx="162225" cy="185634"/>
            </a:xfrm>
            <a:prstGeom prst="triangle">
              <a:avLst>
                <a:gd name="adj" fmla="val 50000"/>
              </a:avLst>
            </a:prstGeom>
            <a:noFill/>
            <a:ln w="38099" cap="flat" cmpd="sng" algn="ctr">
              <a:solidFill>
                <a:schemeClr val="tx2">
                  <a:lumMod val="50196"/>
                </a:schemeClr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53064246" name=""/>
            <p:cNvSpPr/>
            <p:nvPr/>
          </p:nvSpPr>
          <p:spPr bwMode="auto">
            <a:xfrm rot="5399942" flipH="0" flipV="0">
              <a:off x="1322420" y="0"/>
              <a:ext cx="250887" cy="250887"/>
            </a:xfrm>
            <a:prstGeom prst="plus">
              <a:avLst>
                <a:gd name="adj" fmla="val 40740"/>
              </a:avLst>
            </a:prstGeom>
            <a:gradFill>
              <a:gsLst>
                <a:gs pos="37000">
                  <a:schemeClr val="tx2">
                    <a:lumMod val="50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36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grpSp>
          <p:nvGrpSpPr>
            <p:cNvPr id="1639712729" name=""/>
            <p:cNvGrpSpPr/>
            <p:nvPr/>
          </p:nvGrpSpPr>
          <p:grpSpPr bwMode="auto">
            <a:xfrm>
              <a:off x="0" y="18594"/>
              <a:ext cx="511466" cy="213699"/>
              <a:chOff x="0" y="0"/>
              <a:chExt cx="511466" cy="213699"/>
            </a:xfrm>
          </p:grpSpPr>
          <p:sp>
            <p:nvSpPr>
              <p:cNvPr id="1204881824" name=""/>
              <p:cNvSpPr/>
              <p:nvPr/>
            </p:nvSpPr>
            <p:spPr bwMode="auto">
              <a:xfrm rot="0" flipH="0" flipV="0">
                <a:off x="0" y="0"/>
                <a:ext cx="155417" cy="213699"/>
              </a:xfrm>
              <a:prstGeom prst="parallelogram">
                <a:avLst>
                  <a:gd name="adj" fmla="val 46875"/>
                </a:avLst>
              </a:prstGeom>
              <a:solidFill>
                <a:schemeClr val="bg2">
                  <a:lumMod val="10000"/>
                  <a:alpha val="89999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algn="ctr">
                  <a:defRPr/>
                </a:pPr>
                <a:endParaRPr/>
              </a:p>
            </p:txBody>
          </p:sp>
          <p:sp>
            <p:nvSpPr>
              <p:cNvPr id="1327192358" name=""/>
              <p:cNvSpPr/>
              <p:nvPr/>
            </p:nvSpPr>
            <p:spPr bwMode="auto">
              <a:xfrm rot="0" flipH="0" flipV="0">
                <a:off x="200631" y="0"/>
                <a:ext cx="155417" cy="213699"/>
              </a:xfrm>
              <a:prstGeom prst="parallelogram">
                <a:avLst>
                  <a:gd name="adj" fmla="val 46875"/>
                </a:avLst>
              </a:prstGeom>
              <a:solidFill>
                <a:schemeClr val="bg2">
                  <a:lumMod val="10000"/>
                  <a:alpha val="89999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319132793" name=""/>
              <p:cNvSpPr/>
              <p:nvPr/>
            </p:nvSpPr>
            <p:spPr bwMode="auto">
              <a:xfrm rot="0" flipH="0" flipV="0">
                <a:off x="356049" y="0"/>
                <a:ext cx="155417" cy="213699"/>
              </a:xfrm>
              <a:prstGeom prst="parallelogram">
                <a:avLst>
                  <a:gd name="adj" fmla="val 46875"/>
                </a:avLst>
              </a:prstGeom>
              <a:solidFill>
                <a:schemeClr val="bg2">
                  <a:lumMod val="10000"/>
                  <a:alpha val="89999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</p:grpSp>
      <p:sp>
        <p:nvSpPr>
          <p:cNvPr id="124531711" name=""/>
          <p:cNvSpPr/>
          <p:nvPr/>
        </p:nvSpPr>
        <p:spPr bwMode="auto">
          <a:xfrm rot="2689486" flipH="0" flipV="0">
            <a:off x="11234282" y="322779"/>
            <a:ext cx="603108" cy="603108"/>
          </a:xfrm>
          <a:prstGeom prst="plus">
            <a:avLst>
              <a:gd name="adj" fmla="val 40740"/>
            </a:avLst>
          </a:prstGeom>
          <a:gradFill>
            <a:gsLst>
              <a:gs pos="37000">
                <a:schemeClr val="accent4">
                  <a:lumMod val="50000"/>
                </a:schemeClr>
              </a:gs>
              <a:gs pos="100000">
                <a:schemeClr val="accent4">
                  <a:lumMod val="75000"/>
                </a:schemeClr>
              </a:gs>
            </a:gsLst>
            <a:lin ang="36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5922289" name=""/>
          <p:cNvSpPr/>
          <p:nvPr/>
        </p:nvSpPr>
        <p:spPr bwMode="auto">
          <a:xfrm rot="8067704" flipH="0" flipV="0">
            <a:off x="339480" y="6163659"/>
            <a:ext cx="369167" cy="369167"/>
          </a:xfrm>
          <a:prstGeom prst="plus">
            <a:avLst>
              <a:gd name="adj" fmla="val 40740"/>
            </a:avLst>
          </a:prstGeom>
          <a:gradFill>
            <a:gsLst>
              <a:gs pos="38000">
                <a:schemeClr val="accent4">
                  <a:lumMod val="75000"/>
                </a:schemeClr>
              </a:gs>
              <a:gs pos="100000">
                <a:schemeClr val="accent2">
                  <a:lumMod val="75000"/>
                </a:schemeClr>
              </a:gs>
            </a:gsLst>
            <a:lin ang="36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8080722" name="Date Placeholder 3"/>
          <p:cNvSpPr>
            <a:spLocks noGrp="1"/>
          </p:cNvSpPr>
          <p:nvPr>
            <p:ph type="dt" sz="half" idx="10"/>
          </p:nvPr>
        </p:nvSpPr>
        <p:spPr bwMode="auto">
          <a:xfrm flipH="0" flipV="0">
            <a:off x="1348042" y="6356349"/>
            <a:ext cx="2165242" cy="365123"/>
          </a:xfrm>
        </p:spPr>
        <p:txBody>
          <a:bodyPr/>
          <a:lstStyle/>
          <a:p>
            <a:pPr>
              <a:defRPr/>
            </a:pPr>
            <a:fld id="{3560AA7A-D782-B09F-3E90-2A391F140EB4}" type="datetimeFigureOut">
              <a:rPr lang="en-US"/>
              <a:t/>
            </a:fld>
            <a:endParaRPr lang="en-US"/>
          </a:p>
        </p:txBody>
      </p:sp>
      <p:sp>
        <p:nvSpPr>
          <p:cNvPr id="1876530574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411035" y="6356349"/>
            <a:ext cx="4114800" cy="365123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81172245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 flipH="0" flipV="0">
            <a:off x="9423585" y="6356349"/>
            <a:ext cx="1930212" cy="365123"/>
          </a:xfrm>
        </p:spPr>
        <p:txBody>
          <a:bodyPr/>
          <a:lstStyle/>
          <a:p>
            <a:pPr>
              <a:defRPr/>
            </a:pPr>
            <a:fld id="{8AE23603-BA3D-1920-9A01-8FC9E0A4603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solidFill>
          <a:schemeClr val="accent2">
            <a:lumMod val="20000"/>
            <a:lumOff val="80000"/>
            <a:alpha val="2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2674853" name=""/>
          <p:cNvPicPr>
            <a:picLocks noChangeAspect="1"/>
          </p:cNvPicPr>
          <p:nvPr/>
        </p:nvPicPr>
        <p:blipFill rotWithShape="1">
          <a:blip r:embed="rId2">
            <a:alphaModFix amt="15999"/>
          </a:blip>
          <a:stretch/>
        </p:blipFill>
        <p:spPr bwMode="auto">
          <a:xfrm rot="0" flipH="0" flipV="0">
            <a:off x="-3047" y="0"/>
            <a:ext cx="12198095" cy="6858000"/>
          </a:xfrm>
          <a:prstGeom prst="rect">
            <a:avLst/>
          </a:prstGeom>
        </p:spPr>
      </p:pic>
      <p:sp>
        <p:nvSpPr>
          <p:cNvPr id="1455467841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348043" y="365124"/>
            <a:ext cx="10005755" cy="1325562"/>
          </a:xfrm>
          <a:prstGeom prst="rect">
            <a:avLst/>
          </a:prstGeom>
          <a:gradFill>
            <a:gsLst>
              <a:gs pos="4000">
                <a:schemeClr val="accent3">
                  <a:lumMod val="40000"/>
                  <a:lumOff val="60000"/>
                  <a:alpha val="60000"/>
                </a:schemeClr>
              </a:gs>
              <a:gs pos="74000">
                <a:schemeClr val="accent2">
                  <a:lumMod val="75000"/>
                  <a:alpha val="60000"/>
                </a:schemeClr>
              </a:gs>
            </a:gsLst>
            <a:lin ang="0" scaled="1"/>
          </a:gradFill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16719385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348043" y="1825624"/>
            <a:ext cx="10005755" cy="4351338"/>
          </a:xfrm>
        </p:spPr>
        <p:txBody>
          <a:bodyPr/>
          <a:lstStyle>
            <a:lvl1pPr>
              <a:buFont typeface="Wingdings"/>
              <a:buChar char="§"/>
              <a:defRPr/>
            </a:lvl1pPr>
            <a:lvl2pPr>
              <a:buFont typeface="Wingdings"/>
              <a:buChar char="§"/>
              <a:defRPr/>
            </a:lvl2pPr>
            <a:lvl3pPr>
              <a:buFont typeface="Wingdings"/>
              <a:buChar char="§"/>
              <a:defRPr/>
            </a:lvl3pPr>
            <a:lvl4pPr>
              <a:buFont typeface="Wingdings"/>
              <a:buChar char="§"/>
              <a:defRPr/>
            </a:lvl4pPr>
            <a:lvl5pPr>
              <a:buFont typeface="Wingdings"/>
              <a:buChar char="§"/>
              <a:defRPr/>
            </a:lvl5pPr>
            <a:lvl6pPr>
              <a:buFont typeface="Wingdings"/>
              <a:buChar char="§"/>
              <a:defRPr/>
            </a:lvl6pPr>
            <a:lvl7pPr>
              <a:buFont typeface="Wingdings"/>
              <a:buChar char="§"/>
              <a:defRPr/>
            </a:lvl7pPr>
            <a:lvl8pPr>
              <a:buFont typeface="Wingdings"/>
              <a:buChar char="§"/>
              <a:defRPr/>
            </a:lvl8pPr>
            <a:lvl9pPr>
              <a:buFont typeface="Wingdings"/>
              <a:buChar char="§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78631055" name="Date Placeholder 3"/>
          <p:cNvSpPr>
            <a:spLocks noGrp="1"/>
          </p:cNvSpPr>
          <p:nvPr>
            <p:ph type="dt" sz="half" idx="10"/>
          </p:nvPr>
        </p:nvSpPr>
        <p:spPr bwMode="auto">
          <a:xfrm flipH="0" flipV="0">
            <a:off x="1348043" y="6356349"/>
            <a:ext cx="2165243" cy="365124"/>
          </a:xfrm>
        </p:spPr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21254913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411036" y="6356349"/>
            <a:ext cx="4114800" cy="36512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91527053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 flipH="0" flipV="0">
            <a:off x="9423586" y="6356349"/>
            <a:ext cx="1930212" cy="365124"/>
          </a:xfrm>
        </p:spPr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1980825872" name=""/>
          <p:cNvSpPr/>
          <p:nvPr/>
        </p:nvSpPr>
        <p:spPr bwMode="auto">
          <a:xfrm flipH="0" flipV="0">
            <a:off x="680267" y="365124"/>
            <a:ext cx="297239" cy="1325562"/>
          </a:xfrm>
          <a:prstGeom prst="rect">
            <a:avLst/>
          </a:prstGeom>
          <a:gradFill>
            <a:gsLst>
              <a:gs pos="13000">
                <a:schemeClr val="accent4">
                  <a:lumMod val="75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533077422" name=""/>
          <p:cNvSpPr/>
          <p:nvPr/>
        </p:nvSpPr>
        <p:spPr bwMode="auto">
          <a:xfrm rot="0" flipH="0" flipV="0">
            <a:off x="10057747" y="5096059"/>
            <a:ext cx="981066" cy="981066"/>
          </a:xfrm>
          <a:prstGeom prst="donut">
            <a:avLst>
              <a:gd name="adj" fmla="val 1060"/>
            </a:avLst>
          </a:prstGeom>
          <a:gradFill>
            <a:gsLst>
              <a:gs pos="0">
                <a:schemeClr val="accent4">
                  <a:lumMod val="75000"/>
                </a:schemeClr>
              </a:gs>
              <a:gs pos="100000">
                <a:schemeClr val="tx2">
                  <a:lumMod val="50000"/>
                </a:schemeClr>
              </a:gs>
            </a:gsLst>
            <a:lin ang="36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41804617" name=""/>
          <p:cNvSpPr/>
          <p:nvPr/>
        </p:nvSpPr>
        <p:spPr bwMode="auto">
          <a:xfrm rot="0" flipH="0" flipV="0">
            <a:off x="11665083" y="6424308"/>
            <a:ext cx="526914" cy="101327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529988801" name=""/>
          <p:cNvGrpSpPr/>
          <p:nvPr/>
        </p:nvGrpSpPr>
        <p:grpSpPr bwMode="auto">
          <a:xfrm rot="3956693">
            <a:off x="10923870" y="5906482"/>
            <a:ext cx="765877" cy="505053"/>
            <a:chOff x="0" y="0"/>
            <a:chExt cx="765877" cy="505053"/>
          </a:xfrm>
        </p:grpSpPr>
        <p:sp>
          <p:nvSpPr>
            <p:cNvPr id="1924689129" name=""/>
            <p:cNvSpPr/>
            <p:nvPr/>
          </p:nvSpPr>
          <p:spPr bwMode="auto">
            <a:xfrm rot="19651960" flipH="0" flipV="0">
              <a:off x="0" y="459333"/>
              <a:ext cx="43960" cy="4572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561447835" name=""/>
            <p:cNvSpPr/>
            <p:nvPr/>
          </p:nvSpPr>
          <p:spPr bwMode="auto">
            <a:xfrm rot="19651960" flipH="0" flipV="0">
              <a:off x="72190" y="413399"/>
              <a:ext cx="43960" cy="4572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1979036" name=""/>
            <p:cNvSpPr/>
            <p:nvPr/>
          </p:nvSpPr>
          <p:spPr bwMode="auto">
            <a:xfrm rot="19651960" flipH="0" flipV="0">
              <a:off x="144382" y="367465"/>
              <a:ext cx="43960" cy="4572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48249235" name=""/>
            <p:cNvSpPr/>
            <p:nvPr/>
          </p:nvSpPr>
          <p:spPr bwMode="auto">
            <a:xfrm rot="19651960" flipH="0" flipV="0">
              <a:off x="216574" y="321532"/>
              <a:ext cx="43960" cy="4572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80680694" name=""/>
            <p:cNvSpPr/>
            <p:nvPr/>
          </p:nvSpPr>
          <p:spPr bwMode="auto">
            <a:xfrm rot="19651960" flipH="0" flipV="0">
              <a:off x="288766" y="275598"/>
              <a:ext cx="43960" cy="4572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05735446" name=""/>
            <p:cNvSpPr/>
            <p:nvPr/>
          </p:nvSpPr>
          <p:spPr bwMode="auto">
            <a:xfrm rot="19651960" flipH="0" flipV="0">
              <a:off x="360957" y="229665"/>
              <a:ext cx="43960" cy="4572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1106816" name=""/>
            <p:cNvSpPr/>
            <p:nvPr/>
          </p:nvSpPr>
          <p:spPr bwMode="auto">
            <a:xfrm rot="19651960" flipH="0" flipV="0">
              <a:off x="433149" y="183732"/>
              <a:ext cx="43960" cy="4572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82531201" name=""/>
            <p:cNvSpPr/>
            <p:nvPr/>
          </p:nvSpPr>
          <p:spPr bwMode="auto">
            <a:xfrm rot="19651960" flipH="0" flipV="0">
              <a:off x="505341" y="137799"/>
              <a:ext cx="43960" cy="4572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34791399" name=""/>
            <p:cNvSpPr/>
            <p:nvPr/>
          </p:nvSpPr>
          <p:spPr bwMode="auto">
            <a:xfrm rot="19651960" flipH="0" flipV="0">
              <a:off x="577533" y="91865"/>
              <a:ext cx="43960" cy="4572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91076416" name=""/>
            <p:cNvSpPr/>
            <p:nvPr/>
          </p:nvSpPr>
          <p:spPr bwMode="auto">
            <a:xfrm rot="19651960" flipH="0" flipV="0">
              <a:off x="649724" y="45932"/>
              <a:ext cx="43960" cy="4572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5581943" name=""/>
            <p:cNvSpPr/>
            <p:nvPr/>
          </p:nvSpPr>
          <p:spPr bwMode="auto">
            <a:xfrm rot="19651960" flipH="0" flipV="0">
              <a:off x="721916" y="0"/>
              <a:ext cx="43960" cy="4572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solidFill>
          <a:schemeClr val="bg1">
            <a:lumMod val="75000"/>
            <a:alpha val="3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92490851" name=""/>
          <p:cNvPicPr>
            <a:picLocks noChangeAspect="1"/>
          </p:cNvPicPr>
          <p:nvPr/>
        </p:nvPicPr>
        <p:blipFill rotWithShape="1">
          <a:blip r:embed="rId2">
            <a:alphaModFix amt="15999"/>
          </a:blip>
          <a:stretch/>
        </p:blipFill>
        <p:spPr bwMode="auto">
          <a:xfrm rot="0" flipH="0" flipV="0">
            <a:off x="-3046" y="0"/>
            <a:ext cx="12198094" cy="6858000"/>
          </a:xfrm>
          <a:prstGeom prst="rect">
            <a:avLst/>
          </a:prstGeom>
        </p:spPr>
      </p:pic>
      <p:sp>
        <p:nvSpPr>
          <p:cNvPr id="2087392225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348042" y="1825623"/>
            <a:ext cx="10005754" cy="4351338"/>
          </a:xfrm>
        </p:spPr>
        <p:txBody>
          <a:bodyPr/>
          <a:lstStyle>
            <a:lvl1pPr>
              <a:buFont typeface="Wingdings"/>
              <a:buChar char="§"/>
              <a:defRPr/>
            </a:lvl1pPr>
            <a:lvl2pPr>
              <a:buFont typeface="Wingdings"/>
              <a:buChar char="§"/>
              <a:defRPr/>
            </a:lvl2pPr>
            <a:lvl3pPr>
              <a:buFont typeface="Wingdings"/>
              <a:buChar char="§"/>
              <a:defRPr/>
            </a:lvl3pPr>
            <a:lvl4pPr>
              <a:buFont typeface="Wingdings"/>
              <a:buChar char="§"/>
              <a:defRPr/>
            </a:lvl4pPr>
            <a:lvl5pPr>
              <a:buFont typeface="Wingdings"/>
              <a:buChar char="§"/>
              <a:defRPr/>
            </a:lvl5pPr>
            <a:lvl6pPr>
              <a:buFont typeface="Wingdings"/>
              <a:buChar char="§"/>
              <a:defRPr/>
            </a:lvl6pPr>
            <a:lvl7pPr>
              <a:buFont typeface="Wingdings"/>
              <a:buChar char="§"/>
              <a:defRPr/>
            </a:lvl7pPr>
            <a:lvl8pPr>
              <a:buFont typeface="Wingdings"/>
              <a:buChar char="§"/>
              <a:defRPr/>
            </a:lvl8pPr>
            <a:lvl9pPr>
              <a:buFont typeface="Wingdings"/>
              <a:buChar char="§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98703369" name="Date Placeholder 3"/>
          <p:cNvSpPr>
            <a:spLocks noGrp="1"/>
          </p:cNvSpPr>
          <p:nvPr>
            <p:ph type="dt" sz="half" idx="10"/>
          </p:nvPr>
        </p:nvSpPr>
        <p:spPr bwMode="auto">
          <a:xfrm flipH="0" flipV="0">
            <a:off x="1348042" y="6356349"/>
            <a:ext cx="2165242" cy="365123"/>
          </a:xfrm>
        </p:spPr>
        <p:txBody>
          <a:bodyPr/>
          <a:lstStyle/>
          <a:p>
            <a:pPr>
              <a:defRPr/>
            </a:pPr>
            <a:fld id="{26FE2C76-4A76-CCA6-3217-984B85CCB63B}" type="datetimeFigureOut">
              <a:rPr lang="en-US"/>
              <a:t/>
            </a:fld>
            <a:endParaRPr lang="en-US"/>
          </a:p>
        </p:txBody>
      </p:sp>
      <p:sp>
        <p:nvSpPr>
          <p:cNvPr id="1699987223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411035" y="6356349"/>
            <a:ext cx="4114800" cy="365123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81185368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 flipH="0" flipV="0">
            <a:off x="9423585" y="6356349"/>
            <a:ext cx="1930212" cy="365123"/>
          </a:xfrm>
        </p:spPr>
        <p:txBody>
          <a:bodyPr/>
          <a:lstStyle/>
          <a:p>
            <a:pPr>
              <a:defRPr/>
            </a:pPr>
            <a:fld id="{6CFE59E9-D9C0-BC7C-0D05-A31E61020F30}" type="slidenum">
              <a:rPr lang="en-US"/>
              <a:t/>
            </a:fld>
            <a:endParaRPr lang="en-US"/>
          </a:p>
        </p:txBody>
      </p:sp>
      <p:sp>
        <p:nvSpPr>
          <p:cNvPr id="733119963" name=""/>
          <p:cNvSpPr/>
          <p:nvPr/>
        </p:nvSpPr>
        <p:spPr bwMode="auto">
          <a:xfrm rot="0" flipH="0" flipV="0">
            <a:off x="10136767" y="550582"/>
            <a:ext cx="723684" cy="723684"/>
          </a:xfrm>
          <a:prstGeom prst="donut">
            <a:avLst>
              <a:gd name="adj" fmla="val 1060"/>
            </a:avLst>
          </a:prstGeom>
          <a:gradFill>
            <a:gsLst>
              <a:gs pos="0">
                <a:schemeClr val="accent4">
                  <a:lumMod val="75000"/>
                </a:schemeClr>
              </a:gs>
              <a:gs pos="100000">
                <a:schemeClr val="tx2">
                  <a:lumMod val="50000"/>
                </a:schemeClr>
              </a:gs>
            </a:gsLst>
            <a:lin ang="36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59907771" name=""/>
          <p:cNvSpPr/>
          <p:nvPr/>
        </p:nvSpPr>
        <p:spPr bwMode="auto">
          <a:xfrm rot="0" flipH="0" flipV="0">
            <a:off x="11455533" y="0"/>
            <a:ext cx="526914" cy="101326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88900700" name=""/>
          <p:cNvSpPr/>
          <p:nvPr/>
        </p:nvSpPr>
        <p:spPr bwMode="auto">
          <a:xfrm flipH="0" flipV="0">
            <a:off x="680266" y="365123"/>
            <a:ext cx="297240" cy="1325561"/>
          </a:xfrm>
          <a:prstGeom prst="rect">
            <a:avLst/>
          </a:prstGeom>
          <a:gradFill>
            <a:gsLst>
              <a:gs pos="0">
                <a:schemeClr val="tx2">
                  <a:lumMod val="50000"/>
                  <a:alpha val="99999"/>
                </a:schemeClr>
              </a:gs>
              <a:gs pos="100000">
                <a:schemeClr val="tx1">
                  <a:lumMod val="65000"/>
                  <a:lumOff val="35000"/>
                  <a:alpha val="99999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217465133" name=""/>
          <p:cNvSpPr/>
          <p:nvPr/>
        </p:nvSpPr>
        <p:spPr bwMode="auto">
          <a:xfrm rot="5399976" flipH="0" flipV="0">
            <a:off x="9549932" y="3356688"/>
            <a:ext cx="201879" cy="4663147"/>
          </a:xfrm>
          <a:prstGeom prst="rect">
            <a:avLst/>
          </a:prstGeom>
          <a:gradFill>
            <a:gsLst>
              <a:gs pos="33000">
                <a:schemeClr val="accent4">
                  <a:lumMod val="75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36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79100997" name=""/>
          <p:cNvSpPr/>
          <p:nvPr/>
        </p:nvSpPr>
        <p:spPr bwMode="auto">
          <a:xfrm rot="5399976" flipH="0" flipV="0">
            <a:off x="11529299" y="650783"/>
            <a:ext cx="162225" cy="185634"/>
          </a:xfrm>
          <a:prstGeom prst="triangle">
            <a:avLst>
              <a:gd name="adj" fmla="val 50000"/>
            </a:avLst>
          </a:prstGeom>
          <a:noFill/>
          <a:ln w="38099" cap="flat" cmpd="sng" algn="ctr">
            <a:solidFill>
              <a:schemeClr val="accent4">
                <a:lumMod val="74901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14600009" name=""/>
          <p:cNvSpPr/>
          <p:nvPr/>
        </p:nvSpPr>
        <p:spPr bwMode="auto">
          <a:xfrm rot="5399976" flipH="1" flipV="1">
            <a:off x="11808515" y="651516"/>
            <a:ext cx="162225" cy="185634"/>
          </a:xfrm>
          <a:prstGeom prst="triangle">
            <a:avLst>
              <a:gd name="adj" fmla="val 50000"/>
            </a:avLst>
          </a:prstGeom>
          <a:noFill/>
          <a:ln w="38099" cap="flat" cmpd="sng" algn="ctr">
            <a:solidFill>
              <a:schemeClr val="tx2">
                <a:lumMod val="50196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7457356" name=""/>
          <p:cNvSpPr/>
          <p:nvPr/>
        </p:nvSpPr>
        <p:spPr bwMode="auto">
          <a:xfrm rot="2689486" flipH="0" flipV="0">
            <a:off x="5531497" y="5712211"/>
            <a:ext cx="603108" cy="603108"/>
          </a:xfrm>
          <a:prstGeom prst="plus">
            <a:avLst>
              <a:gd name="adj" fmla="val 40740"/>
            </a:avLst>
          </a:prstGeom>
          <a:gradFill>
            <a:gsLst>
              <a:gs pos="37000">
                <a:schemeClr val="tx2">
                  <a:lumMod val="50000"/>
                </a:schemeClr>
              </a:gs>
              <a:gs pos="100000">
                <a:schemeClr val="bg1">
                  <a:lumMod val="75000"/>
                </a:schemeClr>
              </a:gs>
            </a:gsLst>
            <a:lin ang="36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596857315" name=""/>
          <p:cNvGrpSpPr/>
          <p:nvPr/>
        </p:nvGrpSpPr>
        <p:grpSpPr bwMode="auto">
          <a:xfrm rot="21279227">
            <a:off x="10700361" y="114322"/>
            <a:ext cx="765878" cy="505053"/>
            <a:chOff x="0" y="0"/>
            <a:chExt cx="765878" cy="505053"/>
          </a:xfrm>
        </p:grpSpPr>
        <p:sp>
          <p:nvSpPr>
            <p:cNvPr id="1802359316" name=""/>
            <p:cNvSpPr/>
            <p:nvPr/>
          </p:nvSpPr>
          <p:spPr bwMode="auto">
            <a:xfrm rot="19651960" flipH="0" flipV="0">
              <a:off x="0" y="459333"/>
              <a:ext cx="43960" cy="4572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36403562" name=""/>
            <p:cNvSpPr/>
            <p:nvPr/>
          </p:nvSpPr>
          <p:spPr bwMode="auto">
            <a:xfrm rot="19651960" flipH="0" flipV="0">
              <a:off x="72191" y="413399"/>
              <a:ext cx="43960" cy="4572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37723323" name=""/>
            <p:cNvSpPr/>
            <p:nvPr/>
          </p:nvSpPr>
          <p:spPr bwMode="auto">
            <a:xfrm rot="19651960" flipH="0" flipV="0">
              <a:off x="144383" y="367466"/>
              <a:ext cx="43960" cy="4572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1336601" name=""/>
            <p:cNvSpPr/>
            <p:nvPr/>
          </p:nvSpPr>
          <p:spPr bwMode="auto">
            <a:xfrm rot="19651960" flipH="0" flipV="0">
              <a:off x="216574" y="321533"/>
              <a:ext cx="43960" cy="4572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85430206" name=""/>
            <p:cNvSpPr/>
            <p:nvPr/>
          </p:nvSpPr>
          <p:spPr bwMode="auto">
            <a:xfrm rot="19651960" flipH="0" flipV="0">
              <a:off x="288766" y="275599"/>
              <a:ext cx="43960" cy="4572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882954685" name=""/>
            <p:cNvSpPr/>
            <p:nvPr/>
          </p:nvSpPr>
          <p:spPr bwMode="auto">
            <a:xfrm rot="19651960" flipH="0" flipV="0">
              <a:off x="360958" y="229666"/>
              <a:ext cx="43960" cy="4572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37106464" name=""/>
            <p:cNvSpPr/>
            <p:nvPr/>
          </p:nvSpPr>
          <p:spPr bwMode="auto">
            <a:xfrm rot="19651960" flipH="0" flipV="0">
              <a:off x="433150" y="183732"/>
              <a:ext cx="43960" cy="4572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9763680" name=""/>
            <p:cNvSpPr/>
            <p:nvPr/>
          </p:nvSpPr>
          <p:spPr bwMode="auto">
            <a:xfrm rot="19651960" flipH="0" flipV="0">
              <a:off x="505342" y="137800"/>
              <a:ext cx="43960" cy="4572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72859138" name=""/>
            <p:cNvSpPr/>
            <p:nvPr/>
          </p:nvSpPr>
          <p:spPr bwMode="auto">
            <a:xfrm rot="19651960" flipH="0" flipV="0">
              <a:off x="577533" y="91866"/>
              <a:ext cx="43960" cy="4572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45280690" name=""/>
            <p:cNvSpPr/>
            <p:nvPr/>
          </p:nvSpPr>
          <p:spPr bwMode="auto">
            <a:xfrm rot="19651960" flipH="0" flipV="0">
              <a:off x="649725" y="45933"/>
              <a:ext cx="43960" cy="4572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83334848" name=""/>
            <p:cNvSpPr/>
            <p:nvPr/>
          </p:nvSpPr>
          <p:spPr bwMode="auto">
            <a:xfrm rot="19651960" flipH="0" flipV="0">
              <a:off x="721917" y="0"/>
              <a:ext cx="43960" cy="4572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514734555" name="Title 1"/>
          <p:cNvSpPr>
            <a:spLocks noGrp="1"/>
          </p:cNvSpPr>
          <p:nvPr>
            <p:ph type="title"/>
          </p:nvPr>
        </p:nvSpPr>
        <p:spPr bwMode="auto">
          <a:xfrm rot="0" flipH="0" flipV="0">
            <a:off x="1344167" y="365760"/>
            <a:ext cx="10005754" cy="1325561"/>
          </a:xfrm>
          <a:prstGeom prst="rect">
            <a:avLst/>
          </a:prstGeom>
          <a:noFill/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33298275" name=""/>
          <p:cNvPicPr>
            <a:picLocks noChangeAspect="1"/>
          </p:cNvPicPr>
          <p:nvPr/>
        </p:nvPicPr>
        <p:blipFill rotWithShape="1">
          <a:blip r:embed="rId2">
            <a:alphaModFix amt="15999"/>
          </a:blip>
          <a:stretch/>
        </p:blipFill>
        <p:spPr bwMode="auto">
          <a:xfrm rot="0" flipH="0" flipV="0">
            <a:off x="-3046" y="0"/>
            <a:ext cx="12198094" cy="6858000"/>
          </a:xfrm>
          <a:prstGeom prst="rect">
            <a:avLst/>
          </a:prstGeom>
        </p:spPr>
      </p:pic>
      <p:sp>
        <p:nvSpPr>
          <p:cNvPr id="1350002625" name=""/>
          <p:cNvSpPr/>
          <p:nvPr/>
        </p:nvSpPr>
        <p:spPr bwMode="auto">
          <a:xfrm rot="0" flipH="0" flipV="0">
            <a:off x="10830902" y="-13633"/>
            <a:ext cx="435427" cy="598713"/>
          </a:xfrm>
          <a:prstGeom prst="parallelogram">
            <a:avLst>
              <a:gd name="adj" fmla="val 46875"/>
            </a:avLst>
          </a:prstGeom>
          <a:solidFill>
            <a:schemeClr val="bg2">
              <a:lumMod val="10000"/>
              <a:alpha val="89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72117309" name=""/>
          <p:cNvSpPr/>
          <p:nvPr/>
        </p:nvSpPr>
        <p:spPr bwMode="auto">
          <a:xfrm rot="0" flipH="0" flipV="0">
            <a:off x="11143867" y="-13633"/>
            <a:ext cx="435427" cy="598713"/>
          </a:xfrm>
          <a:prstGeom prst="parallelogram">
            <a:avLst>
              <a:gd name="adj" fmla="val 46875"/>
            </a:avLst>
          </a:prstGeom>
          <a:solidFill>
            <a:schemeClr val="bg2">
              <a:lumMod val="10000"/>
              <a:alpha val="89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77794276" name=""/>
          <p:cNvSpPr/>
          <p:nvPr/>
        </p:nvSpPr>
        <p:spPr bwMode="auto">
          <a:xfrm rot="0" flipH="0" flipV="0">
            <a:off x="11456831" y="-13633"/>
            <a:ext cx="435427" cy="598713"/>
          </a:xfrm>
          <a:prstGeom prst="parallelogram">
            <a:avLst>
              <a:gd name="adj" fmla="val 46875"/>
            </a:avLst>
          </a:prstGeom>
          <a:solidFill>
            <a:schemeClr val="bg2">
              <a:lumMod val="10000"/>
              <a:alpha val="89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21062821" name=""/>
          <p:cNvSpPr/>
          <p:nvPr/>
        </p:nvSpPr>
        <p:spPr bwMode="auto">
          <a:xfrm rot="5399909" flipH="0" flipV="0">
            <a:off x="11438003" y="1236431"/>
            <a:ext cx="454261" cy="454261"/>
          </a:xfrm>
          <a:prstGeom prst="plus">
            <a:avLst>
              <a:gd name="adj" fmla="val 40740"/>
            </a:avLst>
          </a:prstGeom>
          <a:gradFill>
            <a:gsLst>
              <a:gs pos="38000">
                <a:schemeClr val="accent4">
                  <a:lumMod val="75000"/>
                </a:schemeClr>
              </a:gs>
              <a:gs pos="100000">
                <a:schemeClr val="accent2">
                  <a:lumMod val="75000"/>
                </a:schemeClr>
              </a:gs>
            </a:gsLst>
            <a:lin ang="36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09042816" name="Content Placeholder 2"/>
          <p:cNvSpPr>
            <a:spLocks noGrp="1"/>
          </p:cNvSpPr>
          <p:nvPr>
            <p:ph sz="half" idx="1"/>
          </p:nvPr>
        </p:nvSpPr>
        <p:spPr bwMode="auto">
          <a:xfrm flipH="0" flipV="0">
            <a:off x="6682043" y="1835633"/>
            <a:ext cx="4671755" cy="4351338"/>
          </a:xfrm>
        </p:spPr>
        <p:txBody>
          <a:bodyPr/>
          <a:lstStyle>
            <a:lvl1pPr>
              <a:buFont typeface="Wingdings"/>
              <a:buChar char="§"/>
              <a:defRPr/>
            </a:lvl1pPr>
            <a:lvl2pPr>
              <a:buFont typeface="Wingdings"/>
              <a:buChar char="§"/>
              <a:defRPr/>
            </a:lvl2pPr>
            <a:lvl3pPr>
              <a:buFont typeface="Wingdings"/>
              <a:buChar char="§"/>
              <a:defRPr/>
            </a:lvl3pPr>
            <a:lvl4pPr>
              <a:buFont typeface="Wingdings"/>
              <a:buChar char="§"/>
              <a:defRPr/>
            </a:lvl4pPr>
            <a:lvl5pPr>
              <a:buFont typeface="Wingdings"/>
              <a:buChar char="§"/>
              <a:defRPr/>
            </a:lvl5pPr>
            <a:lvl6pPr>
              <a:buFont typeface="Wingdings"/>
              <a:buChar char="§"/>
              <a:defRPr/>
            </a:lvl6pPr>
            <a:lvl7pPr>
              <a:buFont typeface="Wingdings"/>
              <a:buChar char="§"/>
              <a:defRPr/>
            </a:lvl7pPr>
            <a:lvl8pPr>
              <a:buFont typeface="Wingdings"/>
              <a:buChar char="§"/>
              <a:defRPr/>
            </a:lvl8pPr>
            <a:lvl9pPr>
              <a:buFont typeface="Wingdings"/>
              <a:buChar char="§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94664823" name="Content Placeholder 3"/>
          <p:cNvSpPr>
            <a:spLocks noGrp="1"/>
          </p:cNvSpPr>
          <p:nvPr>
            <p:ph sz="half" idx="2"/>
          </p:nvPr>
        </p:nvSpPr>
        <p:spPr bwMode="auto">
          <a:xfrm flipH="0" flipV="0">
            <a:off x="1348043" y="1835633"/>
            <a:ext cx="4671755" cy="4351338"/>
          </a:xfrm>
        </p:spPr>
        <p:txBody>
          <a:bodyPr/>
          <a:lstStyle>
            <a:lvl1pPr>
              <a:buFont typeface="Wingdings"/>
              <a:buChar char="§"/>
              <a:defRPr/>
            </a:lvl1pPr>
            <a:lvl2pPr>
              <a:buFont typeface="Wingdings"/>
              <a:buChar char="§"/>
              <a:defRPr/>
            </a:lvl2pPr>
            <a:lvl3pPr>
              <a:buFont typeface="Wingdings"/>
              <a:buChar char="§"/>
              <a:defRPr/>
            </a:lvl3pPr>
            <a:lvl4pPr>
              <a:buFont typeface="Wingdings"/>
              <a:buChar char="§"/>
              <a:defRPr/>
            </a:lvl4pPr>
            <a:lvl5pPr>
              <a:buFont typeface="Wingdings"/>
              <a:buChar char="§"/>
              <a:defRPr/>
            </a:lvl5pPr>
            <a:lvl6pPr>
              <a:buFont typeface="Wingdings"/>
              <a:buChar char="§"/>
              <a:defRPr/>
            </a:lvl6pPr>
            <a:lvl7pPr>
              <a:buFont typeface="Wingdings"/>
              <a:buChar char="§"/>
              <a:defRPr/>
            </a:lvl7pPr>
            <a:lvl8pPr>
              <a:buFont typeface="Wingdings"/>
              <a:buChar char="§"/>
              <a:defRPr/>
            </a:lvl8pPr>
            <a:lvl9pPr>
              <a:buFont typeface="Wingdings"/>
              <a:buChar char="§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57030019" name=""/>
          <p:cNvSpPr/>
          <p:nvPr/>
        </p:nvSpPr>
        <p:spPr bwMode="auto">
          <a:xfrm flipH="0" flipV="0">
            <a:off x="680266" y="365124"/>
            <a:ext cx="297239" cy="1325562"/>
          </a:xfrm>
          <a:prstGeom prst="rect">
            <a:avLst/>
          </a:prstGeom>
          <a:gradFill>
            <a:gsLst>
              <a:gs pos="13000">
                <a:schemeClr val="accent4">
                  <a:lumMod val="75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681029679" name=""/>
          <p:cNvSpPr/>
          <p:nvPr/>
        </p:nvSpPr>
        <p:spPr bwMode="auto">
          <a:xfrm flipH="0" flipV="0">
            <a:off x="309729" y="1690699"/>
            <a:ext cx="370536" cy="5167311"/>
          </a:xfrm>
          <a:prstGeom prst="rect">
            <a:avLst/>
          </a:prstGeom>
          <a:gradFill>
            <a:gsLst>
              <a:gs pos="1000">
                <a:schemeClr val="accent2">
                  <a:lumMod val="75000"/>
                  <a:alpha val="26000"/>
                </a:schemeClr>
              </a:gs>
              <a:gs pos="33000">
                <a:schemeClr val="accent4">
                  <a:lumMod val="75000"/>
                  <a:alpha val="26000"/>
                </a:schemeClr>
              </a:gs>
              <a:gs pos="77000">
                <a:schemeClr val="accent2">
                  <a:lumMod val="60000"/>
                  <a:lumOff val="40000"/>
                  <a:alpha val="26000"/>
                </a:schemeClr>
              </a:gs>
              <a:gs pos="96000">
                <a:schemeClr val="accent2">
                  <a:lumMod val="20000"/>
                  <a:lumOff val="80000"/>
                  <a:alpha val="26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980862805" name="Date Placeholder 3"/>
          <p:cNvSpPr>
            <a:spLocks noGrp="1"/>
          </p:cNvSpPr>
          <p:nvPr>
            <p:ph type="dt" sz="half" idx="10"/>
          </p:nvPr>
        </p:nvSpPr>
        <p:spPr bwMode="auto">
          <a:xfrm flipH="0" flipV="0">
            <a:off x="1348043" y="6356349"/>
            <a:ext cx="2165242" cy="365124"/>
          </a:xfrm>
        </p:spPr>
        <p:txBody>
          <a:bodyPr/>
          <a:lstStyle/>
          <a:p>
            <a:pPr>
              <a:defRPr/>
            </a:pPr>
            <a:fld id="{4AB3C129-C076-B368-0729-A0E8CDBAFC39}" type="datetimeFigureOut">
              <a:rPr lang="en-US"/>
              <a:t/>
            </a:fld>
            <a:endParaRPr lang="en-US"/>
          </a:p>
        </p:txBody>
      </p:sp>
      <p:sp>
        <p:nvSpPr>
          <p:cNvPr id="1726152998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411036" y="6356349"/>
            <a:ext cx="4114800" cy="36512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43465522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 flipH="0" flipV="0">
            <a:off x="9423585" y="6356349"/>
            <a:ext cx="1930212" cy="365124"/>
          </a:xfrm>
        </p:spPr>
        <p:txBody>
          <a:bodyPr/>
          <a:lstStyle/>
          <a:p>
            <a:pPr>
              <a:defRPr/>
            </a:pPr>
            <a:fld id="{2BE5FAE7-3F25-5C67-24AC-97690EF96DAC}" type="slidenum">
              <a:rPr lang="en-US"/>
              <a:t/>
            </a:fld>
            <a:endParaRPr lang="en-US"/>
          </a:p>
        </p:txBody>
      </p:sp>
      <p:grpSp>
        <p:nvGrpSpPr>
          <p:cNvPr id="1076448762" name=""/>
          <p:cNvGrpSpPr/>
          <p:nvPr/>
        </p:nvGrpSpPr>
        <p:grpSpPr bwMode="auto">
          <a:xfrm>
            <a:off x="6534151" y="1667825"/>
            <a:ext cx="4827910" cy="45720"/>
            <a:chOff x="0" y="0"/>
            <a:chExt cx="4827910" cy="45720"/>
          </a:xfrm>
        </p:grpSpPr>
        <p:grpSp>
          <p:nvGrpSpPr>
            <p:cNvPr id="2094869100" name=""/>
            <p:cNvGrpSpPr/>
            <p:nvPr/>
          </p:nvGrpSpPr>
          <p:grpSpPr bwMode="auto">
            <a:xfrm flipH="0" flipV="0">
              <a:off x="0" y="0"/>
              <a:ext cx="1584147" cy="45720"/>
              <a:chOff x="0" y="0"/>
              <a:chExt cx="1584147" cy="45720"/>
            </a:xfrm>
          </p:grpSpPr>
          <p:sp>
            <p:nvSpPr>
              <p:cNvPr id="1275821450" name=""/>
              <p:cNvSpPr/>
              <p:nvPr/>
            </p:nvSpPr>
            <p:spPr bwMode="auto">
              <a:xfrm rot="0" flipH="0" flipV="0">
                <a:off x="0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990476560" name=""/>
              <p:cNvSpPr/>
              <p:nvPr/>
            </p:nvSpPr>
            <p:spPr bwMode="auto">
              <a:xfrm rot="0" flipH="0" flipV="0">
                <a:off x="85565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839858989" name=""/>
              <p:cNvSpPr/>
              <p:nvPr/>
            </p:nvSpPr>
            <p:spPr bwMode="auto">
              <a:xfrm rot="0" flipH="0" flipV="0">
                <a:off x="171131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933258464" name=""/>
              <p:cNvSpPr/>
              <p:nvPr/>
            </p:nvSpPr>
            <p:spPr bwMode="auto">
              <a:xfrm rot="0" flipH="0" flipV="0">
                <a:off x="256697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757142453" name=""/>
              <p:cNvSpPr/>
              <p:nvPr/>
            </p:nvSpPr>
            <p:spPr bwMode="auto">
              <a:xfrm rot="0" flipH="0" flipV="0">
                <a:off x="342263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2139796856" name=""/>
              <p:cNvSpPr/>
              <p:nvPr/>
            </p:nvSpPr>
            <p:spPr bwMode="auto">
              <a:xfrm rot="0" flipH="0" flipV="0">
                <a:off x="427829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588578155" name=""/>
              <p:cNvSpPr/>
              <p:nvPr/>
            </p:nvSpPr>
            <p:spPr bwMode="auto">
              <a:xfrm rot="0" flipH="0" flipV="0">
                <a:off x="513395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825883676" name=""/>
              <p:cNvSpPr/>
              <p:nvPr/>
            </p:nvSpPr>
            <p:spPr bwMode="auto">
              <a:xfrm rot="0" flipH="0" flipV="0">
                <a:off x="598961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016062163" name=""/>
              <p:cNvSpPr/>
              <p:nvPr/>
            </p:nvSpPr>
            <p:spPr bwMode="auto">
              <a:xfrm rot="0" flipH="0" flipV="0">
                <a:off x="684527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286581939" name=""/>
              <p:cNvSpPr/>
              <p:nvPr/>
            </p:nvSpPr>
            <p:spPr bwMode="auto">
              <a:xfrm rot="0" flipH="0" flipV="0">
                <a:off x="770093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367397139" name=""/>
              <p:cNvSpPr/>
              <p:nvPr/>
            </p:nvSpPr>
            <p:spPr bwMode="auto">
              <a:xfrm rot="0" flipH="0" flipV="0">
                <a:off x="855659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340971471" name=""/>
              <p:cNvSpPr/>
              <p:nvPr/>
            </p:nvSpPr>
            <p:spPr bwMode="auto">
              <a:xfrm rot="0" flipH="0" flipV="0">
                <a:off x="941224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750839457" name=""/>
              <p:cNvSpPr/>
              <p:nvPr/>
            </p:nvSpPr>
            <p:spPr bwMode="auto">
              <a:xfrm rot="0" flipH="0" flipV="0">
                <a:off x="1026790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030782238" name=""/>
              <p:cNvSpPr/>
              <p:nvPr/>
            </p:nvSpPr>
            <p:spPr bwMode="auto">
              <a:xfrm rot="0" flipH="0" flipV="0">
                <a:off x="1112356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365961447" name=""/>
              <p:cNvSpPr/>
              <p:nvPr/>
            </p:nvSpPr>
            <p:spPr bwMode="auto">
              <a:xfrm rot="0" flipH="0" flipV="0">
                <a:off x="1197922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551229818" name=""/>
              <p:cNvSpPr/>
              <p:nvPr/>
            </p:nvSpPr>
            <p:spPr bwMode="auto">
              <a:xfrm rot="0" flipH="0" flipV="0">
                <a:off x="1283488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228223662" name=""/>
              <p:cNvSpPr/>
              <p:nvPr/>
            </p:nvSpPr>
            <p:spPr bwMode="auto">
              <a:xfrm rot="0" flipH="0" flipV="0">
                <a:off x="1369054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784474144" name=""/>
              <p:cNvSpPr/>
              <p:nvPr/>
            </p:nvSpPr>
            <p:spPr bwMode="auto">
              <a:xfrm rot="0" flipH="0" flipV="0">
                <a:off x="1454620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251719436" name=""/>
              <p:cNvSpPr/>
              <p:nvPr/>
            </p:nvSpPr>
            <p:spPr bwMode="auto">
              <a:xfrm rot="0" flipH="0" flipV="0">
                <a:off x="1540186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  <p:grpSp>
          <p:nvGrpSpPr>
            <p:cNvPr id="1938270259" name=""/>
            <p:cNvGrpSpPr/>
            <p:nvPr/>
          </p:nvGrpSpPr>
          <p:grpSpPr bwMode="auto">
            <a:xfrm flipH="0" flipV="0">
              <a:off x="1629977" y="0"/>
              <a:ext cx="1584147" cy="45720"/>
              <a:chOff x="0" y="0"/>
              <a:chExt cx="1584147" cy="45720"/>
            </a:xfrm>
          </p:grpSpPr>
          <p:sp>
            <p:nvSpPr>
              <p:cNvPr id="1037397043" name=""/>
              <p:cNvSpPr/>
              <p:nvPr/>
            </p:nvSpPr>
            <p:spPr bwMode="auto">
              <a:xfrm rot="0" flipH="0" flipV="0">
                <a:off x="0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963138263" name=""/>
              <p:cNvSpPr/>
              <p:nvPr/>
            </p:nvSpPr>
            <p:spPr bwMode="auto">
              <a:xfrm rot="0" flipH="0" flipV="0">
                <a:off x="85565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922469812" name=""/>
              <p:cNvSpPr/>
              <p:nvPr/>
            </p:nvSpPr>
            <p:spPr bwMode="auto">
              <a:xfrm rot="0" flipH="0" flipV="0">
                <a:off x="171131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224111854" name=""/>
              <p:cNvSpPr/>
              <p:nvPr/>
            </p:nvSpPr>
            <p:spPr bwMode="auto">
              <a:xfrm rot="0" flipH="0" flipV="0">
                <a:off x="256697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262818647" name=""/>
              <p:cNvSpPr/>
              <p:nvPr/>
            </p:nvSpPr>
            <p:spPr bwMode="auto">
              <a:xfrm rot="0" flipH="0" flipV="0">
                <a:off x="342263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062435005" name=""/>
              <p:cNvSpPr/>
              <p:nvPr/>
            </p:nvSpPr>
            <p:spPr bwMode="auto">
              <a:xfrm rot="0" flipH="0" flipV="0">
                <a:off x="427829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282667115" name=""/>
              <p:cNvSpPr/>
              <p:nvPr/>
            </p:nvSpPr>
            <p:spPr bwMode="auto">
              <a:xfrm rot="0" flipH="0" flipV="0">
                <a:off x="513395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389868568" name=""/>
              <p:cNvSpPr/>
              <p:nvPr/>
            </p:nvSpPr>
            <p:spPr bwMode="auto">
              <a:xfrm rot="0" flipH="0" flipV="0">
                <a:off x="598961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958894730" name=""/>
              <p:cNvSpPr/>
              <p:nvPr/>
            </p:nvSpPr>
            <p:spPr bwMode="auto">
              <a:xfrm rot="0" flipH="0" flipV="0">
                <a:off x="684527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677337188" name=""/>
              <p:cNvSpPr/>
              <p:nvPr/>
            </p:nvSpPr>
            <p:spPr bwMode="auto">
              <a:xfrm rot="0" flipH="0" flipV="0">
                <a:off x="770093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339067493" name=""/>
              <p:cNvSpPr/>
              <p:nvPr/>
            </p:nvSpPr>
            <p:spPr bwMode="auto">
              <a:xfrm rot="0" flipH="0" flipV="0">
                <a:off x="855659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918969984" name=""/>
              <p:cNvSpPr/>
              <p:nvPr/>
            </p:nvSpPr>
            <p:spPr bwMode="auto">
              <a:xfrm rot="0" flipH="0" flipV="0">
                <a:off x="941224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781137386" name=""/>
              <p:cNvSpPr/>
              <p:nvPr/>
            </p:nvSpPr>
            <p:spPr bwMode="auto">
              <a:xfrm rot="0" flipH="0" flipV="0">
                <a:off x="1026790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479839382" name=""/>
              <p:cNvSpPr/>
              <p:nvPr/>
            </p:nvSpPr>
            <p:spPr bwMode="auto">
              <a:xfrm rot="0" flipH="0" flipV="0">
                <a:off x="1112356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415445190" name=""/>
              <p:cNvSpPr/>
              <p:nvPr/>
            </p:nvSpPr>
            <p:spPr bwMode="auto">
              <a:xfrm rot="0" flipH="0" flipV="0">
                <a:off x="1197922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397233233" name=""/>
              <p:cNvSpPr/>
              <p:nvPr/>
            </p:nvSpPr>
            <p:spPr bwMode="auto">
              <a:xfrm rot="0" flipH="0" flipV="0">
                <a:off x="1283488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709721315" name=""/>
              <p:cNvSpPr/>
              <p:nvPr/>
            </p:nvSpPr>
            <p:spPr bwMode="auto">
              <a:xfrm rot="0" flipH="0" flipV="0">
                <a:off x="1369054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191330484" name=""/>
              <p:cNvSpPr/>
              <p:nvPr/>
            </p:nvSpPr>
            <p:spPr bwMode="auto">
              <a:xfrm rot="0" flipH="0" flipV="0">
                <a:off x="1454620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62664343" name=""/>
              <p:cNvSpPr/>
              <p:nvPr/>
            </p:nvSpPr>
            <p:spPr bwMode="auto">
              <a:xfrm rot="0" flipH="0" flipV="0">
                <a:off x="1540186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  <p:grpSp>
          <p:nvGrpSpPr>
            <p:cNvPr id="1605175981" name=""/>
            <p:cNvGrpSpPr/>
            <p:nvPr/>
          </p:nvGrpSpPr>
          <p:grpSpPr bwMode="auto">
            <a:xfrm flipH="0" flipV="0">
              <a:off x="3243762" y="0"/>
              <a:ext cx="1584147" cy="45720"/>
              <a:chOff x="0" y="0"/>
              <a:chExt cx="1584147" cy="45720"/>
            </a:xfrm>
          </p:grpSpPr>
          <p:sp>
            <p:nvSpPr>
              <p:cNvPr id="1869559405" name=""/>
              <p:cNvSpPr/>
              <p:nvPr/>
            </p:nvSpPr>
            <p:spPr bwMode="auto">
              <a:xfrm rot="0" flipH="0" flipV="0">
                <a:off x="0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700106230" name=""/>
              <p:cNvSpPr/>
              <p:nvPr/>
            </p:nvSpPr>
            <p:spPr bwMode="auto">
              <a:xfrm rot="0" flipH="0" flipV="0">
                <a:off x="85565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302104637" name=""/>
              <p:cNvSpPr/>
              <p:nvPr/>
            </p:nvSpPr>
            <p:spPr bwMode="auto">
              <a:xfrm rot="0" flipH="0" flipV="0">
                <a:off x="171131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856643583" name=""/>
              <p:cNvSpPr/>
              <p:nvPr/>
            </p:nvSpPr>
            <p:spPr bwMode="auto">
              <a:xfrm rot="0" flipH="0" flipV="0">
                <a:off x="256697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076237435" name=""/>
              <p:cNvSpPr/>
              <p:nvPr/>
            </p:nvSpPr>
            <p:spPr bwMode="auto">
              <a:xfrm rot="0" flipH="0" flipV="0">
                <a:off x="342263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012681248" name=""/>
              <p:cNvSpPr/>
              <p:nvPr/>
            </p:nvSpPr>
            <p:spPr bwMode="auto">
              <a:xfrm rot="0" flipH="0" flipV="0">
                <a:off x="427829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89156185" name=""/>
              <p:cNvSpPr/>
              <p:nvPr/>
            </p:nvSpPr>
            <p:spPr bwMode="auto">
              <a:xfrm rot="0" flipH="0" flipV="0">
                <a:off x="513395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917385913" name=""/>
              <p:cNvSpPr/>
              <p:nvPr/>
            </p:nvSpPr>
            <p:spPr bwMode="auto">
              <a:xfrm rot="0" flipH="0" flipV="0">
                <a:off x="598961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653259834" name=""/>
              <p:cNvSpPr/>
              <p:nvPr/>
            </p:nvSpPr>
            <p:spPr bwMode="auto">
              <a:xfrm rot="0" flipH="0" flipV="0">
                <a:off x="684527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131262493" name=""/>
              <p:cNvSpPr/>
              <p:nvPr/>
            </p:nvSpPr>
            <p:spPr bwMode="auto">
              <a:xfrm rot="0" flipH="0" flipV="0">
                <a:off x="770093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2134494259" name=""/>
              <p:cNvSpPr/>
              <p:nvPr/>
            </p:nvSpPr>
            <p:spPr bwMode="auto">
              <a:xfrm rot="0" flipH="0" flipV="0">
                <a:off x="855659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831373255" name=""/>
              <p:cNvSpPr/>
              <p:nvPr/>
            </p:nvSpPr>
            <p:spPr bwMode="auto">
              <a:xfrm rot="0" flipH="0" flipV="0">
                <a:off x="941224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521636880" name=""/>
              <p:cNvSpPr/>
              <p:nvPr/>
            </p:nvSpPr>
            <p:spPr bwMode="auto">
              <a:xfrm rot="0" flipH="0" flipV="0">
                <a:off x="1026790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890165133" name=""/>
              <p:cNvSpPr/>
              <p:nvPr/>
            </p:nvSpPr>
            <p:spPr bwMode="auto">
              <a:xfrm rot="0" flipH="0" flipV="0">
                <a:off x="1112356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31681787" name=""/>
              <p:cNvSpPr/>
              <p:nvPr/>
            </p:nvSpPr>
            <p:spPr bwMode="auto">
              <a:xfrm rot="0" flipH="0" flipV="0">
                <a:off x="1197922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454964699" name=""/>
              <p:cNvSpPr/>
              <p:nvPr/>
            </p:nvSpPr>
            <p:spPr bwMode="auto">
              <a:xfrm rot="0" flipH="0" flipV="0">
                <a:off x="1283488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687177676" name=""/>
              <p:cNvSpPr/>
              <p:nvPr/>
            </p:nvSpPr>
            <p:spPr bwMode="auto">
              <a:xfrm rot="0" flipH="0" flipV="0">
                <a:off x="1369054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097231694" name=""/>
              <p:cNvSpPr/>
              <p:nvPr/>
            </p:nvSpPr>
            <p:spPr bwMode="auto">
              <a:xfrm rot="0" flipH="0" flipV="0">
                <a:off x="1454620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819774482" name=""/>
              <p:cNvSpPr/>
              <p:nvPr/>
            </p:nvSpPr>
            <p:spPr bwMode="auto">
              <a:xfrm rot="0" flipH="0" flipV="0">
                <a:off x="1540186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</p:grpSp>
      <p:sp>
        <p:nvSpPr>
          <p:cNvPr id="1495443744" name="Title 1"/>
          <p:cNvSpPr>
            <a:spLocks noGrp="1"/>
          </p:cNvSpPr>
          <p:nvPr>
            <p:ph type="title"/>
          </p:nvPr>
        </p:nvSpPr>
        <p:spPr bwMode="auto">
          <a:xfrm rot="0" flipH="0" flipV="0">
            <a:off x="1344167" y="365760"/>
            <a:ext cx="10005754" cy="1325561"/>
          </a:xfrm>
          <a:prstGeom prst="rect">
            <a:avLst/>
          </a:prstGeom>
          <a:noFill/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bg>
      <p:bgPr shadeToTitle="0">
        <a:solidFill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9852035" name=""/>
          <p:cNvPicPr>
            <a:picLocks noChangeAspect="1"/>
          </p:cNvPicPr>
          <p:nvPr/>
        </p:nvPicPr>
        <p:blipFill rotWithShape="1">
          <a:blip r:embed="rId2">
            <a:alphaModFix amt="15999"/>
          </a:blip>
          <a:srcRect l="0" t="1225" r="0" b="0"/>
          <a:stretch/>
        </p:blipFill>
        <p:spPr bwMode="auto">
          <a:xfrm flipH="0" flipV="0">
            <a:off x="0" y="10583"/>
            <a:ext cx="12191998" cy="6824524"/>
          </a:xfrm>
          <a:prstGeom prst="rect">
            <a:avLst/>
          </a:prstGeom>
        </p:spPr>
      </p:pic>
      <p:sp>
        <p:nvSpPr>
          <p:cNvPr id="2085347696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1848" y="1709736"/>
            <a:ext cx="5782700" cy="2024062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>
              <a:defRPr sz="4000"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 sz="4000"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 sz="4000"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 sz="4000"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 sz="4000">
                <a:solidFill>
                  <a:schemeClr val="bg1">
                    <a:lumMod val="95000"/>
                  </a:schemeClr>
                </a:solidFill>
              </a:defRPr>
            </a:lvl5pPr>
            <a:lvl6pPr>
              <a:defRPr sz="4000">
                <a:solidFill>
                  <a:schemeClr val="bg1">
                    <a:lumMod val="95000"/>
                  </a:schemeClr>
                </a:solidFill>
              </a:defRPr>
            </a:lvl6pPr>
            <a:lvl7pPr>
              <a:defRPr sz="4000">
                <a:solidFill>
                  <a:schemeClr val="bg1">
                    <a:lumMod val="95000"/>
                  </a:schemeClr>
                </a:solidFill>
              </a:defRPr>
            </a:lvl7pPr>
            <a:lvl8pPr>
              <a:defRPr sz="4000">
                <a:solidFill>
                  <a:schemeClr val="bg1">
                    <a:lumMod val="95000"/>
                  </a:schemeClr>
                </a:solidFill>
              </a:defRPr>
            </a:lvl8pPr>
            <a:lvl9pPr>
              <a:defRPr sz="4000">
                <a:solidFill>
                  <a:schemeClr val="bg1">
                    <a:lumMod val="9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29577624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838198" y="3733799"/>
            <a:ext cx="5776349" cy="1500185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2pPr>
            <a:lvl3pPr marL="9144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3pPr>
            <a:lvl4pPr marL="13716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4pPr>
            <a:lvl5pPr marL="18288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5pPr>
            <a:lvl6pPr marL="22860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6pPr>
            <a:lvl7pPr marL="27432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7pPr>
            <a:lvl8pPr marL="32004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8pPr>
            <a:lvl9pPr marL="36576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4202017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728C431-DBF7-D10C-75C5-4D1B96BF10E4}" type="datetimeFigureOut">
              <a:rPr lang="en-US"/>
              <a:t/>
            </a:fld>
            <a:endParaRPr lang="en-US"/>
          </a:p>
        </p:txBody>
      </p:sp>
      <p:sp>
        <p:nvSpPr>
          <p:cNvPr id="149158689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0800440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0EADA8B-F9A9-8072-FCC9-5BB9C51D8D50}" type="slidenum">
              <a:rPr lang="en-US"/>
              <a:t/>
            </a:fld>
            <a:endParaRPr lang="en-US"/>
          </a:p>
        </p:txBody>
      </p:sp>
      <p:pic>
        <p:nvPicPr>
          <p:cNvPr id="1907670510" name=""/>
          <p:cNvPicPr>
            <a:picLocks noChangeAspect="1"/>
          </p:cNvPicPr>
          <p:nvPr/>
        </p:nvPicPr>
        <p:blipFill rotWithShape="1">
          <a:blip r:embed="rId3"/>
          <a:srcRect l="0" t="0" r="0" b="3272"/>
          <a:stretch/>
        </p:blipFill>
        <p:spPr bwMode="auto">
          <a:xfrm flipH="0" flipV="0">
            <a:off x="8337744" y="540058"/>
            <a:ext cx="3288911" cy="2181709"/>
          </a:xfrm>
          <a:prstGeom prst="rect">
            <a:avLst/>
          </a:prstGeom>
        </p:spPr>
      </p:pic>
      <p:sp>
        <p:nvSpPr>
          <p:cNvPr id="1707509728" name=""/>
          <p:cNvSpPr/>
          <p:nvPr/>
        </p:nvSpPr>
        <p:spPr bwMode="auto">
          <a:xfrm rot="0" flipH="0" flipV="0">
            <a:off x="8096249" y="439794"/>
            <a:ext cx="3668291" cy="2489230"/>
          </a:xfrm>
          <a:prstGeom prst="rect">
            <a:avLst/>
          </a:prstGeom>
          <a:noFill/>
          <a:ln w="28575" cap="flat" cmpd="sng" algn="ctr">
            <a:solidFill>
              <a:schemeClr val="bg1">
                <a:lumMod val="94901"/>
              </a:schemeClr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2090194879" name=""/>
          <p:cNvCxnSpPr/>
          <p:nvPr/>
        </p:nvCxnSpPr>
        <p:spPr bwMode="auto">
          <a:xfrm flipH="1" flipV="0">
            <a:off x="7609867" y="2929024"/>
            <a:ext cx="486381" cy="425583"/>
          </a:xfrm>
          <a:prstGeom prst="line">
            <a:avLst/>
          </a:prstGeom>
          <a:ln w="28575" cap="flat" cmpd="sng" algn="ctr">
            <a:solidFill>
              <a:schemeClr val="bg1">
                <a:lumMod val="94901"/>
              </a:schemeClr>
            </a:solidFill>
            <a:prstDash val="sysDash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794758" name=""/>
          <p:cNvSpPr/>
          <p:nvPr/>
        </p:nvSpPr>
        <p:spPr bwMode="auto">
          <a:xfrm rot="0" flipH="0" flipV="0">
            <a:off x="10033722" y="6663648"/>
            <a:ext cx="2164915" cy="186242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2">
                  <a:lumMod val="50000"/>
                </a:schemeClr>
              </a:gs>
            </a:gsLst>
            <a:lin ang="108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13035953" name=""/>
          <p:cNvSpPr/>
          <p:nvPr/>
        </p:nvSpPr>
        <p:spPr bwMode="auto">
          <a:xfrm rot="5399909" flipH="0" flipV="0">
            <a:off x="11310282" y="5860827"/>
            <a:ext cx="454260" cy="454260"/>
          </a:xfrm>
          <a:prstGeom prst="plus">
            <a:avLst>
              <a:gd name="adj" fmla="val 40740"/>
            </a:avLst>
          </a:prstGeom>
          <a:gradFill>
            <a:gsLst>
              <a:gs pos="38000">
                <a:schemeClr val="accent4">
                  <a:lumMod val="75000"/>
                </a:schemeClr>
              </a:gs>
              <a:gs pos="100000">
                <a:schemeClr val="accent2">
                  <a:lumMod val="75000"/>
                </a:schemeClr>
              </a:gs>
            </a:gsLst>
            <a:lin ang="36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5711513" name=""/>
          <p:cNvSpPr/>
          <p:nvPr/>
        </p:nvSpPr>
        <p:spPr bwMode="auto">
          <a:xfrm flipH="0" flipV="0">
            <a:off x="534609" y="1709736"/>
            <a:ext cx="297238" cy="1325561"/>
          </a:xfrm>
          <a:prstGeom prst="rect">
            <a:avLst/>
          </a:prstGeom>
          <a:gradFill>
            <a:gsLst>
              <a:gs pos="54000">
                <a:schemeClr val="accent4">
                  <a:lumMod val="75000"/>
                  <a:alpha val="89999"/>
                </a:schemeClr>
              </a:gs>
              <a:gs pos="100000">
                <a:schemeClr val="accent2">
                  <a:alpha val="89999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pic>
        <p:nvPicPr>
          <p:cNvPr id="774879373" name=""/>
          <p:cNvPicPr>
            <a:picLocks noChangeAspect="1"/>
          </p:cNvPicPr>
          <p:nvPr/>
        </p:nvPicPr>
        <p:blipFill rotWithShape="1">
          <a:blip r:embed="rId3"/>
          <a:srcRect l="23300" t="1322" r="47992" b="67300"/>
          <a:stretch/>
        </p:blipFill>
        <p:spPr bwMode="auto">
          <a:xfrm flipH="0" flipV="0">
            <a:off x="6665746" y="3379942"/>
            <a:ext cx="944120" cy="707715"/>
          </a:xfrm>
          <a:prstGeom prst="rect">
            <a:avLst/>
          </a:prstGeom>
          <a:ln w="28575">
            <a:solidFill>
              <a:schemeClr val="bg1">
                <a:lumMod val="94901"/>
              </a:schemeClr>
            </a:solidFill>
            <a:prstDash val="solid"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58652896" name=""/>
          <p:cNvPicPr>
            <a:picLocks noChangeAspect="1"/>
          </p:cNvPicPr>
          <p:nvPr/>
        </p:nvPicPr>
        <p:blipFill rotWithShape="1">
          <a:blip r:embed="rId2">
            <a:alphaModFix amt="15999"/>
          </a:blip>
          <a:stretch/>
        </p:blipFill>
        <p:spPr bwMode="auto">
          <a:xfrm rot="0" flipH="0" flipV="0">
            <a:off x="-3046" y="0"/>
            <a:ext cx="12198094" cy="6858000"/>
          </a:xfrm>
          <a:prstGeom prst="rect">
            <a:avLst/>
          </a:prstGeom>
        </p:spPr>
      </p:pic>
      <p:sp>
        <p:nvSpPr>
          <p:cNvPr id="1479903325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348043" y="365124"/>
            <a:ext cx="10007343" cy="1325562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60159420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6704267" y="1690687"/>
            <a:ext cx="4649530" cy="823911"/>
          </a:xfrm>
          <a:prstGeom prst="rect">
            <a:avLst/>
          </a:prstGeom>
          <a:gradFill>
            <a:gsLst>
              <a:gs pos="4000">
                <a:schemeClr val="accent3">
                  <a:lumMod val="40000"/>
                  <a:lumOff val="60000"/>
                  <a:alpha val="80000"/>
                </a:schemeClr>
              </a:gs>
              <a:gs pos="74000">
                <a:schemeClr val="accent4">
                  <a:lumMod val="75000"/>
                  <a:alpha val="80000"/>
                </a:schemeClr>
              </a:gs>
            </a:gsLst>
            <a:lin ang="0" scaled="1"/>
          </a:gradFill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31539809" name="Content Placeholder 3"/>
          <p:cNvSpPr>
            <a:spLocks noGrp="1"/>
          </p:cNvSpPr>
          <p:nvPr>
            <p:ph sz="half" idx="2"/>
          </p:nvPr>
        </p:nvSpPr>
        <p:spPr bwMode="auto">
          <a:xfrm flipH="0" flipV="0">
            <a:off x="1348043" y="2505074"/>
            <a:ext cx="4649530" cy="3684587"/>
          </a:xfrm>
        </p:spPr>
        <p:txBody>
          <a:bodyPr/>
          <a:lstStyle>
            <a:lvl1pPr>
              <a:buFont typeface="Wingdings"/>
              <a:buChar char="§"/>
              <a:defRPr/>
            </a:lvl1pPr>
            <a:lvl2pPr>
              <a:buFont typeface="Wingdings"/>
              <a:buChar char="§"/>
              <a:defRPr/>
            </a:lvl2pPr>
            <a:lvl3pPr>
              <a:buFont typeface="Wingdings"/>
              <a:buChar char="§"/>
              <a:defRPr/>
            </a:lvl3pPr>
            <a:lvl4pPr>
              <a:buFont typeface="Wingdings"/>
              <a:buChar char="§"/>
              <a:defRPr/>
            </a:lvl4pPr>
            <a:lvl5pPr>
              <a:buFont typeface="Wingdings"/>
              <a:buChar char="§"/>
              <a:defRPr/>
            </a:lvl5pPr>
            <a:lvl6pPr>
              <a:buFont typeface="Wingdings"/>
              <a:buChar char="§"/>
              <a:defRPr/>
            </a:lvl6pPr>
            <a:lvl7pPr>
              <a:buFont typeface="Wingdings"/>
              <a:buChar char="§"/>
              <a:defRPr/>
            </a:lvl7pPr>
            <a:lvl8pPr>
              <a:buFont typeface="Wingdings"/>
              <a:buChar char="§"/>
              <a:defRPr/>
            </a:lvl8pPr>
            <a:lvl9pPr>
              <a:buFont typeface="Wingdings"/>
              <a:buChar char="§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97951026" name="Text Placeholder 4"/>
          <p:cNvSpPr>
            <a:spLocks noGrp="1"/>
          </p:cNvSpPr>
          <p:nvPr>
            <p:ph type="body" sz="quarter" idx="3"/>
          </p:nvPr>
        </p:nvSpPr>
        <p:spPr bwMode="auto">
          <a:xfrm flipH="0" flipV="0">
            <a:off x="1346454" y="1681162"/>
            <a:ext cx="4651119" cy="823911"/>
          </a:xfrm>
          <a:prstGeom prst="rect">
            <a:avLst/>
          </a:prstGeom>
          <a:gradFill>
            <a:gsLst>
              <a:gs pos="4000">
                <a:schemeClr val="accent3">
                  <a:lumMod val="40000"/>
                  <a:lumOff val="60000"/>
                  <a:alpha val="60000"/>
                </a:schemeClr>
              </a:gs>
              <a:gs pos="74000">
                <a:schemeClr val="accent2">
                  <a:lumMod val="75000"/>
                  <a:alpha val="60000"/>
                </a:schemeClr>
              </a:gs>
            </a:gsLst>
            <a:lin ang="0" scaled="1"/>
          </a:gradFill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86461316" name="Content Placeholder 5"/>
          <p:cNvSpPr>
            <a:spLocks noGrp="1"/>
          </p:cNvSpPr>
          <p:nvPr>
            <p:ph sz="quarter" idx="4"/>
          </p:nvPr>
        </p:nvSpPr>
        <p:spPr bwMode="auto">
          <a:xfrm flipH="0" flipV="0">
            <a:off x="6704267" y="2505073"/>
            <a:ext cx="4651119" cy="3684587"/>
          </a:xfrm>
        </p:spPr>
        <p:txBody>
          <a:bodyPr/>
          <a:lstStyle>
            <a:lvl1pPr>
              <a:buFont typeface="Wingdings"/>
              <a:buChar char="§"/>
              <a:defRPr/>
            </a:lvl1pPr>
            <a:lvl2pPr>
              <a:buFont typeface="Wingdings"/>
              <a:buChar char="§"/>
              <a:defRPr/>
            </a:lvl2pPr>
            <a:lvl3pPr>
              <a:buFont typeface="Wingdings"/>
              <a:buChar char="§"/>
              <a:defRPr/>
            </a:lvl3pPr>
            <a:lvl4pPr>
              <a:buFont typeface="Wingdings"/>
              <a:buChar char="§"/>
              <a:defRPr/>
            </a:lvl4pPr>
            <a:lvl5pPr>
              <a:buFont typeface="Wingdings"/>
              <a:buChar char="§"/>
              <a:defRPr/>
            </a:lvl5pPr>
            <a:lvl6pPr>
              <a:buFont typeface="Wingdings"/>
              <a:buChar char="§"/>
              <a:defRPr/>
            </a:lvl6pPr>
            <a:lvl7pPr>
              <a:buFont typeface="Wingdings"/>
              <a:buChar char="§"/>
              <a:defRPr/>
            </a:lvl7pPr>
            <a:lvl8pPr>
              <a:buFont typeface="Wingdings"/>
              <a:buChar char="§"/>
              <a:defRPr/>
            </a:lvl8pPr>
            <a:lvl9pPr>
              <a:buFont typeface="Wingdings"/>
              <a:buChar char="§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67554884" name="Date Placeholder 3"/>
          <p:cNvSpPr>
            <a:spLocks noGrp="1"/>
          </p:cNvSpPr>
          <p:nvPr>
            <p:ph type="dt" sz="half" idx="10"/>
          </p:nvPr>
        </p:nvSpPr>
        <p:spPr bwMode="auto">
          <a:xfrm flipH="0" flipV="0">
            <a:off x="1348043" y="6356349"/>
            <a:ext cx="2165242" cy="365124"/>
          </a:xfrm>
        </p:spPr>
        <p:txBody>
          <a:bodyPr/>
          <a:lstStyle/>
          <a:p>
            <a:pPr>
              <a:defRPr/>
            </a:pPr>
            <a:fld id="{91533DB1-39E8-5C9C-764B-9C1D960D7D9D}" type="datetimeFigureOut">
              <a:rPr lang="en-US"/>
              <a:t/>
            </a:fld>
            <a:endParaRPr lang="en-US"/>
          </a:p>
        </p:txBody>
      </p:sp>
      <p:sp>
        <p:nvSpPr>
          <p:cNvPr id="314770358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411036" y="6356349"/>
            <a:ext cx="4114800" cy="36512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57932901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 flipH="0" flipV="0">
            <a:off x="9423585" y="6356349"/>
            <a:ext cx="1930212" cy="365124"/>
          </a:xfrm>
        </p:spPr>
        <p:txBody>
          <a:bodyPr/>
          <a:lstStyle/>
          <a:p>
            <a:pPr>
              <a:defRPr/>
            </a:pPr>
            <a:fld id="{A177D497-9FE9-A99B-12B1-8F5291FF869E}" type="slidenum">
              <a:rPr lang="en-US"/>
              <a:t/>
            </a:fld>
            <a:endParaRPr lang="en-US"/>
          </a:p>
        </p:txBody>
      </p:sp>
      <p:sp>
        <p:nvSpPr>
          <p:cNvPr id="1726783983" name=""/>
          <p:cNvSpPr/>
          <p:nvPr/>
        </p:nvSpPr>
        <p:spPr bwMode="auto">
          <a:xfrm rot="0" flipH="0" flipV="0">
            <a:off x="10830902" y="-13633"/>
            <a:ext cx="435427" cy="598713"/>
          </a:xfrm>
          <a:prstGeom prst="parallelogram">
            <a:avLst>
              <a:gd name="adj" fmla="val 46875"/>
            </a:avLst>
          </a:prstGeom>
          <a:solidFill>
            <a:schemeClr val="bg2">
              <a:lumMod val="10000"/>
              <a:alpha val="89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2375235" name=""/>
          <p:cNvSpPr/>
          <p:nvPr/>
        </p:nvSpPr>
        <p:spPr bwMode="auto">
          <a:xfrm rot="0" flipH="0" flipV="0">
            <a:off x="11143867" y="-13633"/>
            <a:ext cx="435427" cy="598713"/>
          </a:xfrm>
          <a:prstGeom prst="parallelogram">
            <a:avLst>
              <a:gd name="adj" fmla="val 46875"/>
            </a:avLst>
          </a:prstGeom>
          <a:solidFill>
            <a:schemeClr val="bg2">
              <a:lumMod val="10000"/>
              <a:alpha val="89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4255642" name=""/>
          <p:cNvSpPr/>
          <p:nvPr/>
        </p:nvSpPr>
        <p:spPr bwMode="auto">
          <a:xfrm rot="0" flipH="0" flipV="0">
            <a:off x="11456831" y="-13633"/>
            <a:ext cx="435427" cy="598713"/>
          </a:xfrm>
          <a:prstGeom prst="parallelogram">
            <a:avLst>
              <a:gd name="adj" fmla="val 46875"/>
            </a:avLst>
          </a:prstGeom>
          <a:solidFill>
            <a:schemeClr val="bg2">
              <a:lumMod val="10000"/>
              <a:alpha val="89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bg>
      <p:bgPr shadeToTitle="0">
        <a:solidFill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6300094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348042" y="457199"/>
            <a:ext cx="3423981" cy="1600200"/>
          </a:xfrm>
        </p:spPr>
        <p:txBody>
          <a:bodyPr anchor="b"/>
          <a:lstStyle>
            <a:lvl1pPr>
              <a:defRPr sz="3200"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  <a:lvl6pPr>
              <a:defRPr>
                <a:solidFill>
                  <a:schemeClr val="bg1">
                    <a:lumMod val="95000"/>
                  </a:schemeClr>
                </a:solidFill>
              </a:defRPr>
            </a:lvl6pPr>
            <a:lvl7pPr>
              <a:defRPr>
                <a:solidFill>
                  <a:schemeClr val="bg1">
                    <a:lumMod val="95000"/>
                  </a:schemeClr>
                </a:solidFill>
              </a:defRPr>
            </a:lvl7pPr>
            <a:lvl8pPr>
              <a:defRPr>
                <a:solidFill>
                  <a:schemeClr val="bg1">
                    <a:lumMod val="95000"/>
                  </a:schemeClr>
                </a:solidFill>
              </a:defRPr>
            </a:lvl8pPr>
            <a:lvl9pPr>
              <a:defRPr>
                <a:solidFill>
                  <a:schemeClr val="bg1">
                    <a:lumMod val="9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47919366" name="Picture Placeholder 2"/>
          <p:cNvSpPr>
            <a:spLocks noChangeAspect="1" noGrp="1"/>
          </p:cNvSpPr>
          <p:nvPr>
            <p:ph type="pic" idx="1"/>
          </p:nvPr>
        </p:nvSpPr>
        <p:spPr bwMode="auto">
          <a:xfrm flipH="0" flipV="0">
            <a:off x="5183187" y="457199"/>
            <a:ext cx="6172200" cy="5411787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812189507" name="Text Placeholder 3"/>
          <p:cNvSpPr>
            <a:spLocks noGrp="1"/>
          </p:cNvSpPr>
          <p:nvPr>
            <p:ph type="body" sz="half" idx="2"/>
          </p:nvPr>
        </p:nvSpPr>
        <p:spPr bwMode="auto">
          <a:xfrm flipH="0" flipV="0">
            <a:off x="1348042" y="2057400"/>
            <a:ext cx="3423981" cy="3811587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>
              <a:buNone/>
              <a:defRPr sz="1400">
                <a:solidFill>
                  <a:schemeClr val="bg1">
                    <a:lumMod val="95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3pPr>
            <a:lvl4pPr marL="1371600" indent="0">
              <a:buNone/>
              <a:defRPr sz="1000">
                <a:solidFill>
                  <a:schemeClr val="bg1">
                    <a:lumMod val="95000"/>
                  </a:schemeClr>
                </a:solidFill>
              </a:defRPr>
            </a:lvl4pPr>
            <a:lvl5pPr marL="1828800" indent="0">
              <a:buNone/>
              <a:defRPr sz="1000">
                <a:solidFill>
                  <a:schemeClr val="bg1">
                    <a:lumMod val="95000"/>
                  </a:schemeClr>
                </a:solidFill>
              </a:defRPr>
            </a:lvl5pPr>
            <a:lvl6pPr marL="2286000" indent="0">
              <a:buNone/>
              <a:defRPr sz="1000">
                <a:solidFill>
                  <a:schemeClr val="bg1">
                    <a:lumMod val="95000"/>
                  </a:schemeClr>
                </a:solidFill>
              </a:defRPr>
            </a:lvl6pPr>
            <a:lvl7pPr marL="2743200" indent="0">
              <a:buNone/>
              <a:defRPr sz="1000">
                <a:solidFill>
                  <a:schemeClr val="bg1">
                    <a:lumMod val="95000"/>
                  </a:schemeClr>
                </a:solidFill>
              </a:defRPr>
            </a:lvl7pPr>
            <a:lvl8pPr marL="3200400" indent="0">
              <a:buNone/>
              <a:defRPr sz="1000">
                <a:solidFill>
                  <a:schemeClr val="bg1">
                    <a:lumMod val="95000"/>
                  </a:schemeClr>
                </a:solidFill>
              </a:defRPr>
            </a:lvl8pPr>
            <a:lvl9pPr marL="3657600" indent="0">
              <a:buNone/>
              <a:defRPr sz="1000">
                <a:solidFill>
                  <a:schemeClr val="bg1">
                    <a:lumMod val="9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6072251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80408509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5936086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pic>
        <p:nvPicPr>
          <p:cNvPr id="1493803416" name=""/>
          <p:cNvPicPr>
            <a:picLocks noChangeAspect="1"/>
          </p:cNvPicPr>
          <p:nvPr/>
        </p:nvPicPr>
        <p:blipFill rotWithShape="1">
          <a:blip r:embed="rId2">
            <a:alphaModFix amt="15999"/>
          </a:blip>
          <a:srcRect l="0" t="1225" r="0" b="0"/>
          <a:stretch/>
        </p:blipFill>
        <p:spPr bwMode="auto">
          <a:xfrm flipH="0" flipV="0">
            <a:off x="0" y="10582"/>
            <a:ext cx="12191998" cy="6824523"/>
          </a:xfrm>
          <a:prstGeom prst="rect">
            <a:avLst/>
          </a:prstGeom>
        </p:spPr>
      </p:pic>
      <p:sp>
        <p:nvSpPr>
          <p:cNvPr id="892344178" name=""/>
          <p:cNvSpPr/>
          <p:nvPr/>
        </p:nvSpPr>
        <p:spPr bwMode="auto">
          <a:xfrm rot="0" flipH="0" flipV="0">
            <a:off x="0" y="0"/>
            <a:ext cx="2164915" cy="186242"/>
          </a:xfrm>
          <a:prstGeom prst="rect">
            <a:avLst/>
          </a:prstGeom>
          <a:gradFill>
            <a:gsLst>
              <a:gs pos="0">
                <a:schemeClr val="accent2">
                  <a:alpha val="80000"/>
                </a:schemeClr>
              </a:gs>
              <a:gs pos="100000">
                <a:schemeClr val="accent2">
                  <a:lumMod val="50000"/>
                  <a:alpha val="80000"/>
                </a:schemeClr>
              </a:gs>
            </a:gsLst>
            <a:lin ang="108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47529813" name=""/>
          <p:cNvSpPr/>
          <p:nvPr/>
        </p:nvSpPr>
        <p:spPr bwMode="auto">
          <a:xfrm rot="5399942" flipH="0" flipV="0">
            <a:off x="4516272" y="4083093"/>
            <a:ext cx="201879" cy="4663146"/>
          </a:xfrm>
          <a:prstGeom prst="rect">
            <a:avLst/>
          </a:prstGeom>
          <a:gradFill>
            <a:gsLst>
              <a:gs pos="50000">
                <a:schemeClr val="accent4">
                  <a:lumMod val="75000"/>
                  <a:alpha val="80000"/>
                </a:schemeClr>
              </a:gs>
              <a:gs pos="100000">
                <a:schemeClr val="accent2">
                  <a:alpha val="80000"/>
                </a:schemeClr>
              </a:gs>
            </a:gsLst>
            <a:lin ang="36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900725491" name=""/>
          <p:cNvSpPr/>
          <p:nvPr/>
        </p:nvSpPr>
        <p:spPr bwMode="auto">
          <a:xfrm rot="5399942" flipH="0" flipV="0">
            <a:off x="665761" y="473329"/>
            <a:ext cx="162224" cy="185634"/>
          </a:xfrm>
          <a:prstGeom prst="triangle">
            <a:avLst>
              <a:gd name="adj" fmla="val 50000"/>
            </a:avLst>
          </a:prstGeom>
          <a:noFill/>
          <a:ln w="38099" cap="flat" cmpd="sng" algn="ctr">
            <a:solidFill>
              <a:schemeClr val="accent4">
                <a:lumMod val="74901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56197817" name=""/>
          <p:cNvSpPr/>
          <p:nvPr/>
        </p:nvSpPr>
        <p:spPr bwMode="auto">
          <a:xfrm rot="5399942" flipH="1" flipV="1">
            <a:off x="665761" y="959760"/>
            <a:ext cx="162224" cy="185634"/>
          </a:xfrm>
          <a:prstGeom prst="triangle">
            <a:avLst>
              <a:gd name="adj" fmla="val 50000"/>
            </a:avLst>
          </a:prstGeom>
          <a:noFill/>
          <a:ln w="38099" cap="flat" cmpd="sng" algn="ctr">
            <a:solidFill>
              <a:schemeClr val="bg1">
                <a:lumMod val="94901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52580483" name=""/>
          <p:cNvSpPr/>
          <p:nvPr/>
        </p:nvSpPr>
        <p:spPr bwMode="auto">
          <a:xfrm rot="5399942" flipH="0" flipV="0">
            <a:off x="11479453" y="6093191"/>
            <a:ext cx="440978" cy="440978"/>
          </a:xfrm>
          <a:prstGeom prst="plus">
            <a:avLst>
              <a:gd name="adj" fmla="val 40740"/>
            </a:avLst>
          </a:prstGeom>
          <a:gradFill>
            <a:gsLst>
              <a:gs pos="37000">
                <a:schemeClr val="accent4">
                  <a:lumMod val="75000"/>
                </a:schemeClr>
              </a:gs>
              <a:gs pos="100000">
                <a:schemeClr val="accent6">
                  <a:lumMod val="75000"/>
                </a:schemeClr>
              </a:gs>
            </a:gsLst>
            <a:lin ang="36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27931647" name=""/>
          <p:cNvSpPr/>
          <p:nvPr/>
        </p:nvSpPr>
        <p:spPr bwMode="auto">
          <a:xfrm flipH="0" flipV="0">
            <a:off x="11623186" y="186241"/>
            <a:ext cx="297238" cy="1165342"/>
          </a:xfrm>
          <a:prstGeom prst="rect">
            <a:avLst/>
          </a:prstGeom>
          <a:gradFill>
            <a:gsLst>
              <a:gs pos="54000">
                <a:schemeClr val="accent4">
                  <a:lumMod val="75000"/>
                  <a:alpha val="80000"/>
                </a:schemeClr>
              </a:gs>
              <a:gs pos="100000">
                <a:schemeClr val="accent2">
                  <a:alpha val="8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bg>
      <p:bgPr shadeToTitle="0">
        <a:solidFill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7658139" name=""/>
          <p:cNvSpPr/>
          <p:nvPr/>
        </p:nvSpPr>
        <p:spPr bwMode="auto">
          <a:xfrm flipH="0" flipV="0">
            <a:off x="8441099" y="1776313"/>
            <a:ext cx="3309898" cy="2292946"/>
          </a:xfrm>
          <a:prstGeom prst="rect">
            <a:avLst/>
          </a:prstGeom>
          <a:gradFill>
            <a:gsLst>
              <a:gs pos="33000">
                <a:schemeClr val="accent4">
                  <a:lumMod val="75000"/>
                  <a:alpha val="80000"/>
                </a:schemeClr>
              </a:gs>
              <a:gs pos="97000">
                <a:schemeClr val="accent4">
                  <a:lumMod val="75000"/>
                  <a:alpha val="80000"/>
                </a:schemeClr>
              </a:gs>
            </a:gsLst>
            <a:lin ang="108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pic>
        <p:nvPicPr>
          <p:cNvPr id="1870230133" name=""/>
          <p:cNvPicPr>
            <a:picLocks noChangeAspect="1"/>
          </p:cNvPicPr>
          <p:nvPr/>
        </p:nvPicPr>
        <p:blipFill rotWithShape="1">
          <a:blip r:embed="rId2">
            <a:alphaModFix amt="15999"/>
          </a:blip>
          <a:srcRect l="0" t="1225" r="0" b="0"/>
          <a:stretch/>
        </p:blipFill>
        <p:spPr bwMode="auto">
          <a:xfrm flipH="0" flipV="0">
            <a:off x="0" y="10581"/>
            <a:ext cx="12191997" cy="6824522"/>
          </a:xfrm>
          <a:prstGeom prst="rect">
            <a:avLst/>
          </a:prstGeom>
        </p:spPr>
      </p:pic>
      <p:sp>
        <p:nvSpPr>
          <p:cNvPr id="128929357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348040" y="365123"/>
            <a:ext cx="10005757" cy="1325562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  <a:lvl6pPr>
              <a:defRPr>
                <a:solidFill>
                  <a:schemeClr val="bg1">
                    <a:lumMod val="95000"/>
                  </a:schemeClr>
                </a:solidFill>
              </a:defRPr>
            </a:lvl6pPr>
            <a:lvl7pPr>
              <a:defRPr>
                <a:solidFill>
                  <a:schemeClr val="bg1">
                    <a:lumMod val="95000"/>
                  </a:schemeClr>
                </a:solidFill>
              </a:defRPr>
            </a:lvl7pPr>
            <a:lvl8pPr>
              <a:defRPr>
                <a:solidFill>
                  <a:schemeClr val="bg1">
                    <a:lumMod val="95000"/>
                  </a:schemeClr>
                </a:solidFill>
              </a:defRPr>
            </a:lvl8pPr>
            <a:lvl9pPr>
              <a:defRPr>
                <a:solidFill>
                  <a:schemeClr val="bg1">
                    <a:lumMod val="9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53878464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6592008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07501602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pic>
        <p:nvPicPr>
          <p:cNvPr id="460047826" name=""/>
          <p:cNvPicPr>
            <a:picLocks noChangeAspect="1"/>
          </p:cNvPicPr>
          <p:nvPr/>
        </p:nvPicPr>
        <p:blipFill rotWithShape="1">
          <a:blip r:embed="rId3"/>
          <a:srcRect l="0" t="0" r="0" b="1909"/>
          <a:stretch/>
        </p:blipFill>
        <p:spPr bwMode="auto">
          <a:xfrm flipH="0" flipV="0">
            <a:off x="6540837" y="2247899"/>
            <a:ext cx="4393860" cy="2933699"/>
          </a:xfrm>
          <a:prstGeom prst="rect">
            <a:avLst/>
          </a:prstGeom>
        </p:spPr>
      </p:pic>
      <p:sp>
        <p:nvSpPr>
          <p:cNvPr id="441003907" name=""/>
          <p:cNvSpPr/>
          <p:nvPr/>
        </p:nvSpPr>
        <p:spPr bwMode="auto">
          <a:xfrm rot="5399942" flipH="0" flipV="0">
            <a:off x="5812031" y="692192"/>
            <a:ext cx="201879" cy="4663145"/>
          </a:xfrm>
          <a:prstGeom prst="rect">
            <a:avLst/>
          </a:prstGeom>
          <a:gradFill>
            <a:gsLst>
              <a:gs pos="50000">
                <a:schemeClr val="accent4">
                  <a:lumMod val="75000"/>
                  <a:alpha val="80000"/>
                </a:schemeClr>
              </a:gs>
              <a:gs pos="100000">
                <a:schemeClr val="accent2">
                  <a:alpha val="80000"/>
                </a:schemeClr>
              </a:gs>
            </a:gsLst>
            <a:lin ang="36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316780600" name=""/>
          <p:cNvSpPr/>
          <p:nvPr/>
        </p:nvSpPr>
        <p:spPr bwMode="auto">
          <a:xfrm rot="5399942" flipH="0" flipV="0">
            <a:off x="3881851" y="1298021"/>
            <a:ext cx="125173" cy="5192794"/>
          </a:xfrm>
          <a:prstGeom prst="rect">
            <a:avLst/>
          </a:prstGeom>
          <a:gradFill>
            <a:gsLst>
              <a:gs pos="7000">
                <a:schemeClr val="accent2">
                  <a:alpha val="80000"/>
                </a:schemeClr>
              </a:gs>
              <a:gs pos="86000">
                <a:schemeClr val="accent4">
                  <a:lumMod val="75000"/>
                  <a:alpha val="80000"/>
                </a:schemeClr>
              </a:gs>
            </a:gsLst>
            <a:lin ang="36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671302548" name=""/>
          <p:cNvSpPr/>
          <p:nvPr/>
        </p:nvSpPr>
        <p:spPr bwMode="auto">
          <a:xfrm rot="0" flipH="0" flipV="0">
            <a:off x="5126399" y="1926504"/>
            <a:ext cx="5600699" cy="3576489"/>
          </a:xfrm>
          <a:prstGeom prst="rect">
            <a:avLst/>
          </a:prstGeom>
          <a:noFill/>
          <a:ln w="28575" cap="flat" cmpd="sng" algn="ctr">
            <a:solidFill>
              <a:schemeClr val="bg1">
                <a:lumMod val="94901"/>
              </a:schemeClr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9792047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348043" y="457199"/>
            <a:ext cx="4085405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62260775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5662049" y="457200"/>
            <a:ext cx="5693337" cy="5403849"/>
          </a:xfrm>
        </p:spPr>
        <p:txBody>
          <a:bodyPr/>
          <a:lstStyle>
            <a:lvl1pPr>
              <a:buFont typeface="Wingdings"/>
              <a:buNone/>
              <a:defRPr sz="3200"/>
            </a:lvl1pPr>
            <a:lvl2pPr>
              <a:buFont typeface="Wingdings"/>
              <a:buNone/>
              <a:defRPr sz="2800"/>
            </a:lvl2pPr>
            <a:lvl3pPr>
              <a:buFont typeface="Wingdings"/>
              <a:buNone/>
              <a:defRPr sz="2400"/>
            </a:lvl3pPr>
            <a:lvl4pPr>
              <a:buFont typeface="Wingdings"/>
              <a:buNone/>
              <a:defRPr sz="2000"/>
            </a:lvl4pPr>
            <a:lvl5pPr>
              <a:buFont typeface="Wingdings"/>
              <a:buNone/>
              <a:defRPr sz="2000"/>
            </a:lvl5pPr>
            <a:lvl6pPr>
              <a:buFont typeface="Wingdings"/>
              <a:buNone/>
              <a:defRPr sz="2000"/>
            </a:lvl6pPr>
            <a:lvl7pPr>
              <a:buFont typeface="Wingdings"/>
              <a:buNone/>
              <a:defRPr sz="2000"/>
            </a:lvl7pPr>
            <a:lvl8pPr>
              <a:buFont typeface="Wingdings"/>
              <a:buNone/>
              <a:defRPr sz="2000"/>
            </a:lvl8pPr>
            <a:lvl9pPr>
              <a:buFont typeface="Wingdings"/>
              <a:buNone/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49538818" name="Text Placeholder 3"/>
          <p:cNvSpPr>
            <a:spLocks noGrp="1"/>
          </p:cNvSpPr>
          <p:nvPr>
            <p:ph type="body" sz="half" idx="2"/>
          </p:nvPr>
        </p:nvSpPr>
        <p:spPr bwMode="auto">
          <a:xfrm flipH="0" flipV="0">
            <a:off x="1348043" y="2057400"/>
            <a:ext cx="4085405" cy="38115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8693978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2223729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3380855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7782668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75063748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7959839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026748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5586533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5640426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7541431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8389972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8655991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94290790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3462498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77548401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3994703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>
            <a:lumMod val="75000"/>
            <a:alpha val="3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2759578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4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9203360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buNone/>
              <a:defRPr sz="22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400"/>
            </a:lvl5pPr>
            <a:lvl6pPr>
              <a:buNone/>
              <a:defRPr sz="2200"/>
            </a:lvl6pPr>
            <a:lvl7pPr>
              <a:buNone/>
              <a:defRPr sz="2200"/>
            </a:lvl7pPr>
            <a:lvl8pPr>
              <a:buNone/>
              <a:defRPr sz="2200"/>
            </a:lvl8pPr>
            <a:lvl9pPr>
              <a:buNone/>
              <a:defRPr sz="22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84240336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66400177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084688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4624609" name="Title 1"/>
          <p:cNvSpPr>
            <a:spLocks noGrp="1"/>
          </p:cNvSpPr>
          <p:nvPr>
            <p:ph type="ctrTitle"/>
          </p:nvPr>
        </p:nvSpPr>
        <p:spPr bwMode="auto">
          <a:xfrm>
            <a:off x="521206" y="1124710"/>
            <a:ext cx="6562542" cy="2387598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572278" name="Subtitle 2"/>
          <p:cNvSpPr>
            <a:spLocks noGrp="1"/>
          </p:cNvSpPr>
          <p:nvPr>
            <p:ph type="subTitle" idx="1"/>
          </p:nvPr>
        </p:nvSpPr>
        <p:spPr bwMode="auto">
          <a:xfrm>
            <a:off x="521609" y="3602036"/>
            <a:ext cx="10146387" cy="1655760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URBAN">
  <a:themeElements>
    <a:clrScheme name="Paper">
      <a:dk1>
        <a:srgbClr val="000000"/>
      </a:dk1>
      <a:lt1>
        <a:srgbClr val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 Theme">
      <a:majorFont>
        <a:latin typeface="Arial Black"/>
        <a:ea typeface="SimHei"/>
        <a:cs typeface="Arial"/>
      </a:majorFont>
      <a:minorFont>
        <a:latin typeface="Arial"/>
        <a:ea typeface="Microsoft YaHei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New Office">
        <a:dk1>
          <a:sysClr val="windowText" lastClr="000000"/>
        </a:dk1>
        <a:lt1>
          <a:sysClr val="window" lastClr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4472C4"/>
        </a:accent5>
        <a:accent6>
          <a:srgbClr val="70AD47"/>
        </a:accent6>
        <a:hlink>
          <a:srgbClr val="0563C1"/>
        </a:hlink>
        <a:folHlink>
          <a:srgbClr val="954F72"/>
        </a:folHlink>
      </a:clrScheme>
    </a:extraClrScheme>
  </a:extraClrSchemeLst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 Black"/>
        <a:ea typeface="SimHei"/>
        <a:cs typeface="Arial"/>
      </a:majorFont>
      <a:minorFont>
        <a:latin typeface="Arial"/>
        <a:ea typeface="Microsoft YaHei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
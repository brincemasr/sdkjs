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02046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040240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0426305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78758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11872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15445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485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239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472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1607502" name=""/>
          <p:cNvPicPr>
            <a:picLocks noChangeAspect="1"/>
          </p:cNvPicPr>
          <p:nvPr/>
        </p:nvPicPr>
        <p:blipFill rotWithShape="1">
          <a:blip r:embed="rId2">
            <a:alphaModFix amt="55999"/>
          </a:blip>
          <a:stretch/>
        </p:blipFill>
        <p:spPr bwMode="auto">
          <a:xfrm>
            <a:off x="0" y="0"/>
            <a:ext cx="5629275" cy="5705474"/>
          </a:xfrm>
          <a:prstGeom prst="rect">
            <a:avLst/>
          </a:prstGeom>
        </p:spPr>
      </p:pic>
      <p:sp>
        <p:nvSpPr>
          <p:cNvPr id="1473841139" name=""/>
          <p:cNvSpPr/>
          <p:nvPr/>
        </p:nvSpPr>
        <p:spPr bwMode="auto">
          <a:xfrm flipH="0" flipV="0">
            <a:off x="1444627" y="1451894"/>
            <a:ext cx="9302743" cy="3151847"/>
          </a:xfrm>
          <a:prstGeom prst="round2DiagRect">
            <a:avLst>
              <a:gd name="adj1" fmla="val 20588"/>
              <a:gd name="adj2" fmla="val 0"/>
            </a:avLst>
          </a:prstGeom>
          <a:gradFill>
            <a:gsLst>
              <a:gs pos="0">
                <a:schemeClr val="bg1">
                  <a:alpha val="36000"/>
                </a:schemeClr>
              </a:gs>
              <a:gs pos="22000">
                <a:schemeClr val="accent1">
                  <a:lumMod val="60000"/>
                  <a:lumOff val="40000"/>
                  <a:alpha val="36000"/>
                </a:schemeClr>
              </a:gs>
              <a:gs pos="87000">
                <a:schemeClr val="bg1">
                  <a:alpha val="36000"/>
                </a:schemeClr>
              </a:gs>
            </a:gsLst>
            <a:lin ang="18900000" scaled="1"/>
          </a:gradFill>
          <a:ln w="12699" cap="flat" cmpd="sng" algn="ctr">
            <a:solidFill>
              <a:schemeClr val="accent3">
                <a:lumMod val="50196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grpSp>
        <p:nvGrpSpPr>
          <p:cNvPr id="158229921" name=""/>
          <p:cNvGrpSpPr/>
          <p:nvPr/>
        </p:nvGrpSpPr>
        <p:grpSpPr bwMode="auto">
          <a:xfrm flipH="0" flipV="0">
            <a:off x="271798" y="272957"/>
            <a:ext cx="1467246" cy="1303032"/>
            <a:chOff x="0" y="0"/>
            <a:chExt cx="1467246" cy="1303032"/>
          </a:xfrm>
        </p:grpSpPr>
        <p:cxnSp>
          <p:nvCxnSpPr>
            <p:cNvPr id="500531652" name=""/>
            <p:cNvCxnSpPr/>
            <p:nvPr/>
          </p:nvCxnSpPr>
          <p:spPr bwMode="auto">
            <a:xfrm rot="0" flipH="1" flipV="0">
              <a:off x="733613" y="1295"/>
              <a:ext cx="0" cy="1297592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223703" name=""/>
            <p:cNvCxnSpPr/>
            <p:nvPr/>
          </p:nvCxnSpPr>
          <p:spPr bwMode="auto">
            <a:xfrm rot="5399909" flipH="1" flipV="0">
              <a:off x="733613" y="-79375"/>
              <a:ext cx="0" cy="1467229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6370058" name="Line 1743289069"/>
            <p:cNvCxnSpPr/>
            <p:nvPr/>
          </p:nvCxnSpPr>
          <p:spPr bwMode="auto">
            <a:xfrm rot="1799901" flipH="1" flipV="0">
              <a:off x="733631" y="0"/>
              <a:ext cx="0" cy="1297592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788446" name="Line 1743289069"/>
            <p:cNvCxnSpPr/>
            <p:nvPr/>
          </p:nvCxnSpPr>
          <p:spPr bwMode="auto">
            <a:xfrm rot="3599903" flipH="1" flipV="1">
              <a:off x="733631" y="-79375"/>
              <a:ext cx="0" cy="1467229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356687" name=""/>
            <p:cNvCxnSpPr/>
            <p:nvPr/>
          </p:nvCxnSpPr>
          <p:spPr bwMode="auto">
            <a:xfrm rot="17999904" flipH="1" flipV="0">
              <a:off x="733631" y="-80673"/>
              <a:ext cx="0" cy="1467229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346287" name=""/>
            <p:cNvCxnSpPr/>
            <p:nvPr/>
          </p:nvCxnSpPr>
          <p:spPr bwMode="auto">
            <a:xfrm rot="19799908" flipH="1" flipV="0">
              <a:off x="733631" y="5437"/>
              <a:ext cx="0" cy="1297592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08107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02337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58725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641746268" name=""/>
          <p:cNvSpPr/>
          <p:nvPr/>
        </p:nvSpPr>
        <p:spPr bwMode="auto">
          <a:xfrm flipH="0" flipV="0">
            <a:off x="2932849" y="458172"/>
            <a:ext cx="531622" cy="531622"/>
          </a:xfrm>
          <a:prstGeom prst="star4">
            <a:avLst>
              <a:gd name="adj" fmla="val 12500"/>
            </a:avLst>
          </a:prstGeom>
          <a:solidFill>
            <a:schemeClr val="accent1">
              <a:lumMod val="20000"/>
              <a:lumOff val="8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cxnSp>
        <p:nvCxnSpPr>
          <p:cNvPr id="1772060091" name=""/>
          <p:cNvCxnSpPr/>
          <p:nvPr/>
        </p:nvCxnSpPr>
        <p:spPr bwMode="auto">
          <a:xfrm flipH="0" flipV="1">
            <a:off x="4875705" y="174951"/>
            <a:ext cx="7316293" cy="0"/>
          </a:xfrm>
          <a:prstGeom prst="line">
            <a:avLst/>
          </a:prstGeom>
          <a:ln w="19049" cap="flat" cmpd="sng" algn="ctr">
            <a:solidFill>
              <a:schemeClr val="accent1">
                <a:lumMod val="20000"/>
                <a:lumOff val="80000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0750352" name=""/>
          <p:cNvSpPr/>
          <p:nvPr/>
        </p:nvSpPr>
        <p:spPr bwMode="auto">
          <a:xfrm rot="0" flipH="0" flipV="0">
            <a:off x="10747372" y="1166810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925648" name=""/>
          <p:cNvSpPr/>
          <p:nvPr/>
        </p:nvSpPr>
        <p:spPr bwMode="auto">
          <a:xfrm flipH="0" flipV="0">
            <a:off x="10412991" y="509620"/>
            <a:ext cx="155205" cy="155205"/>
          </a:xfrm>
          <a:prstGeom prst="ellipse">
            <a:avLst/>
          </a:prstGeom>
          <a:solidFill>
            <a:schemeClr val="accent3">
              <a:lumMod val="5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9065190" name=""/>
          <p:cNvSpPr/>
          <p:nvPr/>
        </p:nvSpPr>
        <p:spPr bwMode="auto">
          <a:xfrm flipH="0" flipV="0">
            <a:off x="10108162" y="509620"/>
            <a:ext cx="155205" cy="155205"/>
          </a:xfrm>
          <a:prstGeom prst="ellipse">
            <a:avLst/>
          </a:prstGeom>
          <a:solidFill>
            <a:schemeClr val="accent3">
              <a:lumMod val="5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617565" name=""/>
          <p:cNvSpPr/>
          <p:nvPr/>
        </p:nvSpPr>
        <p:spPr bwMode="auto">
          <a:xfrm flipH="0" flipV="0">
            <a:off x="9790661" y="509620"/>
            <a:ext cx="155205" cy="155205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27889936" name=""/>
          <p:cNvCxnSpPr/>
          <p:nvPr/>
        </p:nvCxnSpPr>
        <p:spPr bwMode="auto">
          <a:xfrm flipH="0" flipV="0">
            <a:off x="9778998" y="783162"/>
            <a:ext cx="2412999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946313" name=""/>
          <p:cNvCxnSpPr/>
          <p:nvPr/>
        </p:nvCxnSpPr>
        <p:spPr bwMode="auto">
          <a:xfrm flipH="0" flipV="0">
            <a:off x="9778998" y="878412"/>
            <a:ext cx="2412999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999426" name=""/>
          <p:cNvCxnSpPr/>
          <p:nvPr/>
        </p:nvCxnSpPr>
        <p:spPr bwMode="auto">
          <a:xfrm flipH="0" flipV="0">
            <a:off x="9778998" y="989802"/>
            <a:ext cx="2412999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6199729" name=""/>
          <p:cNvGrpSpPr/>
          <p:nvPr/>
        </p:nvGrpSpPr>
        <p:grpSpPr bwMode="auto">
          <a:xfrm>
            <a:off x="5037561" y="356390"/>
            <a:ext cx="1032563" cy="359087"/>
            <a:chOff x="0" y="0"/>
            <a:chExt cx="1032563" cy="359087"/>
          </a:xfrm>
        </p:grpSpPr>
        <p:sp>
          <p:nvSpPr>
            <p:cNvPr id="79515487" name=""/>
            <p:cNvSpPr/>
            <p:nvPr/>
          </p:nvSpPr>
          <p:spPr bwMode="auto">
            <a:xfrm rot="0" flipH="0" flipV="0">
              <a:off x="0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04025307" name=""/>
            <p:cNvSpPr/>
            <p:nvPr/>
          </p:nvSpPr>
          <p:spPr bwMode="auto">
            <a:xfrm rot="0" flipH="0" flipV="0">
              <a:off x="170505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8139790" name=""/>
            <p:cNvSpPr/>
            <p:nvPr/>
          </p:nvSpPr>
          <p:spPr bwMode="auto">
            <a:xfrm rot="0" flipH="0" flipV="0">
              <a:off x="341011" y="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2336551" name=""/>
            <p:cNvSpPr/>
            <p:nvPr/>
          </p:nvSpPr>
          <p:spPr bwMode="auto">
            <a:xfrm rot="0" flipH="0" flipV="0">
              <a:off x="51151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77310246" name=""/>
            <p:cNvSpPr/>
            <p:nvPr/>
          </p:nvSpPr>
          <p:spPr bwMode="auto">
            <a:xfrm rot="0" flipH="0" flipV="0">
              <a:off x="682025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56201923" name=""/>
            <p:cNvSpPr/>
            <p:nvPr/>
          </p:nvSpPr>
          <p:spPr bwMode="auto">
            <a:xfrm rot="0" flipH="0" flipV="0">
              <a:off x="86205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371221481" name=""/>
          <p:cNvGrpSpPr/>
          <p:nvPr/>
        </p:nvGrpSpPr>
        <p:grpSpPr bwMode="auto">
          <a:xfrm>
            <a:off x="1610219" y="4898727"/>
            <a:ext cx="1032563" cy="359087"/>
            <a:chOff x="0" y="0"/>
            <a:chExt cx="1032563" cy="359087"/>
          </a:xfrm>
        </p:grpSpPr>
        <p:sp>
          <p:nvSpPr>
            <p:cNvPr id="277593671" name=""/>
            <p:cNvSpPr/>
            <p:nvPr/>
          </p:nvSpPr>
          <p:spPr bwMode="auto">
            <a:xfrm rot="0" flipH="0" flipV="0">
              <a:off x="0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4443011" name=""/>
            <p:cNvSpPr/>
            <p:nvPr/>
          </p:nvSpPr>
          <p:spPr bwMode="auto">
            <a:xfrm rot="0" flipH="0" flipV="0">
              <a:off x="170505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23391756" name=""/>
            <p:cNvSpPr/>
            <p:nvPr/>
          </p:nvSpPr>
          <p:spPr bwMode="auto">
            <a:xfrm rot="0" flipH="0" flipV="0">
              <a:off x="341011" y="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85000859" name=""/>
            <p:cNvSpPr/>
            <p:nvPr/>
          </p:nvSpPr>
          <p:spPr bwMode="auto">
            <a:xfrm rot="0" flipH="0" flipV="0">
              <a:off x="51151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6629419" name=""/>
            <p:cNvSpPr/>
            <p:nvPr/>
          </p:nvSpPr>
          <p:spPr bwMode="auto">
            <a:xfrm rot="0" flipH="0" flipV="0">
              <a:off x="682025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3273679" name=""/>
            <p:cNvSpPr/>
            <p:nvPr/>
          </p:nvSpPr>
          <p:spPr bwMode="auto">
            <a:xfrm rot="0" flipH="0" flipV="0">
              <a:off x="86205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411766523" name=""/>
          <p:cNvSpPr/>
          <p:nvPr/>
        </p:nvSpPr>
        <p:spPr bwMode="auto">
          <a:xfrm flipH="0" flipV="0">
            <a:off x="209183" y="4907445"/>
            <a:ext cx="597053" cy="597052"/>
          </a:xfrm>
          <a:custGeom>
            <a:avLst/>
            <a:gdLst/>
            <a:ahLst/>
            <a:cxnLst/>
            <a:rect l="0" t="0" r="r" b="b"/>
            <a:pathLst>
              <a:path w="797719" h="797718" fill="norm" stroke="1" extrusionOk="0">
                <a:moveTo>
                  <a:pt x="0" y="0"/>
                </a:moveTo>
                <a:cubicBezTo>
                  <a:pt x="0" y="0"/>
                  <a:pt x="797718" y="0"/>
                  <a:pt x="797718" y="0"/>
                </a:cubicBezTo>
                <a:cubicBezTo>
                  <a:pt x="797718" y="0"/>
                  <a:pt x="797718" y="797718"/>
                  <a:pt x="797718" y="797718"/>
                </a:cubicBezTo>
                <a:cubicBezTo>
                  <a:pt x="797718" y="797718"/>
                  <a:pt x="0" y="797718"/>
                  <a:pt x="0" y="797718"/>
                </a:cubicBezTo>
                <a:cubicBezTo>
                  <a:pt x="0" y="797718"/>
                  <a:pt x="0" y="0"/>
                  <a:pt x="0" y="0"/>
                </a:cubicBezTo>
                <a:close/>
                <a:moveTo>
                  <a:pt x="26973" y="398859"/>
                </a:moveTo>
                <a:cubicBezTo>
                  <a:pt x="26973" y="602869"/>
                  <a:pt x="194848" y="770744"/>
                  <a:pt x="398858" y="770744"/>
                </a:cubicBezTo>
                <a:cubicBezTo>
                  <a:pt x="602869" y="770744"/>
                  <a:pt x="770744" y="602869"/>
                  <a:pt x="770744" y="398859"/>
                </a:cubicBezTo>
                <a:cubicBezTo>
                  <a:pt x="770744" y="194849"/>
                  <a:pt x="602869" y="26974"/>
                  <a:pt x="398858" y="26974"/>
                </a:cubicBezTo>
                <a:cubicBezTo>
                  <a:pt x="194848" y="26974"/>
                  <a:pt x="26973" y="194849"/>
                  <a:pt x="26973" y="398859"/>
                </a:cubicBezTo>
                <a:close/>
              </a:path>
            </a:pathLst>
          </a:cu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cxnSp>
        <p:nvCxnSpPr>
          <p:cNvPr id="1663805024" name=""/>
          <p:cNvCxnSpPr/>
          <p:nvPr/>
        </p:nvCxnSpPr>
        <p:spPr bwMode="auto">
          <a:xfrm flipH="0" flipV="1">
            <a:off x="0" y="5630378"/>
            <a:ext cx="7316293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0521308" name=""/>
          <p:cNvSpPr/>
          <p:nvPr/>
        </p:nvSpPr>
        <p:spPr bwMode="auto">
          <a:xfrm flipH="0" flipV="0">
            <a:off x="6713048" y="5718234"/>
            <a:ext cx="603244" cy="84663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902338" name=""/>
          <p:cNvSpPr/>
          <p:nvPr/>
        </p:nvSpPr>
        <p:spPr bwMode="auto">
          <a:xfrm flipH="0" flipV="0">
            <a:off x="9513185" y="5760566"/>
            <a:ext cx="531623" cy="531623"/>
          </a:xfrm>
          <a:prstGeom prst="star4">
            <a:avLst>
              <a:gd name="adj" fmla="val 12500"/>
            </a:avLst>
          </a:prstGeom>
          <a:solidFill>
            <a:schemeClr val="tx1">
              <a:alpha val="2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876134" name=""/>
          <p:cNvSpPr/>
          <p:nvPr/>
        </p:nvSpPr>
        <p:spPr bwMode="auto">
          <a:xfrm flipH="0" flipV="0">
            <a:off x="8149195" y="5806463"/>
            <a:ext cx="531623" cy="531623"/>
          </a:xfrm>
          <a:prstGeom prst="star4">
            <a:avLst>
              <a:gd name="adj" fmla="val 12500"/>
            </a:avLst>
          </a:prstGeom>
          <a:solidFill>
            <a:schemeClr val="accent3">
              <a:lumMod val="5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4724125" name=""/>
          <p:cNvSpPr/>
          <p:nvPr/>
        </p:nvSpPr>
        <p:spPr bwMode="auto">
          <a:xfrm flipH="0" flipV="0">
            <a:off x="9011486" y="5140737"/>
            <a:ext cx="531623" cy="531623"/>
          </a:xfrm>
          <a:prstGeom prst="star4">
            <a:avLst>
              <a:gd name="adj" fmla="val 12500"/>
            </a:avLst>
          </a:prstGeom>
          <a:solidFill>
            <a:schemeClr val="tx1">
              <a:alpha val="2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2620966" name=""/>
          <p:cNvSpPr/>
          <p:nvPr/>
        </p:nvSpPr>
        <p:spPr bwMode="auto">
          <a:xfrm flipH="0" flipV="0">
            <a:off x="10704935" y="4829842"/>
            <a:ext cx="155205" cy="155205"/>
          </a:xfrm>
          <a:prstGeom prst="ellipse">
            <a:avLst/>
          </a:prstGeom>
          <a:solidFill>
            <a:schemeClr val="accent3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5642841" name=""/>
          <p:cNvSpPr/>
          <p:nvPr/>
        </p:nvSpPr>
        <p:spPr bwMode="auto">
          <a:xfrm>
            <a:off x="10770138" y="3870095"/>
            <a:ext cx="1188452" cy="2467990"/>
          </a:xfrm>
          <a:custGeom>
            <a:avLst/>
            <a:gdLst/>
            <a:ahLst/>
            <a:cxnLst/>
            <a:rect l="0" t="0" r="r" b="b"/>
            <a:pathLst>
              <a:path w="1188453" h="2467992" fill="norm" stroke="1" extrusionOk="0">
                <a:moveTo>
                  <a:pt x="0" y="1234023"/>
                </a:moveTo>
                <a:cubicBezTo>
                  <a:pt x="-12" y="631943"/>
                  <a:pt x="512791" y="122590"/>
                  <a:pt x="1188453" y="0"/>
                </a:cubicBezTo>
                <a:cubicBezTo>
                  <a:pt x="1188453" y="0"/>
                  <a:pt x="1188453" y="2467992"/>
                  <a:pt x="1188453" y="2467992"/>
                </a:cubicBezTo>
                <a:cubicBezTo>
                  <a:pt x="512810" y="2345411"/>
                  <a:pt x="11" y="1836090"/>
                  <a:pt x="0" y="1234023"/>
                </a:cubicBezTo>
                <a:close/>
              </a:path>
            </a:pathLst>
          </a:custGeom>
          <a:noFill/>
          <a:ln w="12699" cap="flat" cmpd="sng" algn="ctr">
            <a:solidFill>
              <a:schemeClr val="accent3">
                <a:lumMod val="50196"/>
              </a:schemeClr>
            </a:solidFill>
            <a:prstDash val="solid"/>
            <a:miter lim="800000"/>
          </a:ln>
        </p:spPr>
      </p:sp>
      <p:pic>
        <p:nvPicPr>
          <p:cNvPr id="1339036116" name=""/>
          <p:cNvPicPr>
            <a:picLocks noChangeAspect="1"/>
          </p:cNvPicPr>
          <p:nvPr/>
        </p:nvPicPr>
        <p:blipFill rotWithShape="1">
          <a:blip r:embed="rId3">
            <a:alphaModFix amt="82000"/>
          </a:blip>
          <a:stretch/>
        </p:blipFill>
        <p:spPr bwMode="auto">
          <a:xfrm flipH="0" flipV="0">
            <a:off x="6918871" y="1451893"/>
            <a:ext cx="3786063" cy="1400843"/>
          </a:xfrm>
          <a:prstGeom prst="rect">
            <a:avLst/>
          </a:prstGeom>
        </p:spPr>
      </p:pic>
      <p:sp>
        <p:nvSpPr>
          <p:cNvPr id="1585648624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1444752" y="1453896"/>
            <a:ext cx="9302743" cy="2057400"/>
          </a:xfrm>
        </p:spPr>
        <p:txBody>
          <a:bodyPr vertOverflow="overflow" horzOverflow="overflow" vert="horz" wrap="square" lIns="274319" tIns="274319" rIns="274319" bIns="45720" numCol="1" spcCol="0" rtlCol="0" fromWordArt="0" anchor="b" anchorCtr="0" forceAA="0" upright="0" compatLnSpc="0">
            <a:normAutofit/>
          </a:bodyPr>
          <a:lstStyle>
            <a:lvl1pPr algn="l">
              <a:defRPr sz="5000"/>
            </a:lvl1pPr>
            <a:lvl2pPr algn="l">
              <a:defRPr sz="5000"/>
            </a:lvl2pPr>
            <a:lvl3pPr algn="l">
              <a:defRPr sz="5000"/>
            </a:lvl3pPr>
            <a:lvl4pPr algn="l">
              <a:defRPr sz="5000"/>
            </a:lvl4pPr>
            <a:lvl5pPr algn="l">
              <a:defRPr sz="5000"/>
            </a:lvl5pPr>
            <a:lvl6pPr algn="l">
              <a:defRPr sz="5000"/>
            </a:lvl6pPr>
            <a:lvl7pPr algn="l">
              <a:defRPr sz="5000"/>
            </a:lvl7pPr>
            <a:lvl8pPr algn="l">
              <a:defRPr sz="5000"/>
            </a:lvl8pPr>
            <a:lvl9pPr algn="l">
              <a:defRPr sz="5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5635281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444752" y="3602735"/>
            <a:ext cx="9325511" cy="1001703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895621" name=""/>
          <p:cNvSpPr/>
          <p:nvPr/>
        </p:nvSpPr>
        <p:spPr bwMode="auto">
          <a:xfrm rot="0" flipH="0" flipV="0">
            <a:off x="225000" y="1828799"/>
            <a:ext cx="11733593" cy="4874415"/>
          </a:xfrm>
          <a:prstGeom prst="roundRect">
            <a:avLst>
              <a:gd name="adj" fmla="val 648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142963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8"/>
            <a:ext cx="11733592" cy="111332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2pPr>
            <a:lvl3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3pPr>
            <a:lvl4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4pPr>
            <a:lvl5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5pPr>
            <a:lvl6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6pPr>
            <a:lvl7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7pPr>
            <a:lvl8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8pPr>
            <a:lvl9pPr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3612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85955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19428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0079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632832205" name=""/>
          <p:cNvSpPr/>
          <p:nvPr/>
        </p:nvSpPr>
        <p:spPr bwMode="auto">
          <a:xfrm flipH="0" flipV="0">
            <a:off x="4080361" y="28202"/>
            <a:ext cx="457135" cy="465680"/>
          </a:xfrm>
          <a:prstGeom prst="star4">
            <a:avLst>
              <a:gd name="adj" fmla="val 12500"/>
            </a:avLst>
          </a:prstGeom>
          <a:solidFill>
            <a:schemeClr val="accent1">
              <a:lumMod val="20000"/>
              <a:lumOff val="8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73715246" name=""/>
          <p:cNvSpPr/>
          <p:nvPr/>
        </p:nvSpPr>
        <p:spPr bwMode="auto">
          <a:xfrm flipH="0" flipV="0">
            <a:off x="149826" y="118425"/>
            <a:ext cx="597053" cy="597052"/>
          </a:xfrm>
          <a:custGeom>
            <a:avLst/>
            <a:gdLst/>
            <a:ahLst/>
            <a:cxnLst/>
            <a:rect l="0" t="0" r="r" b="b"/>
            <a:pathLst>
              <a:path w="797719" h="797718" fill="norm" stroke="1" extrusionOk="0">
                <a:moveTo>
                  <a:pt x="0" y="0"/>
                </a:moveTo>
                <a:cubicBezTo>
                  <a:pt x="0" y="0"/>
                  <a:pt x="797718" y="0"/>
                  <a:pt x="797718" y="0"/>
                </a:cubicBezTo>
                <a:cubicBezTo>
                  <a:pt x="797718" y="0"/>
                  <a:pt x="797718" y="797718"/>
                  <a:pt x="797718" y="797718"/>
                </a:cubicBezTo>
                <a:cubicBezTo>
                  <a:pt x="797718" y="797718"/>
                  <a:pt x="0" y="797718"/>
                  <a:pt x="0" y="797718"/>
                </a:cubicBezTo>
                <a:cubicBezTo>
                  <a:pt x="0" y="797718"/>
                  <a:pt x="0" y="0"/>
                  <a:pt x="0" y="0"/>
                </a:cubicBezTo>
                <a:close/>
                <a:moveTo>
                  <a:pt x="26973" y="398859"/>
                </a:moveTo>
                <a:cubicBezTo>
                  <a:pt x="26973" y="602869"/>
                  <a:pt x="194848" y="770744"/>
                  <a:pt x="398858" y="770744"/>
                </a:cubicBezTo>
                <a:cubicBezTo>
                  <a:pt x="602869" y="770744"/>
                  <a:pt x="770744" y="602869"/>
                  <a:pt x="770744" y="398859"/>
                </a:cubicBezTo>
                <a:cubicBezTo>
                  <a:pt x="770744" y="194849"/>
                  <a:pt x="602869" y="26974"/>
                  <a:pt x="398858" y="26974"/>
                </a:cubicBezTo>
                <a:cubicBezTo>
                  <a:pt x="194848" y="26974"/>
                  <a:pt x="26973" y="194849"/>
                  <a:pt x="26973" y="398859"/>
                </a:cubicBezTo>
                <a:close/>
              </a:path>
            </a:pathLst>
          </a:cu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1402973172" name=""/>
          <p:cNvGrpSpPr/>
          <p:nvPr/>
        </p:nvGrpSpPr>
        <p:grpSpPr bwMode="auto">
          <a:xfrm>
            <a:off x="5037561" y="356390"/>
            <a:ext cx="1032563" cy="359087"/>
            <a:chOff x="0" y="0"/>
            <a:chExt cx="1032563" cy="359087"/>
          </a:xfrm>
        </p:grpSpPr>
        <p:sp>
          <p:nvSpPr>
            <p:cNvPr id="232957386" name=""/>
            <p:cNvSpPr/>
            <p:nvPr/>
          </p:nvSpPr>
          <p:spPr bwMode="auto">
            <a:xfrm rot="0" flipH="0" flipV="0">
              <a:off x="0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11736016" name=""/>
            <p:cNvSpPr/>
            <p:nvPr/>
          </p:nvSpPr>
          <p:spPr bwMode="auto">
            <a:xfrm rot="0" flipH="0" flipV="0">
              <a:off x="170505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496870" name=""/>
            <p:cNvSpPr/>
            <p:nvPr/>
          </p:nvSpPr>
          <p:spPr bwMode="auto">
            <a:xfrm rot="0" flipH="0" flipV="0">
              <a:off x="341011" y="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5194829" name=""/>
            <p:cNvSpPr/>
            <p:nvPr/>
          </p:nvSpPr>
          <p:spPr bwMode="auto">
            <a:xfrm rot="0" flipH="0" flipV="0">
              <a:off x="51151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83986413" name=""/>
            <p:cNvSpPr/>
            <p:nvPr/>
          </p:nvSpPr>
          <p:spPr bwMode="auto">
            <a:xfrm rot="0" flipH="0" flipV="0">
              <a:off x="682025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81606282" name=""/>
            <p:cNvSpPr/>
            <p:nvPr/>
          </p:nvSpPr>
          <p:spPr bwMode="auto">
            <a:xfrm rot="0" flipH="0" flipV="0">
              <a:off x="86205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cxnSp>
        <p:nvCxnSpPr>
          <p:cNvPr id="1559900588" name=""/>
          <p:cNvCxnSpPr/>
          <p:nvPr/>
        </p:nvCxnSpPr>
        <p:spPr bwMode="auto">
          <a:xfrm flipH="0" flipV="1">
            <a:off x="4875705" y="174951"/>
            <a:ext cx="7316293" cy="0"/>
          </a:xfrm>
          <a:prstGeom prst="line">
            <a:avLst/>
          </a:prstGeom>
          <a:ln w="19049" cap="flat" cmpd="sng" algn="ctr">
            <a:solidFill>
              <a:schemeClr val="accent1">
                <a:lumMod val="20000"/>
                <a:lumOff val="80000"/>
                <a:alpha val="49999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2962527" name=""/>
          <p:cNvSpPr/>
          <p:nvPr/>
        </p:nvSpPr>
        <p:spPr bwMode="auto">
          <a:xfrm rot="0" flipH="0" flipV="0">
            <a:off x="11672844" y="429728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32000">
              <a:schemeClr val="accent2"/>
            </a:gs>
            <a:gs pos="99000">
              <a:schemeClr val="accent3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812059" name=""/>
          <p:cNvSpPr/>
          <p:nvPr/>
        </p:nvSpPr>
        <p:spPr bwMode="auto">
          <a:xfrm flipH="0" flipV="0">
            <a:off x="224999" y="1836905"/>
            <a:ext cx="11733592" cy="5021094"/>
          </a:xfrm>
          <a:custGeom>
            <a:avLst/>
            <a:gdLst/>
            <a:ahLst/>
            <a:cxnLst/>
            <a:rect l="0" t="0" r="r" b="b"/>
            <a:pathLst>
              <a:path w="11733593" h="4352318" fill="norm" stroke="1" extrusionOk="0">
                <a:moveTo>
                  <a:pt x="0" y="316203"/>
                </a:moveTo>
                <a:cubicBezTo>
                  <a:pt x="0" y="142739"/>
                  <a:pt x="142739" y="0"/>
                  <a:pt x="316203" y="0"/>
                </a:cubicBezTo>
                <a:cubicBezTo>
                  <a:pt x="316203" y="0"/>
                  <a:pt x="11417389" y="0"/>
                  <a:pt x="11417389" y="0"/>
                </a:cubicBezTo>
                <a:cubicBezTo>
                  <a:pt x="11590853" y="0"/>
                  <a:pt x="11733593" y="142739"/>
                  <a:pt x="11733593" y="316203"/>
                </a:cubicBezTo>
                <a:cubicBezTo>
                  <a:pt x="11733593" y="316203"/>
                  <a:pt x="11733593" y="4352318"/>
                  <a:pt x="11733593" y="4352318"/>
                </a:cubicBezTo>
                <a:cubicBezTo>
                  <a:pt x="11733593" y="4352318"/>
                  <a:pt x="0" y="4352318"/>
                  <a:pt x="0" y="4352318"/>
                </a:cubicBezTo>
                <a:cubicBezTo>
                  <a:pt x="0" y="4352318"/>
                  <a:pt x="0" y="316203"/>
                  <a:pt x="0" y="316203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3186097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8"/>
            <a:ext cx="11733592" cy="111332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  <a:lvl2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2pPr>
            <a:lvl3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3pPr>
            <a:lvl4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4pPr>
            <a:lvl5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5pPr>
            <a:lvl6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6pPr>
            <a:lvl7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7pPr>
            <a:lvl8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8pPr>
            <a:lvl9pPr algn="ctr">
              <a:defRPr sz="4000">
                <a:solidFill>
                  <a:schemeClr val="accent6">
                    <a:lumMod val="20000"/>
                    <a:lumOff val="8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59262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80843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51E2C4-F9FD-EA0D-0BEF-FA54005BE4CE}" type="datetimeFigureOut">
              <a:rPr lang="en-US"/>
              <a:t/>
            </a:fld>
            <a:endParaRPr lang="en-US"/>
          </a:p>
        </p:txBody>
      </p:sp>
      <p:sp>
        <p:nvSpPr>
          <p:cNvPr id="295612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28712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0028EE7-F17B-3C26-0165-E56E58E4E92D}" type="slidenum">
              <a:rPr lang="en-US"/>
              <a:t/>
            </a:fld>
            <a:endParaRPr lang="en-US"/>
          </a:p>
        </p:txBody>
      </p:sp>
      <p:sp>
        <p:nvSpPr>
          <p:cNvPr id="178250067" name=""/>
          <p:cNvSpPr/>
          <p:nvPr/>
        </p:nvSpPr>
        <p:spPr bwMode="auto">
          <a:xfrm flipH="0" flipV="0">
            <a:off x="6988188" y="141625"/>
            <a:ext cx="457135" cy="465680"/>
          </a:xfrm>
          <a:prstGeom prst="star4">
            <a:avLst>
              <a:gd name="adj" fmla="val 12500"/>
            </a:avLst>
          </a:prstGeom>
          <a:solidFill>
            <a:schemeClr val="accent1">
              <a:lumMod val="20000"/>
              <a:lumOff val="8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grpSp>
        <p:nvGrpSpPr>
          <p:cNvPr id="1370140372" name=""/>
          <p:cNvGrpSpPr/>
          <p:nvPr/>
        </p:nvGrpSpPr>
        <p:grpSpPr bwMode="auto">
          <a:xfrm>
            <a:off x="173732" y="356390"/>
            <a:ext cx="1032563" cy="359087"/>
            <a:chOff x="0" y="0"/>
            <a:chExt cx="1032563" cy="359087"/>
          </a:xfrm>
        </p:grpSpPr>
        <p:sp>
          <p:nvSpPr>
            <p:cNvPr id="534221158" name=""/>
            <p:cNvSpPr/>
            <p:nvPr/>
          </p:nvSpPr>
          <p:spPr bwMode="auto">
            <a:xfrm rot="0" flipH="0" flipV="0">
              <a:off x="0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9976553" name=""/>
            <p:cNvSpPr/>
            <p:nvPr/>
          </p:nvSpPr>
          <p:spPr bwMode="auto">
            <a:xfrm rot="0" flipH="0" flipV="0">
              <a:off x="170505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5467224" name=""/>
            <p:cNvSpPr/>
            <p:nvPr/>
          </p:nvSpPr>
          <p:spPr bwMode="auto">
            <a:xfrm rot="0" flipH="0" flipV="0">
              <a:off x="341011" y="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53763471" name=""/>
            <p:cNvSpPr/>
            <p:nvPr/>
          </p:nvSpPr>
          <p:spPr bwMode="auto">
            <a:xfrm rot="0" flipH="0" flipV="0">
              <a:off x="51151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1280461" name=""/>
            <p:cNvSpPr/>
            <p:nvPr/>
          </p:nvSpPr>
          <p:spPr bwMode="auto">
            <a:xfrm rot="0" flipH="0" flipV="0">
              <a:off x="682025" y="18074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93615265" name=""/>
            <p:cNvSpPr/>
            <p:nvPr/>
          </p:nvSpPr>
          <p:spPr bwMode="auto">
            <a:xfrm rot="0" flipH="0" flipV="0">
              <a:off x="862057" y="188581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cxnSp>
        <p:nvCxnSpPr>
          <p:cNvPr id="2119348552" name=""/>
          <p:cNvCxnSpPr/>
          <p:nvPr/>
        </p:nvCxnSpPr>
        <p:spPr bwMode="auto">
          <a:xfrm flipH="0" flipV="1">
            <a:off x="7216756" y="715478"/>
            <a:ext cx="4975243" cy="0"/>
          </a:xfrm>
          <a:prstGeom prst="line">
            <a:avLst/>
          </a:prstGeom>
          <a:ln w="19049" cap="flat" cmpd="sng" algn="ctr">
            <a:solidFill>
              <a:schemeClr val="accent1">
                <a:lumMod val="20000"/>
                <a:lumOff val="80000"/>
                <a:alpha val="49999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0727052" name=""/>
          <p:cNvSpPr/>
          <p:nvPr/>
        </p:nvSpPr>
        <p:spPr bwMode="auto">
          <a:xfrm flipH="0" flipV="0">
            <a:off x="7633905" y="170055"/>
            <a:ext cx="408819" cy="408819"/>
          </a:xfrm>
          <a:prstGeom prst="star4">
            <a:avLst>
              <a:gd name="adj" fmla="val 12500"/>
            </a:avLst>
          </a:prstGeom>
          <a:solidFill>
            <a:schemeClr val="accent1">
              <a:lumMod val="20000"/>
              <a:lumOff val="80000"/>
              <a:alpha val="24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438800" name=""/>
          <p:cNvPicPr>
            <a:picLocks noChangeAspect="1"/>
          </p:cNvPicPr>
          <p:nvPr/>
        </p:nvPicPr>
        <p:blipFill rotWithShape="1">
          <a:blip r:embed="rId2">
            <a:alphaModFix amt="36000"/>
          </a:blip>
          <a:stretch/>
        </p:blipFill>
        <p:spPr bwMode="auto">
          <a:xfrm flipH="1" flipV="1">
            <a:off x="6562724" y="1152524"/>
            <a:ext cx="5629275" cy="5705474"/>
          </a:xfrm>
          <a:prstGeom prst="rect">
            <a:avLst/>
          </a:prstGeom>
        </p:spPr>
      </p:pic>
      <p:sp>
        <p:nvSpPr>
          <p:cNvPr id="16532966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9889" y="701399"/>
            <a:ext cx="11761303" cy="211468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844724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29889" y="2816086"/>
            <a:ext cx="11761303" cy="1200978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accent3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accent3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88484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71809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92155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995094913" name=""/>
          <p:cNvGrpSpPr/>
          <p:nvPr/>
        </p:nvGrpSpPr>
        <p:grpSpPr bwMode="auto">
          <a:xfrm flipH="0" flipV="0">
            <a:off x="7293808" y="3714527"/>
            <a:ext cx="2125879" cy="1887951"/>
            <a:chOff x="0" y="0"/>
            <a:chExt cx="2125879" cy="1887951"/>
          </a:xfrm>
        </p:grpSpPr>
        <p:cxnSp>
          <p:nvCxnSpPr>
            <p:cNvPr id="232454475" name=""/>
            <p:cNvCxnSpPr/>
            <p:nvPr/>
          </p:nvCxnSpPr>
          <p:spPr bwMode="auto">
            <a:xfrm rot="0" flipH="1" flipV="0">
              <a:off x="1062925" y="1876"/>
              <a:ext cx="0" cy="1880068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390394" name=""/>
            <p:cNvCxnSpPr/>
            <p:nvPr/>
          </p:nvCxnSpPr>
          <p:spPr bwMode="auto">
            <a:xfrm rot="5399909" flipH="1" flipV="0">
              <a:off x="1062925" y="-115007"/>
              <a:ext cx="0" cy="2125855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509873" name="Line 1743289069"/>
            <p:cNvCxnSpPr/>
            <p:nvPr/>
          </p:nvCxnSpPr>
          <p:spPr bwMode="auto">
            <a:xfrm rot="1799901" flipH="1" flipV="0">
              <a:off x="1062951" y="0"/>
              <a:ext cx="0" cy="1880068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417617" name="Line 1743289069"/>
            <p:cNvCxnSpPr/>
            <p:nvPr/>
          </p:nvCxnSpPr>
          <p:spPr bwMode="auto">
            <a:xfrm rot="3599903" flipH="1" flipV="1">
              <a:off x="1062951" y="-115007"/>
              <a:ext cx="0" cy="2125855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031137" name=""/>
            <p:cNvCxnSpPr/>
            <p:nvPr/>
          </p:nvCxnSpPr>
          <p:spPr bwMode="auto">
            <a:xfrm rot="17999904" flipH="1" flipV="0">
              <a:off x="1062951" y="-116886"/>
              <a:ext cx="0" cy="2125855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866335" name=""/>
            <p:cNvCxnSpPr/>
            <p:nvPr/>
          </p:nvCxnSpPr>
          <p:spPr bwMode="auto">
            <a:xfrm rot="19799908" flipH="1" flipV="0">
              <a:off x="1062951" y="7878"/>
              <a:ext cx="0" cy="1880068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7626562" name=""/>
          <p:cNvSpPr/>
          <p:nvPr/>
        </p:nvSpPr>
        <p:spPr bwMode="auto">
          <a:xfrm flipH="0" flipV="0">
            <a:off x="11361539" y="5732095"/>
            <a:ext cx="597052" cy="597051"/>
          </a:xfrm>
          <a:custGeom>
            <a:avLst/>
            <a:gdLst/>
            <a:ahLst/>
            <a:cxnLst/>
            <a:rect l="0" t="0" r="r" b="b"/>
            <a:pathLst>
              <a:path w="797719" h="797718" fill="norm" stroke="1" extrusionOk="0">
                <a:moveTo>
                  <a:pt x="0" y="0"/>
                </a:moveTo>
                <a:cubicBezTo>
                  <a:pt x="0" y="0"/>
                  <a:pt x="797718" y="0"/>
                  <a:pt x="797718" y="0"/>
                </a:cubicBezTo>
                <a:cubicBezTo>
                  <a:pt x="797718" y="0"/>
                  <a:pt x="797718" y="797718"/>
                  <a:pt x="797718" y="797718"/>
                </a:cubicBezTo>
                <a:cubicBezTo>
                  <a:pt x="797718" y="797718"/>
                  <a:pt x="0" y="797718"/>
                  <a:pt x="0" y="797718"/>
                </a:cubicBezTo>
                <a:cubicBezTo>
                  <a:pt x="0" y="797718"/>
                  <a:pt x="0" y="0"/>
                  <a:pt x="0" y="0"/>
                </a:cubicBezTo>
                <a:close/>
                <a:moveTo>
                  <a:pt x="26973" y="398859"/>
                </a:moveTo>
                <a:cubicBezTo>
                  <a:pt x="26973" y="602869"/>
                  <a:pt x="194848" y="770744"/>
                  <a:pt x="398858" y="770744"/>
                </a:cubicBezTo>
                <a:cubicBezTo>
                  <a:pt x="602869" y="770744"/>
                  <a:pt x="770744" y="602869"/>
                  <a:pt x="770744" y="398859"/>
                </a:cubicBezTo>
                <a:cubicBezTo>
                  <a:pt x="770744" y="194849"/>
                  <a:pt x="602869" y="26974"/>
                  <a:pt x="398858" y="26974"/>
                </a:cubicBezTo>
                <a:cubicBezTo>
                  <a:pt x="194848" y="26974"/>
                  <a:pt x="26973" y="194849"/>
                  <a:pt x="26973" y="398859"/>
                </a:cubicBezTo>
                <a:close/>
              </a:path>
            </a:pathLst>
          </a:cu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299716206" name=""/>
          <p:cNvGrpSpPr/>
          <p:nvPr/>
        </p:nvGrpSpPr>
        <p:grpSpPr bwMode="auto">
          <a:xfrm>
            <a:off x="9879393" y="5937772"/>
            <a:ext cx="1032562" cy="359086"/>
            <a:chOff x="0" y="0"/>
            <a:chExt cx="1032562" cy="359086"/>
          </a:xfrm>
        </p:grpSpPr>
        <p:sp>
          <p:nvSpPr>
            <p:cNvPr id="565451990" name=""/>
            <p:cNvSpPr/>
            <p:nvPr/>
          </p:nvSpPr>
          <p:spPr bwMode="auto">
            <a:xfrm rot="0" flipH="0" flipV="0">
              <a:off x="0" y="18073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97582995" name=""/>
            <p:cNvSpPr/>
            <p:nvPr/>
          </p:nvSpPr>
          <p:spPr bwMode="auto">
            <a:xfrm rot="0" flipH="0" flipV="0">
              <a:off x="170505" y="18858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47476500" name=""/>
            <p:cNvSpPr/>
            <p:nvPr/>
          </p:nvSpPr>
          <p:spPr bwMode="auto">
            <a:xfrm rot="0" flipH="0" flipV="0">
              <a:off x="341010" y="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80305125" name=""/>
            <p:cNvSpPr/>
            <p:nvPr/>
          </p:nvSpPr>
          <p:spPr bwMode="auto">
            <a:xfrm rot="0" flipH="0" flipV="0">
              <a:off x="511516" y="18858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0348493" name=""/>
            <p:cNvSpPr/>
            <p:nvPr/>
          </p:nvSpPr>
          <p:spPr bwMode="auto">
            <a:xfrm rot="0" flipH="0" flipV="0">
              <a:off x="682024" y="18073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35275058" name=""/>
            <p:cNvSpPr/>
            <p:nvPr/>
          </p:nvSpPr>
          <p:spPr bwMode="auto">
            <a:xfrm rot="0" flipH="0" flipV="0">
              <a:off x="862056" y="188580"/>
              <a:ext cx="170505" cy="1705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4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725184545" name=""/>
          <p:cNvSpPr/>
          <p:nvPr/>
        </p:nvSpPr>
        <p:spPr bwMode="auto">
          <a:xfrm rot="0" flipH="0" flipV="0">
            <a:off x="11672844" y="429727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141378237" name=""/>
          <p:cNvCxnSpPr/>
          <p:nvPr/>
        </p:nvCxnSpPr>
        <p:spPr bwMode="auto">
          <a:xfrm flipH="0" flipV="1">
            <a:off x="4875705" y="174951"/>
            <a:ext cx="7316293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886926" name=""/>
          <p:cNvSpPr/>
          <p:nvPr/>
        </p:nvSpPr>
        <p:spPr bwMode="auto">
          <a:xfrm flipH="0" flipV="0">
            <a:off x="4875703" y="262807"/>
            <a:ext cx="603244" cy="84663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705241" name=""/>
          <p:cNvSpPr/>
          <p:nvPr/>
        </p:nvSpPr>
        <p:spPr bwMode="auto">
          <a:xfrm flipH="0" flipV="0">
            <a:off x="941482" y="4017065"/>
            <a:ext cx="457134" cy="465679"/>
          </a:xfrm>
          <a:prstGeom prst="star4">
            <a:avLst>
              <a:gd name="adj" fmla="val 12500"/>
            </a:avLst>
          </a:prstGeom>
          <a:solidFill>
            <a:schemeClr val="accent1">
              <a:lumMod val="20000"/>
              <a:lumOff val="8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751241" name=""/>
          <p:cNvSpPr/>
          <p:nvPr/>
        </p:nvSpPr>
        <p:spPr bwMode="auto">
          <a:xfrm rot="0" flipH="0" flipV="0">
            <a:off x="6172200" y="1825623"/>
            <a:ext cx="5794798" cy="4874414"/>
          </a:xfrm>
          <a:prstGeom prst="roundRect">
            <a:avLst>
              <a:gd name="adj" fmla="val 648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7696401" name=""/>
          <p:cNvSpPr/>
          <p:nvPr/>
        </p:nvSpPr>
        <p:spPr bwMode="auto">
          <a:xfrm rot="0" flipH="0" flipV="0">
            <a:off x="225000" y="1825623"/>
            <a:ext cx="5794798" cy="4874414"/>
          </a:xfrm>
          <a:prstGeom prst="roundRect">
            <a:avLst>
              <a:gd name="adj" fmla="val 648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1612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7"/>
            <a:ext cx="11733592" cy="111332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3873392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225000" y="1822448"/>
            <a:ext cx="5794799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55013444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172200" y="1825624"/>
            <a:ext cx="5786393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63385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403809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47624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281675151" name=""/>
          <p:cNvCxnSpPr/>
          <p:nvPr/>
        </p:nvCxnSpPr>
        <p:spPr bwMode="auto">
          <a:xfrm flipH="0" flipV="1">
            <a:off x="4875705" y="174951"/>
            <a:ext cx="7316293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6283280" name=""/>
          <p:cNvSpPr/>
          <p:nvPr/>
        </p:nvSpPr>
        <p:spPr bwMode="auto">
          <a:xfrm rot="0" flipH="0" flipV="0">
            <a:off x="11672844" y="429727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691132" name=""/>
          <p:cNvSpPr/>
          <p:nvPr/>
        </p:nvSpPr>
        <p:spPr bwMode="auto">
          <a:xfrm flipH="0" flipV="0">
            <a:off x="4875703" y="262807"/>
            <a:ext cx="603244" cy="84663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531102" name=""/>
          <p:cNvSpPr/>
          <p:nvPr/>
        </p:nvSpPr>
        <p:spPr bwMode="auto">
          <a:xfrm rot="0" flipH="0" flipV="0">
            <a:off x="225000" y="2816086"/>
            <a:ext cx="5794798" cy="3887125"/>
          </a:xfrm>
          <a:prstGeom prst="roundRect">
            <a:avLst>
              <a:gd name="adj" fmla="val 648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5931849" name=""/>
          <p:cNvSpPr/>
          <p:nvPr/>
        </p:nvSpPr>
        <p:spPr bwMode="auto">
          <a:xfrm rot="0" flipH="0" flipV="0">
            <a:off x="6163792" y="2816086"/>
            <a:ext cx="5794798" cy="3887124"/>
          </a:xfrm>
          <a:prstGeom prst="roundRect">
            <a:avLst>
              <a:gd name="adj" fmla="val 6487"/>
            </a:avLst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87460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09183" y="1828800"/>
            <a:ext cx="5788388" cy="987286"/>
          </a:xfrm>
        </p:spPr>
        <p:txBody>
          <a:bodyPr vertOverflow="overflow" horzOverflow="overflow" vert="horz" wrap="square" lIns="274317" tIns="274317" rIns="274317" bIns="274317" numCol="1" spcCol="0" rtlCol="0" fromWordArt="0" anchor="b" anchorCtr="0" forceAA="0" upright="0" compatLnSpc="0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 lang="en-US"/>
              <a:t>Click to edit Master text</a:t>
            </a:r>
            <a:endParaRPr/>
          </a:p>
        </p:txBody>
      </p:sp>
      <p:sp>
        <p:nvSpPr>
          <p:cNvPr id="2144673273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209183" y="2816086"/>
            <a:ext cx="5788388" cy="3373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3494818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9" y="1828800"/>
            <a:ext cx="5798287" cy="987286"/>
          </a:xfrm>
        </p:spPr>
        <p:txBody>
          <a:bodyPr vertOverflow="overflow" horzOverflow="overflow" vert="horz" wrap="square" lIns="274317" tIns="274317" rIns="274317" bIns="274317" numCol="1" spcCol="0" rtlCol="0" fromWordArt="0" anchor="b" anchorCtr="0" forceAA="0" upright="0" compatLnSpc="0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</a:t>
            </a:r>
            <a:endParaRPr/>
          </a:p>
        </p:txBody>
      </p:sp>
      <p:sp>
        <p:nvSpPr>
          <p:cNvPr id="997830219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199" y="2816086"/>
            <a:ext cx="5798287" cy="33735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929650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501993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187405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1148275670" name=""/>
          <p:cNvCxnSpPr/>
          <p:nvPr/>
        </p:nvCxnSpPr>
        <p:spPr bwMode="auto">
          <a:xfrm flipH="0" flipV="1">
            <a:off x="4875705" y="174951"/>
            <a:ext cx="7316293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7687710" name=""/>
          <p:cNvSpPr/>
          <p:nvPr/>
        </p:nvSpPr>
        <p:spPr bwMode="auto">
          <a:xfrm rot="0" flipH="0" flipV="0">
            <a:off x="11672844" y="429727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112166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7"/>
            <a:ext cx="11733592" cy="111332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5193851" name=""/>
          <p:cNvSpPr/>
          <p:nvPr/>
        </p:nvSpPr>
        <p:spPr bwMode="auto">
          <a:xfrm flipH="0" flipV="0">
            <a:off x="4875704" y="262808"/>
            <a:ext cx="603244" cy="84663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6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5863177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1" flipV="1">
            <a:off x="0" y="1790699"/>
            <a:ext cx="5229225" cy="5067299"/>
          </a:xfrm>
          <a:prstGeom prst="rect">
            <a:avLst/>
          </a:prstGeom>
        </p:spPr>
      </p:pic>
      <p:pic>
        <p:nvPicPr>
          <p:cNvPr id="779054883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9552600" y="0"/>
            <a:ext cx="2639399" cy="2557669"/>
          </a:xfrm>
          <a:prstGeom prst="rect">
            <a:avLst/>
          </a:prstGeom>
        </p:spPr>
      </p:pic>
      <p:sp>
        <p:nvSpPr>
          <p:cNvPr id="74394467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457199"/>
            <a:ext cx="4547025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70246998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775404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96201690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225000" y="2057400"/>
            <a:ext cx="4547025" cy="3811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031764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9914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67962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57476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129527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035828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74114971" name=""/>
          <p:cNvSpPr/>
          <p:nvPr/>
        </p:nvSpPr>
        <p:spPr bwMode="auto">
          <a:xfrm flipH="0" flipV="0">
            <a:off x="11300739" y="2519236"/>
            <a:ext cx="597053" cy="597052"/>
          </a:xfrm>
          <a:custGeom>
            <a:avLst/>
            <a:gdLst/>
            <a:ahLst/>
            <a:cxnLst/>
            <a:rect l="0" t="0" r="r" b="b"/>
            <a:pathLst>
              <a:path w="797719" h="797718" fill="norm" stroke="1" extrusionOk="0">
                <a:moveTo>
                  <a:pt x="0" y="0"/>
                </a:moveTo>
                <a:cubicBezTo>
                  <a:pt x="0" y="0"/>
                  <a:pt x="797718" y="0"/>
                  <a:pt x="797718" y="0"/>
                </a:cubicBezTo>
                <a:cubicBezTo>
                  <a:pt x="797718" y="0"/>
                  <a:pt x="797718" y="797718"/>
                  <a:pt x="797718" y="797718"/>
                </a:cubicBezTo>
                <a:cubicBezTo>
                  <a:pt x="797718" y="797718"/>
                  <a:pt x="0" y="797718"/>
                  <a:pt x="0" y="797718"/>
                </a:cubicBezTo>
                <a:cubicBezTo>
                  <a:pt x="0" y="797718"/>
                  <a:pt x="0" y="0"/>
                  <a:pt x="0" y="0"/>
                </a:cubicBezTo>
                <a:close/>
                <a:moveTo>
                  <a:pt x="26973" y="398859"/>
                </a:moveTo>
                <a:cubicBezTo>
                  <a:pt x="26973" y="602869"/>
                  <a:pt x="194848" y="770744"/>
                  <a:pt x="398858" y="770744"/>
                </a:cubicBezTo>
                <a:cubicBezTo>
                  <a:pt x="602869" y="770744"/>
                  <a:pt x="770744" y="602869"/>
                  <a:pt x="770744" y="398859"/>
                </a:cubicBezTo>
                <a:cubicBezTo>
                  <a:pt x="770744" y="194849"/>
                  <a:pt x="602869" y="26974"/>
                  <a:pt x="398858" y="26974"/>
                </a:cubicBezTo>
                <a:cubicBezTo>
                  <a:pt x="194848" y="26974"/>
                  <a:pt x="26973" y="194849"/>
                  <a:pt x="26973" y="398859"/>
                </a:cubicBezTo>
                <a:close/>
              </a:path>
            </a:pathLst>
          </a:cu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1919904923" name=""/>
          <p:cNvGrpSpPr/>
          <p:nvPr/>
        </p:nvGrpSpPr>
        <p:grpSpPr bwMode="auto">
          <a:xfrm flipH="0" flipV="0">
            <a:off x="6798645" y="4063989"/>
            <a:ext cx="2566332" cy="2279109"/>
            <a:chOff x="0" y="0"/>
            <a:chExt cx="2566332" cy="2279109"/>
          </a:xfrm>
        </p:grpSpPr>
        <p:cxnSp>
          <p:nvCxnSpPr>
            <p:cNvPr id="1304804877" name=""/>
            <p:cNvCxnSpPr/>
            <p:nvPr/>
          </p:nvCxnSpPr>
          <p:spPr bwMode="auto">
            <a:xfrm rot="0" flipH="1" flipV="0">
              <a:off x="1283149" y="2265"/>
              <a:ext cx="0" cy="226959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9176180" name=""/>
            <p:cNvCxnSpPr/>
            <p:nvPr/>
          </p:nvCxnSpPr>
          <p:spPr bwMode="auto">
            <a:xfrm rot="5399909" flipH="1" flipV="0">
              <a:off x="1283149" y="-138835"/>
              <a:ext cx="0" cy="256630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542298" name="Line 1743289069"/>
            <p:cNvCxnSpPr/>
            <p:nvPr/>
          </p:nvCxnSpPr>
          <p:spPr bwMode="auto">
            <a:xfrm rot="1799901" flipH="1" flipV="0">
              <a:off x="1283180" y="0"/>
              <a:ext cx="0" cy="226959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8451887" name="Line 1743289069"/>
            <p:cNvCxnSpPr/>
            <p:nvPr/>
          </p:nvCxnSpPr>
          <p:spPr bwMode="auto">
            <a:xfrm rot="3599903" flipH="1" flipV="1">
              <a:off x="1283180" y="-138835"/>
              <a:ext cx="0" cy="256630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3965309" name=""/>
            <p:cNvCxnSpPr/>
            <p:nvPr/>
          </p:nvCxnSpPr>
          <p:spPr bwMode="auto">
            <a:xfrm rot="17999904" flipH="1" flipV="0">
              <a:off x="1283180" y="-141104"/>
              <a:ext cx="0" cy="256630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3779548" name=""/>
            <p:cNvCxnSpPr/>
            <p:nvPr/>
          </p:nvCxnSpPr>
          <p:spPr bwMode="auto">
            <a:xfrm rot="19799908" flipH="1" flipV="0">
              <a:off x="1283180" y="9511"/>
              <a:ext cx="0" cy="2269593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74901"/>
                  <a:alpha val="37000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9003446" name=""/>
          <p:cNvSpPr/>
          <p:nvPr/>
        </p:nvSpPr>
        <p:spPr bwMode="auto">
          <a:xfrm flipH="0" flipV="0">
            <a:off x="10586991" y="5067399"/>
            <a:ext cx="531623" cy="531623"/>
          </a:xfrm>
          <a:prstGeom prst="star4">
            <a:avLst>
              <a:gd name="adj" fmla="val 12500"/>
            </a:avLst>
          </a:prstGeom>
          <a:solidFill>
            <a:schemeClr val="tx1">
              <a:alpha val="2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914170" name=""/>
          <p:cNvSpPr/>
          <p:nvPr/>
        </p:nvSpPr>
        <p:spPr bwMode="auto">
          <a:xfrm flipH="0" flipV="0">
            <a:off x="9764104" y="4801587"/>
            <a:ext cx="531623" cy="531623"/>
          </a:xfrm>
          <a:prstGeom prst="star4">
            <a:avLst>
              <a:gd name="adj" fmla="val 12500"/>
            </a:avLst>
          </a:prstGeom>
          <a:solidFill>
            <a:schemeClr val="accent3">
              <a:lumMod val="5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965066" name=""/>
          <p:cNvSpPr/>
          <p:nvPr/>
        </p:nvSpPr>
        <p:spPr bwMode="auto">
          <a:xfrm flipH="0" flipV="0">
            <a:off x="10322284" y="4215187"/>
            <a:ext cx="531623" cy="531623"/>
          </a:xfrm>
          <a:prstGeom prst="star4">
            <a:avLst>
              <a:gd name="adj" fmla="val 12500"/>
            </a:avLst>
          </a:prstGeom>
          <a:solidFill>
            <a:schemeClr val="tx1">
              <a:alpha val="2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63037279" name=""/>
          <p:cNvCxnSpPr/>
          <p:nvPr/>
        </p:nvCxnSpPr>
        <p:spPr bwMode="auto">
          <a:xfrm rot="0" flipH="0" flipV="0">
            <a:off x="-11034" y="3116288"/>
            <a:ext cx="6121575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74209" name=""/>
          <p:cNvCxnSpPr/>
          <p:nvPr/>
        </p:nvCxnSpPr>
        <p:spPr bwMode="auto">
          <a:xfrm rot="0" flipH="0" flipV="0">
            <a:off x="-11034" y="3314411"/>
            <a:ext cx="6121575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021677" name=""/>
          <p:cNvCxnSpPr/>
          <p:nvPr/>
        </p:nvCxnSpPr>
        <p:spPr bwMode="auto">
          <a:xfrm rot="0" flipH="0" flipV="0">
            <a:off x="-11034" y="3512535"/>
            <a:ext cx="6121575" cy="0"/>
          </a:xfrm>
          <a:prstGeom prst="line">
            <a:avLst/>
          </a:prstGeom>
          <a:ln w="19049" cap="flat" cmpd="sng" algn="ctr">
            <a:solidFill>
              <a:schemeClr val="accent3">
                <a:lumMod val="50196"/>
                <a:alpha val="60000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3291414" name=""/>
          <p:cNvSpPr/>
          <p:nvPr/>
        </p:nvSpPr>
        <p:spPr bwMode="auto">
          <a:xfrm flipH="0" flipV="0">
            <a:off x="5088829" y="3691666"/>
            <a:ext cx="1021709" cy="84663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72742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7"/>
            <a:ext cx="11733592" cy="111332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5290994" name=""/>
          <p:cNvSpPr/>
          <p:nvPr/>
        </p:nvSpPr>
        <p:spPr bwMode="auto">
          <a:xfrm rot="0" flipH="0" flipV="0">
            <a:off x="11672844" y="429727"/>
            <a:ext cx="285750" cy="285750"/>
          </a:xfrm>
          <a:prstGeom prst="rect">
            <a:avLst/>
          </a:prstGeom>
          <a:solidFill>
            <a:schemeClr val="accent3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0834218" name=""/>
          <p:cNvSpPr/>
          <p:nvPr/>
        </p:nvSpPr>
        <p:spPr bwMode="auto">
          <a:xfrm flipH="0" flipV="0">
            <a:off x="1064974" y="2253423"/>
            <a:ext cx="531623" cy="531623"/>
          </a:xfrm>
          <a:prstGeom prst="star4">
            <a:avLst>
              <a:gd name="adj" fmla="val 12500"/>
            </a:avLst>
          </a:prstGeom>
          <a:solidFill>
            <a:schemeClr val="tx1">
              <a:alpha val="26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9075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827540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238905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90117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09184" y="457199"/>
            <a:ext cx="4562840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906752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787301" cy="5403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8576357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209184" y="2057400"/>
            <a:ext cx="4562840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466898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8178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6113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134744" name="Title 1"/>
          <p:cNvSpPr>
            <a:spLocks noGrp="1"/>
          </p:cNvSpPr>
          <p:nvPr>
            <p:ph type="title"/>
          </p:nvPr>
        </p:nvSpPr>
        <p:spPr bwMode="auto">
          <a:xfrm>
            <a:off x="225000" y="365123"/>
            <a:ext cx="11733592" cy="146367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727589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68593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51142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684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42601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329692" y="365124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849939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 flipH="0" flipV="0">
            <a:off x="224999" y="365124"/>
            <a:ext cx="8990392" cy="581183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432668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90970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33383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2"/>
            </a:gs>
            <a:gs pos="50000">
              <a:schemeClr val="accent1"/>
            </a:gs>
            <a:gs pos="74000">
              <a:schemeClr val="accent2">
                <a:lumMod val="60000"/>
                <a:lumOff val="40000"/>
              </a:schemeClr>
            </a:gs>
            <a:gs pos="99000">
              <a:schemeClr val="accent3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5805667" name=""/>
          <p:cNvPicPr/>
          <p:nvPr/>
        </p:nvPicPr>
        <p:blipFill rotWithShape="1">
          <a:blip r:embed="rId14">
            <a:alphaModFix amt="26000"/>
          </a:blip>
          <a:stretch/>
        </p:blipFill>
        <p:spPr bwMode="auto">
          <a:xfrm rot="0" flipH="0" flipV="0">
            <a:off x="-9144" y="-9144"/>
            <a:ext cx="12198094" cy="6858000"/>
          </a:xfrm>
          <a:prstGeom prst="rect">
            <a:avLst/>
          </a:prstGeom>
        </p:spPr>
      </p:pic>
      <p:sp>
        <p:nvSpPr>
          <p:cNvPr id="1195304070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225000" y="1828800"/>
            <a:ext cx="11733593" cy="4351338"/>
          </a:xfrm>
          <a:prstGeom prst="rect">
            <a:avLst/>
          </a:prstGeom>
        </p:spPr>
        <p:txBody>
          <a:bodyPr vertOverflow="overflow" horzOverflow="overflow" vert="horz" wrap="square" lIns="274318" tIns="274318" rIns="274318" bIns="274318" numCol="1" spcCol="0" rtlCol="0" fromWordArt="0" anchor="t" anchorCtr="0" forceAA="0" upright="0" compatLnSpc="0">
            <a:normAutofit/>
          </a:bodyPr>
          <a:lstStyle>
            <a:lvl1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2pPr>
            <a:lvl3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3pPr>
            <a:lvl4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4pPr>
            <a:lvl5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5pPr>
            <a:lvl6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6pPr>
            <a:lvl7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7pPr>
            <a:lvl8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8pPr>
            <a:lvl9pPr>
              <a:buFont typeface="Wingdings"/>
              <a:buChar char="w"/>
              <a:defRPr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399361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224999" y="6338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4060621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4396" y="6338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283914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215392" y="6338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76557825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25000" y="715477"/>
            <a:ext cx="11733592" cy="111332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lstStyle>
            <a:lvl1pPr algn="l">
              <a:defRPr sz="4000">
                <a:solidFill>
                  <a:schemeClr val="accent3">
                    <a:lumMod val="50000"/>
                  </a:schemeClr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4000">
                <a:solidFill>
                  <a:schemeClr val="accent3">
                    <a:lumMod val="50000"/>
                  </a:schemeClr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4000">
                <a:solidFill>
                  <a:schemeClr val="accent3">
                    <a:lumMod val="50000"/>
                  </a:schemeClr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4000">
                <a:solidFill>
                  <a:schemeClr val="accent3">
                    <a:lumMod val="50000"/>
                  </a:schemeClr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4000">
                <a:solidFill>
                  <a:schemeClr val="accent3">
                    <a:lumMod val="50000"/>
                  </a:schemeClr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4000">
                <a:solidFill>
                  <a:schemeClr val="accent3">
                    <a:lumMod val="50000"/>
                  </a:schemeClr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4000">
                <a:solidFill>
                  <a:schemeClr val="accent3">
                    <a:lumMod val="50000"/>
                  </a:schemeClr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4000">
                <a:solidFill>
                  <a:schemeClr val="accent3">
                    <a:lumMod val="50000"/>
                  </a:schemeClr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4000">
                <a:solidFill>
                  <a:schemeClr val="accent3">
                    <a:lumMod val="50000"/>
                  </a:schemeClr>
                </a:solidFill>
                <a:latin typeface="Arial Black"/>
                <a:ea typeface="Arial Black"/>
                <a:cs typeface="Arial Black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456401" name="Title 1"/>
          <p:cNvSpPr>
            <a:spLocks noGrp="1"/>
          </p:cNvSpPr>
          <p:nvPr>
            <p:ph type="ctrTitle"/>
          </p:nvPr>
        </p:nvSpPr>
        <p:spPr bwMode="auto">
          <a:xfrm>
            <a:off x="1444752" y="1453896"/>
            <a:ext cx="9302743" cy="20574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9649338" name="Subtitle 2"/>
          <p:cNvSpPr>
            <a:spLocks noGrp="1"/>
          </p:cNvSpPr>
          <p:nvPr>
            <p:ph type="subTitle" idx="1"/>
          </p:nvPr>
        </p:nvSpPr>
        <p:spPr bwMode="auto">
          <a:xfrm>
            <a:off x="1444752" y="3602734"/>
            <a:ext cx="9325510" cy="100170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radient Echo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Theme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onlyoffice/9.3.1.4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modified xsi:type="dcterms:W3CDTF">2026-04-01T08:51:57Z</dcterms:modified>
</cp:coreProperties>
</file>
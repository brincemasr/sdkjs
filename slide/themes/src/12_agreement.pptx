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45693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2795069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89438440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7907249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82891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9121881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47008B-5CD6-F168-A435-C04F454F9C9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0">
              <a:schemeClr val="accent1"/>
            </a:gs>
            <a:gs pos="100000">
              <a:schemeClr val="accent5">
                <a:lumMod val="40000"/>
                <a:lumOff val="60000"/>
              </a:schemeClr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8752837" name=""/>
          <p:cNvPicPr/>
          <p:nvPr/>
        </p:nvPicPr>
        <p:blipFill rotWithShape="1">
          <a:blip r:embed="rId2">
            <a:alphaModFix amt="70000"/>
          </a:blip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7442129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68564911" name=""/>
          <p:cNvSpPr/>
          <p:nvPr/>
        </p:nvSpPr>
        <p:spPr bwMode="auto">
          <a:xfrm rot="0" flipH="0" flipV="0">
            <a:off x="2237320" y="1592479"/>
            <a:ext cx="7717359" cy="3673040"/>
          </a:xfrm>
          <a:prstGeom prst="roundRect">
            <a:avLst>
              <a:gd name="adj" fmla="val 6093"/>
            </a:avLst>
          </a:prstGeom>
          <a:gradFill>
            <a:gsLst>
              <a:gs pos="20000">
                <a:schemeClr val="bg1">
                  <a:lumMod val="95000"/>
                  <a:alpha val="87999"/>
                </a:schemeClr>
              </a:gs>
              <a:gs pos="100000">
                <a:srgbClr val="FFFFFF">
                  <a:alpha val="87999"/>
                </a:srgbClr>
              </a:gs>
            </a:gsLst>
            <a:lin ang="2700000" scaled="1"/>
          </a:gradFill>
          <a:ln w="38099" cap="flat" cmpd="sng" algn="ctr">
            <a:solidFill>
              <a:schemeClr val="bg1">
                <a:lumMod val="9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31810506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2221992" y="1591056"/>
            <a:ext cx="7744878" cy="202101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50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9809726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223560" y="3633039"/>
            <a:ext cx="7744878" cy="163248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 marL="45720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 marL="91440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 marL="13716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 marL="18288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 marL="22860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 marL="27432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 marL="32004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 marL="36576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759416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3417629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47978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1">
            <a:lumMod val="60000"/>
            <a:lumOff val="40000"/>
            <a:alpha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2664944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284207" y="0"/>
            <a:ext cx="2907792" cy="6858000"/>
          </a:xfrm>
          <a:prstGeom prst="rect">
            <a:avLst/>
          </a:prstGeom>
        </p:spPr>
      </p:pic>
      <p:sp>
        <p:nvSpPr>
          <p:cNvPr id="136918889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365123"/>
            <a:ext cx="8446008" cy="1325561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399468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1825623"/>
            <a:ext cx="8446008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82668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479777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12936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9186636" name=""/>
          <p:cNvPicPr/>
          <p:nvPr/>
        </p:nvPicPr>
        <p:blipFill rotWithShape="1">
          <a:blip r:embed="rId2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87897691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709737"/>
            <a:ext cx="6376138" cy="285273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5000"/>
            </a:lvl1pPr>
            <a:lvl2pPr>
              <a:defRPr sz="5000"/>
            </a:lvl2pPr>
            <a:lvl3pPr>
              <a:defRPr sz="5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90117400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4589462"/>
            <a:ext cx="6376138" cy="1500186"/>
          </a:xfrm>
        </p:spPr>
        <p:txBody>
          <a:bodyPr/>
          <a:lstStyle>
            <a:lvl1pPr marL="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22860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marL="27432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32004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5760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061637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25478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99897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4">
            <a:lumMod val="20000"/>
            <a:lumOff val="80000"/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9376193" name=""/>
          <p:cNvPicPr/>
          <p:nvPr/>
        </p:nvPicPr>
        <p:blipFill rotWithShape="1">
          <a:blip r:embed="rId2">
            <a:alphaModFix amt="24000"/>
          </a:blip>
          <a:stretch/>
        </p:blipFill>
        <p:spPr bwMode="auto">
          <a:xfrm rot="0" flipH="0" flipV="0">
            <a:off x="0" y="27431"/>
            <a:ext cx="12198095" cy="6858000"/>
          </a:xfrm>
          <a:prstGeom prst="rect">
            <a:avLst/>
          </a:prstGeom>
        </p:spPr>
      </p:pic>
      <p:sp>
        <p:nvSpPr>
          <p:cNvPr id="8856622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1751596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254726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0528785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1528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665173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1">
            <a:lumMod val="60000"/>
            <a:lumOff val="40000"/>
            <a:alpha val="4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861303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436824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1pPr>
            <a:lvl2pPr marL="4572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2pPr>
            <a:lvl3pPr marL="9144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3pPr>
            <a:lvl4pPr marL="13716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4pPr>
            <a:lvl5pPr marL="18288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5pPr>
            <a:lvl6pPr marL="22860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6pPr>
            <a:lvl7pPr marL="27432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7pPr>
            <a:lvl8pPr marL="32004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8pPr>
            <a:lvl9pPr marL="36576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749035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>
            <a:lvl1pPr>
              <a:defRPr sz="2600"/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8571602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1pPr>
            <a:lvl2pPr marL="4572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2pPr>
            <a:lvl3pPr marL="9144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3pPr>
            <a:lvl4pPr marL="13716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4pPr>
            <a:lvl5pPr marL="18288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5pPr>
            <a:lvl6pPr marL="22860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6pPr>
            <a:lvl7pPr marL="27432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7pPr>
            <a:lvl8pPr marL="32004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8pPr>
            <a:lvl9pPr marL="3657600" indent="0" algn="ctr">
              <a:buNone/>
              <a:defRPr sz="2800" b="1">
                <a:solidFill>
                  <a:schemeClr val="accent3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51954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>
            <a:lvl1pPr>
              <a:defRPr sz="2600"/>
            </a:lvl1pPr>
            <a:lvl2pPr>
              <a:defRPr sz="2600"/>
            </a:lvl2pPr>
            <a:lvl3pPr>
              <a:defRPr sz="2600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128323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299946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992457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4">
            <a:lumMod val="20000"/>
            <a:lumOff val="80000"/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28093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2800" b="1">
                <a:solidFill>
                  <a:schemeClr val="accent3">
                    <a:lumMod val="50000"/>
                  </a:schemeClr>
                </a:solidFill>
              </a:defRPr>
            </a:lvl1pPr>
            <a:lvl2pPr>
              <a:defRPr sz="2800" b="1">
                <a:solidFill>
                  <a:schemeClr val="accent3">
                    <a:lumMod val="50000"/>
                  </a:schemeClr>
                </a:solidFill>
              </a:defRPr>
            </a:lvl2pPr>
            <a:lvl3pPr>
              <a:defRPr sz="2800" b="1">
                <a:solidFill>
                  <a:schemeClr val="accent3">
                    <a:lumMod val="50000"/>
                  </a:schemeClr>
                </a:solidFill>
              </a:defRPr>
            </a:lvl3pPr>
            <a:lvl4pPr>
              <a:defRPr sz="2800" b="1">
                <a:solidFill>
                  <a:schemeClr val="accent3">
                    <a:lumMod val="50000"/>
                  </a:schemeClr>
                </a:solidFill>
              </a:defRPr>
            </a:lvl4pPr>
            <a:lvl5pPr>
              <a:defRPr sz="2800" b="1">
                <a:solidFill>
                  <a:schemeClr val="accent3">
                    <a:lumMod val="50000"/>
                  </a:schemeClr>
                </a:solidFill>
              </a:defRPr>
            </a:lvl5pPr>
            <a:lvl6pPr>
              <a:defRPr sz="2800" b="1">
                <a:solidFill>
                  <a:schemeClr val="accent3">
                    <a:lumMod val="50000"/>
                  </a:schemeClr>
                </a:solidFill>
              </a:defRPr>
            </a:lvl6pPr>
            <a:lvl7pPr>
              <a:defRPr sz="2800" b="1">
                <a:solidFill>
                  <a:schemeClr val="accent3">
                    <a:lumMod val="50000"/>
                  </a:schemeClr>
                </a:solidFill>
              </a:defRPr>
            </a:lvl7pPr>
            <a:lvl8pPr>
              <a:defRPr sz="2800" b="1">
                <a:solidFill>
                  <a:schemeClr val="accent3">
                    <a:lumMod val="50000"/>
                  </a:schemeClr>
                </a:solidFill>
              </a:defRPr>
            </a:lvl8pPr>
            <a:lvl9pPr>
              <a:defRPr sz="2800" b="1">
                <a:solidFill>
                  <a:schemeClr val="accent3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4752347" name="Picture Placeholder 2"/>
          <p:cNvSpPr>
            <a:spLocks noGrp="1"/>
          </p:cNvSpPr>
          <p:nvPr>
            <p:ph type="pic" idx="1"/>
          </p:nvPr>
        </p:nvSpPr>
        <p:spPr bwMode="auto">
          <a:xfrm rot="0" flipH="0" flipV="0">
            <a:off x="5333999" y="18288"/>
            <a:ext cx="6858000" cy="68580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4996779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62588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581778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94971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0">
              <a:srgbClr val="FFFFFF"/>
            </a:gs>
            <a:gs pos="64000">
              <a:schemeClr val="accent1"/>
            </a:gs>
            <a:gs pos="99000">
              <a:schemeClr val="accent5">
                <a:lumMod val="40000"/>
                <a:lumOff val="6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75543914" name=""/>
          <p:cNvPicPr/>
          <p:nvPr/>
        </p:nvPicPr>
        <p:blipFill rotWithShape="1">
          <a:blip r:embed="rId2">
            <a:alphaModFix amt="80000"/>
          </a:blip>
          <a:stretch/>
        </p:blipFill>
        <p:spPr bwMode="auto">
          <a:xfrm rot="0" flipH="0" flipV="0">
            <a:off x="0" y="0"/>
            <a:ext cx="12198095" cy="6858000"/>
          </a:xfrm>
          <a:prstGeom prst="rect">
            <a:avLst/>
          </a:prstGeom>
        </p:spPr>
      </p:pic>
      <p:sp>
        <p:nvSpPr>
          <p:cNvPr id="476326567" name=""/>
          <p:cNvSpPr/>
          <p:nvPr/>
        </p:nvSpPr>
        <p:spPr bwMode="auto">
          <a:xfrm rot="0" flipH="0" flipV="0">
            <a:off x="904873" y="1316932"/>
            <a:ext cx="10382248" cy="4708071"/>
          </a:xfrm>
          <a:prstGeom prst="roundRect">
            <a:avLst>
              <a:gd name="adj" fmla="val 6093"/>
            </a:avLst>
          </a:prstGeom>
          <a:solidFill>
            <a:schemeClr val="bg1">
              <a:alpha val="92000"/>
            </a:schemeClr>
          </a:solidFill>
          <a:ln w="38099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8102450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904873" y="2559153"/>
            <a:ext cx="10382248" cy="132556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>
            <a:lvl1pPr algn="ctr">
              <a:defRPr sz="5000"/>
            </a:lvl1pPr>
            <a:lvl2pPr algn="ctr">
              <a:defRPr sz="5000"/>
            </a:lvl2pPr>
            <a:lvl3pPr algn="ctr">
              <a:defRPr sz="5000"/>
            </a:lvl3pPr>
            <a:lvl4pPr algn="ctr">
              <a:defRPr sz="5000"/>
            </a:lvl4pPr>
            <a:lvl5pPr algn="ctr">
              <a:defRPr sz="5000"/>
            </a:lvl5pPr>
            <a:lvl6pPr algn="ctr">
              <a:defRPr sz="5000"/>
            </a:lvl6pPr>
            <a:lvl7pPr algn="ctr">
              <a:defRPr sz="5000"/>
            </a:lvl7pPr>
            <a:lvl8pPr algn="ctr">
              <a:defRPr sz="5000"/>
            </a:lvl8pPr>
            <a:lvl9pPr algn="ctr">
              <a:defRPr sz="5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1715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018848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667215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168953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7723958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879083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36990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5439932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70049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674627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274770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615003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0588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436995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49070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24156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385566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33129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838624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37539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08677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40988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2">
            <a:alpha val="15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078409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627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6283332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2610573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6329070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603803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2221992" y="1591056"/>
            <a:ext cx="7744878" cy="2021013"/>
          </a:xfrm>
        </p:spPr>
        <p:txBody>
          <a:bodyPr/>
          <a:lstStyle>
            <a:lvl1pPr algn="ctr">
              <a:defRPr sz="50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59629678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223560" y="3633039"/>
            <a:ext cx="7744878" cy="163248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1pPr>
            <a:lvl2pPr marL="45720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2pPr>
            <a:lvl3pPr marL="91440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3pPr>
            <a:lvl4pPr marL="13716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4pPr>
            <a:lvl5pPr marL="18288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5pPr>
            <a:lvl6pPr marL="22860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6pPr>
            <a:lvl7pPr marL="27432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7pPr>
            <a:lvl8pPr marL="32004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8pPr>
            <a:lvl9pPr marL="3657600" indent="0" algn="ctr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Agreement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2026-03-26T10:12:28Z</dcterms:modified>
</cp:coreProperties>
</file>
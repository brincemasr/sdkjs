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4569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95069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943844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7907249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82891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121881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47008B-5CD6-F168-A435-C04F454F9C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/>
            </a:gs>
            <a:gs pos="100000">
              <a:schemeClr val="accent5">
                <a:lumMod val="40000"/>
                <a:lumOff val="6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8752837" name=""/>
          <p:cNvPicPr/>
          <p:nvPr/>
        </p:nvPicPr>
        <p:blipFill rotWithShape="1">
          <a:blip r:embed="rId2">
            <a:alphaModFix amt="70000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7442129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8564911" name=""/>
          <p:cNvSpPr/>
          <p:nvPr/>
        </p:nvSpPr>
        <p:spPr bwMode="auto">
          <a:xfrm rot="0" flipH="0" flipV="0">
            <a:off x="2237320" y="1592479"/>
            <a:ext cx="7717359" cy="3673040"/>
          </a:xfrm>
          <a:prstGeom prst="roundRect">
            <a:avLst>
              <a:gd name="adj" fmla="val 6093"/>
            </a:avLst>
          </a:prstGeom>
          <a:gradFill>
            <a:gsLst>
              <a:gs pos="20000">
                <a:schemeClr val="bg1">
                  <a:lumMod val="95000"/>
                  <a:alpha val="87999"/>
                </a:schemeClr>
              </a:gs>
              <a:gs pos="100000">
                <a:srgbClr val="FFFFFF">
                  <a:alpha val="87999"/>
                </a:srgbClr>
              </a:gs>
            </a:gsLst>
            <a:lin ang="2700000" scaled="1"/>
          </a:gradFill>
          <a:ln w="38099" cap="flat" cmpd="sng" algn="ctr">
            <a:solidFill>
              <a:schemeClr val="bg1">
                <a:lumMod val="9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1810506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2221992" y="1591056"/>
            <a:ext cx="7744878" cy="202101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5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809726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223560" y="3633039"/>
            <a:ext cx="7744878" cy="163248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759416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41762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7978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1">
            <a:lumMod val="60000"/>
            <a:lumOff val="4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2664944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9284207" y="0"/>
            <a:ext cx="2907792" cy="6858000"/>
          </a:xfrm>
          <a:prstGeom prst="rect">
            <a:avLst/>
          </a:prstGeom>
        </p:spPr>
      </p:pic>
      <p:sp>
        <p:nvSpPr>
          <p:cNvPr id="136918889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3"/>
            <a:ext cx="8446008" cy="132556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399468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8446008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82668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479777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12936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9186636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8789769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709737"/>
            <a:ext cx="6376138" cy="28527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5000"/>
            </a:lvl1pPr>
            <a:lvl2pPr>
              <a:defRPr sz="5000"/>
            </a:lvl2pPr>
            <a:lvl3pPr>
              <a:defRPr sz="5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0117400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589462"/>
            <a:ext cx="6376138" cy="150018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61637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25478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99897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4">
            <a:lumMod val="20000"/>
            <a:lumOff val="80000"/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9376193" name=""/>
          <p:cNvPicPr/>
          <p:nvPr/>
        </p:nvPicPr>
        <p:blipFill rotWithShape="1">
          <a:blip r:embed="rId2">
            <a:alphaModFix amt="24000"/>
          </a:blip>
          <a:stretch/>
        </p:blipFill>
        <p:spPr bwMode="auto">
          <a:xfrm rot="0" flipH="0" flipV="0">
            <a:off x="0" y="27431"/>
            <a:ext cx="12198095" cy="6858000"/>
          </a:xfrm>
          <a:prstGeom prst="rect">
            <a:avLst/>
          </a:prstGeom>
        </p:spPr>
      </p:pic>
      <p:sp>
        <p:nvSpPr>
          <p:cNvPr id="8856622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751596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54726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52878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1528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66517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1">
            <a:lumMod val="60000"/>
            <a:lumOff val="4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61303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36824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2pPr>
            <a:lvl3pPr marL="9144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3pPr>
            <a:lvl4pPr marL="13716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4pPr>
            <a:lvl5pPr marL="18288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5pPr>
            <a:lvl6pPr marL="22860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6pPr>
            <a:lvl7pPr marL="27432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7pPr>
            <a:lvl8pPr marL="32004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8pPr>
            <a:lvl9pPr marL="36576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749035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defRPr sz="2600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57160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2pPr>
            <a:lvl3pPr marL="9144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3pPr>
            <a:lvl4pPr marL="13716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4pPr>
            <a:lvl5pPr marL="18288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5pPr>
            <a:lvl6pPr marL="22860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6pPr>
            <a:lvl7pPr marL="27432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7pPr>
            <a:lvl8pPr marL="32004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8pPr>
            <a:lvl9pPr marL="36576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1954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defRPr sz="2600"/>
            </a:lvl1pPr>
            <a:lvl2pPr>
              <a:defRPr sz="2600"/>
            </a:lvl2pPr>
            <a:lvl3pPr>
              <a:defRPr sz="26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12832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299946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992457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4">
            <a:lumMod val="20000"/>
            <a:lumOff val="80000"/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28093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2800" b="1"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2800" b="1">
                <a:solidFill>
                  <a:schemeClr val="accent3">
                    <a:lumMod val="50000"/>
                  </a:schemeClr>
                </a:solidFill>
              </a:defRPr>
            </a:lvl2pPr>
            <a:lvl3pPr>
              <a:defRPr sz="2800" b="1">
                <a:solidFill>
                  <a:schemeClr val="accent3">
                    <a:lumMod val="50000"/>
                  </a:schemeClr>
                </a:solidFill>
              </a:defRPr>
            </a:lvl3pPr>
            <a:lvl4pPr>
              <a:defRPr sz="2800" b="1">
                <a:solidFill>
                  <a:schemeClr val="accent3">
                    <a:lumMod val="50000"/>
                  </a:schemeClr>
                </a:solidFill>
              </a:defRPr>
            </a:lvl4pPr>
            <a:lvl5pPr>
              <a:defRPr sz="2800" b="1">
                <a:solidFill>
                  <a:schemeClr val="accent3">
                    <a:lumMod val="50000"/>
                  </a:schemeClr>
                </a:solidFill>
              </a:defRPr>
            </a:lvl5pPr>
            <a:lvl6pPr>
              <a:defRPr sz="2800" b="1">
                <a:solidFill>
                  <a:schemeClr val="accent3">
                    <a:lumMod val="50000"/>
                  </a:schemeClr>
                </a:solidFill>
              </a:defRPr>
            </a:lvl6pPr>
            <a:lvl7pPr>
              <a:defRPr sz="2800" b="1">
                <a:solidFill>
                  <a:schemeClr val="accent3">
                    <a:lumMod val="50000"/>
                  </a:schemeClr>
                </a:solidFill>
              </a:defRPr>
            </a:lvl7pPr>
            <a:lvl8pPr>
              <a:defRPr sz="2800" b="1">
                <a:solidFill>
                  <a:schemeClr val="accent3">
                    <a:lumMod val="50000"/>
                  </a:schemeClr>
                </a:solidFill>
              </a:defRPr>
            </a:lvl8pPr>
            <a:lvl9pPr>
              <a:defRPr sz="2800" b="1"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4752347" name="Picture Placeholder 2"/>
          <p:cNvSpPr>
            <a:spLocks noGrp="1"/>
          </p:cNvSpPr>
          <p:nvPr>
            <p:ph type="pic" idx="1"/>
          </p:nvPr>
        </p:nvSpPr>
        <p:spPr bwMode="auto">
          <a:xfrm rot="0" flipH="0" flipV="0">
            <a:off x="5333999" y="18288"/>
            <a:ext cx="6858000" cy="68580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99677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62588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581778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94971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rgbClr val="FFFFFF"/>
            </a:gs>
            <a:gs pos="64000">
              <a:schemeClr val="accent1"/>
            </a:gs>
            <a:gs pos="99000">
              <a:schemeClr val="accent5">
                <a:lumMod val="40000"/>
                <a:lumOff val="6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5543914" name=""/>
          <p:cNvPicPr/>
          <p:nvPr/>
        </p:nvPicPr>
        <p:blipFill rotWithShape="1">
          <a:blip r:embed="rId2">
            <a:alphaModFix amt="80000"/>
          </a:blip>
          <a:stretch/>
        </p:blipFill>
        <p:spPr bwMode="auto">
          <a:xfrm rot="0" flipH="0" flipV="0">
            <a:off x="0" y="0"/>
            <a:ext cx="12198095" cy="6858000"/>
          </a:xfrm>
          <a:prstGeom prst="rect">
            <a:avLst/>
          </a:prstGeom>
        </p:spPr>
      </p:pic>
      <p:sp>
        <p:nvSpPr>
          <p:cNvPr id="476326567" name=""/>
          <p:cNvSpPr/>
          <p:nvPr/>
        </p:nvSpPr>
        <p:spPr bwMode="auto">
          <a:xfrm rot="0" flipH="0" flipV="0">
            <a:off x="904873" y="1316932"/>
            <a:ext cx="10382248" cy="4708071"/>
          </a:xfrm>
          <a:prstGeom prst="roundRect">
            <a:avLst>
              <a:gd name="adj" fmla="val 6093"/>
            </a:avLst>
          </a:prstGeom>
          <a:solidFill>
            <a:schemeClr val="bg1">
              <a:alpha val="92000"/>
            </a:schemeClr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10245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04873" y="2559153"/>
            <a:ext cx="10382248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 algn="ctr">
              <a:defRPr sz="5000"/>
            </a:lvl1pPr>
            <a:lvl2pPr algn="ctr">
              <a:defRPr sz="5000"/>
            </a:lvl2pPr>
            <a:lvl3pPr algn="ctr">
              <a:defRPr sz="5000"/>
            </a:lvl3pPr>
            <a:lvl4pPr algn="ctr">
              <a:defRPr sz="5000"/>
            </a:lvl4pPr>
            <a:lvl5pPr algn="ctr">
              <a:defRPr sz="5000"/>
            </a:lvl5pPr>
            <a:lvl6pPr algn="ctr">
              <a:defRPr sz="5000"/>
            </a:lvl6pPr>
            <a:lvl7pPr algn="ctr">
              <a:defRPr sz="5000"/>
            </a:lvl7pPr>
            <a:lvl8pPr algn="ctr">
              <a:defRPr sz="5000"/>
            </a:lvl8pPr>
            <a:lvl9pPr algn="ctr">
              <a:defRPr sz="5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1715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018848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667215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68953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723958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79083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36990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439932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70049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674627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7477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61500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058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436995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49070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4156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38556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33129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38624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37539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08677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4098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>
            <a:alpha val="15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78409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27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283332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61057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632907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603803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2221992" y="1591056"/>
            <a:ext cx="7744878" cy="2021013"/>
          </a:xfrm>
        </p:spPr>
        <p:txBody>
          <a:bodyPr/>
          <a:lstStyle>
            <a:lvl1pPr algn="ctr">
              <a:defRPr sz="5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59629678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223560" y="3633039"/>
            <a:ext cx="7744878" cy="163248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greement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
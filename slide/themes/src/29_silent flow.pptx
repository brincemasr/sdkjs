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443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05890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3551514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791689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8440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26028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F7A027-60DC-25F4-5792-7E9061FAE5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2000">
              <a:schemeClr val="accent2">
                <a:lumMod val="50000"/>
              </a:schemeClr>
            </a:gs>
            <a:gs pos="8000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729586" name="Shape 1998852806"/>
          <p:cNvSpPr/>
          <p:nvPr/>
        </p:nvSpPr>
        <p:spPr bwMode="auto">
          <a:xfrm rot="0" flipH="0" flipV="0">
            <a:off x="0" y="0"/>
            <a:ext cx="12198095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3999"/>
                </a:schemeClr>
              </a:gs>
              <a:gs pos="19000">
                <a:schemeClr val="accent2">
                  <a:lumMod val="50000"/>
                  <a:alpha val="43999"/>
                </a:schemeClr>
              </a:gs>
              <a:gs pos="53000">
                <a:schemeClr val="accent2">
                  <a:lumMod val="75000"/>
                  <a:alpha val="43999"/>
                </a:schemeClr>
              </a:gs>
              <a:gs pos="74000">
                <a:schemeClr val="accent2">
                  <a:lumMod val="50000"/>
                  <a:alpha val="43999"/>
                </a:schemeClr>
              </a:gs>
              <a:gs pos="96000">
                <a:schemeClr val="bg2">
                  <a:lumMod val="10000"/>
                  <a:alpha val="4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pic>
        <p:nvPicPr>
          <p:cNvPr id="340504631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9" y="0"/>
            <a:ext cx="8915399" cy="6229350"/>
          </a:xfrm>
          <a:prstGeom prst="rect">
            <a:avLst/>
          </a:prstGeom>
        </p:spPr>
      </p:pic>
      <p:sp>
        <p:nvSpPr>
          <p:cNvPr id="1657877538" name=""/>
          <p:cNvSpPr/>
          <p:nvPr/>
        </p:nvSpPr>
        <p:spPr bwMode="auto">
          <a:xfrm flipH="0" flipV="0">
            <a:off x="3668731" y="0"/>
            <a:ext cx="8523267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6000"/>
                </a:schemeClr>
              </a:gs>
              <a:gs pos="19000">
                <a:schemeClr val="accent2">
                  <a:lumMod val="50000"/>
                  <a:alpha val="66000"/>
                </a:schemeClr>
              </a:gs>
              <a:gs pos="53000">
                <a:schemeClr val="accent2">
                  <a:lumMod val="75000"/>
                  <a:alpha val="66000"/>
                </a:schemeClr>
              </a:gs>
              <a:gs pos="74000">
                <a:schemeClr val="accent2">
                  <a:lumMod val="50000"/>
                  <a:alpha val="66000"/>
                </a:schemeClr>
              </a:gs>
              <a:gs pos="96000">
                <a:schemeClr val="bg2">
                  <a:lumMod val="10000"/>
                  <a:alpha val="66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6735546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3"/>
          </a:xfrm>
        </p:spPr>
        <p:txBody>
          <a:bodyPr anchor="b"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838479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4942804"/>
            <a:ext cx="7315200" cy="909429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2961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98179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93408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11015894" name=""/>
          <p:cNvSpPr/>
          <p:nvPr/>
        </p:nvSpPr>
        <p:spPr bwMode="auto">
          <a:xfrm rot="0" flipH="0" flipV="0">
            <a:off x="7370478" y="3545848"/>
            <a:ext cx="630527" cy="63052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398576" name=""/>
          <p:cNvSpPr/>
          <p:nvPr/>
        </p:nvSpPr>
        <p:spPr bwMode="auto">
          <a:xfrm rot="8915418" flipH="0" flipV="0">
            <a:off x="6783863" y="2871368"/>
            <a:ext cx="266888" cy="266888"/>
          </a:xfrm>
          <a:prstGeom prst="ellipse">
            <a:avLst/>
          </a:prstGeom>
          <a:gradFill>
            <a:gsLst>
              <a:gs pos="0">
                <a:schemeClr val="accent3">
                  <a:lumMod val="50000"/>
                  <a:alpha val="70000"/>
                </a:schemeClr>
              </a:gs>
              <a:gs pos="61000">
                <a:schemeClr val="accent1">
                  <a:lumMod val="50000"/>
                  <a:alpha val="7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6246515" name=""/>
          <p:cNvSpPr/>
          <p:nvPr/>
        </p:nvSpPr>
        <p:spPr bwMode="auto">
          <a:xfrm rot="8915418" flipH="0" flipV="0">
            <a:off x="985450" y="853133"/>
            <a:ext cx="394735" cy="39473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9999"/>
                </a:schemeClr>
              </a:gs>
              <a:gs pos="100000">
                <a:schemeClr val="accent1">
                  <a:lumMod val="5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67161666" name=""/>
          <p:cNvPicPr>
            <a:picLocks noChangeAspect="1"/>
          </p:cNvPicPr>
          <p:nvPr/>
        </p:nvPicPr>
        <p:blipFill rotWithShape="1">
          <a:blip r:embed="rId3">
            <a:alphaModFix amt="33999"/>
          </a:blip>
          <a:stretch/>
        </p:blipFill>
        <p:spPr bwMode="auto">
          <a:xfrm flipH="0" flipV="0">
            <a:off x="5901354" y="0"/>
            <a:ext cx="6290645" cy="5619749"/>
          </a:xfrm>
          <a:prstGeom prst="rect">
            <a:avLst/>
          </a:prstGeom>
        </p:spPr>
      </p:pic>
      <p:grpSp>
        <p:nvGrpSpPr>
          <p:cNvPr id="709794249" name=""/>
          <p:cNvGrpSpPr/>
          <p:nvPr/>
        </p:nvGrpSpPr>
        <p:grpSpPr bwMode="auto">
          <a:xfrm>
            <a:off x="6436435" y="0"/>
            <a:ext cx="5755564" cy="5185485"/>
            <a:chOff x="0" y="0"/>
            <a:chExt cx="5755564" cy="5185485"/>
          </a:xfrm>
        </p:grpSpPr>
        <p:sp>
          <p:nvSpPr>
            <p:cNvPr id="1645673733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4000">
                  <a:schemeClr val="accent2">
                    <a:lumMod val="75000"/>
                    <a:alpha val="99999"/>
                  </a:schemeClr>
                </a:gs>
                <a:gs pos="44000">
                  <a:schemeClr val="accent2">
                    <a:lumMod val="50000"/>
                    <a:alpha val="99999"/>
                  </a:schemeClr>
                </a:gs>
                <a:gs pos="96000">
                  <a:schemeClr val="bg2">
                    <a:lumMod val="10000"/>
                    <a:alpha val="99999"/>
                  </a:schemeClr>
                </a:gs>
              </a:gsLst>
              <a:lin ang="102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868061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15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0263770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204997111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12000">
                  <a:schemeClr val="accent2">
                    <a:lumMod val="40000"/>
                    <a:lumOff val="60000"/>
                    <a:alpha val="42000"/>
                  </a:schemeClr>
                </a:gs>
                <a:gs pos="82000">
                  <a:schemeClr val="accent2">
                    <a:lumMod val="50000"/>
                    <a:alpha val="42000"/>
                  </a:schemeClr>
                </a:gs>
                <a:gs pos="96000">
                  <a:schemeClr val="bg2">
                    <a:lumMod val="10000"/>
                    <a:alpha val="42000"/>
                  </a:schemeClr>
                </a:gs>
              </a:gsLst>
              <a:lin ang="177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25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20351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50556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22213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89302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51159141" name=""/>
          <p:cNvSpPr/>
          <p:nvPr/>
        </p:nvSpPr>
        <p:spPr bwMode="auto">
          <a:xfrm rot="5399976" flipH="0" flipV="0">
            <a:off x="2666403" y="-2667614"/>
            <a:ext cx="6879730" cy="121714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24999"/>
                </a:schemeClr>
              </a:gs>
              <a:gs pos="19000">
                <a:schemeClr val="accent2">
                  <a:lumMod val="50000"/>
                  <a:alpha val="24999"/>
                </a:schemeClr>
              </a:gs>
              <a:gs pos="53000">
                <a:schemeClr val="accent2">
                  <a:lumMod val="75000"/>
                  <a:alpha val="24999"/>
                </a:schemeClr>
              </a:gs>
              <a:gs pos="74000">
                <a:schemeClr val="accent2">
                  <a:lumMod val="50000"/>
                  <a:alpha val="24999"/>
                </a:schemeClr>
              </a:gs>
              <a:gs pos="96000">
                <a:schemeClr val="bg2">
                  <a:lumMod val="10000"/>
                  <a:alpha val="2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7754797" name=""/>
          <p:cNvSpPr/>
          <p:nvPr/>
        </p:nvSpPr>
        <p:spPr bwMode="auto">
          <a:xfrm rot="0" flipH="0" flipV="0">
            <a:off x="10887750" y="1168398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0778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928616"/>
            <a:ext cx="7324597" cy="1161033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1601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90755420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1327336" y="0"/>
            <a:ext cx="10864662" cy="6089649"/>
          </a:xfrm>
          <a:prstGeom prst="rect">
            <a:avLst/>
          </a:prstGeom>
          <a:ln w="12700">
            <a:noFill/>
          </a:ln>
        </p:spPr>
      </p:pic>
      <p:sp>
        <p:nvSpPr>
          <p:cNvPr id="100261286" name=""/>
          <p:cNvSpPr/>
          <p:nvPr/>
        </p:nvSpPr>
        <p:spPr bwMode="auto">
          <a:xfrm flipH="0" flipV="0">
            <a:off x="1451574" y="0"/>
            <a:ext cx="10740421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0000"/>
                </a:schemeClr>
              </a:gs>
              <a:gs pos="19000">
                <a:schemeClr val="accent2">
                  <a:lumMod val="50000"/>
                  <a:alpha val="60000"/>
                </a:schemeClr>
              </a:gs>
              <a:gs pos="63000">
                <a:schemeClr val="accent2">
                  <a:lumMod val="50000"/>
                  <a:alpha val="60000"/>
                </a:schemeClr>
              </a:gs>
              <a:gs pos="96000">
                <a:schemeClr val="bg2">
                  <a:lumMod val="10000"/>
                  <a:alpha val="60000"/>
                </a:schemeClr>
              </a:gs>
            </a:gsLst>
            <a:lin ang="96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23813409" name=""/>
          <p:cNvSpPr/>
          <p:nvPr/>
        </p:nvSpPr>
        <p:spPr bwMode="auto">
          <a:xfrm rot="8915418" flipH="0" flipV="0">
            <a:off x="420508" y="961044"/>
            <a:ext cx="394734" cy="39473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30000"/>
                </a:schemeClr>
              </a:gs>
              <a:gs pos="100000">
                <a:schemeClr val="accent1">
                  <a:lumMod val="5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5562992" name=""/>
          <p:cNvSpPr/>
          <p:nvPr/>
        </p:nvSpPr>
        <p:spPr bwMode="auto">
          <a:xfrm rot="0" flipH="0" flipV="0">
            <a:off x="552289" y="3044824"/>
            <a:ext cx="630527" cy="63052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6229132" name=""/>
          <p:cNvSpPr/>
          <p:nvPr/>
        </p:nvSpPr>
        <p:spPr bwMode="auto">
          <a:xfrm rot="1379112" flipH="0" flipV="0">
            <a:off x="1533260" y="2627386"/>
            <a:ext cx="276737" cy="27673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050772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429000"/>
            <a:ext cx="7315200" cy="149961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5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5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5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5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5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5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5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5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</a:t>
            </a:r>
            <a:endParaRPr lang="en-US"/>
          </a:p>
        </p:txBody>
      </p:sp>
      <p:sp>
        <p:nvSpPr>
          <p:cNvPr id="86882901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928616"/>
            <a:ext cx="7324597" cy="1161033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006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3286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3224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1">
                <a:lumMod val="50000"/>
              </a:schemeClr>
            </a:gs>
            <a:gs pos="42000">
              <a:schemeClr val="accent2">
                <a:lumMod val="50000"/>
              </a:schemeClr>
            </a:gs>
            <a:gs pos="100000">
              <a:schemeClr val="accent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897050" name=""/>
          <p:cNvSpPr/>
          <p:nvPr/>
        </p:nvSpPr>
        <p:spPr bwMode="auto">
          <a:xfrm rot="6613456" flipH="0" flipV="0">
            <a:off x="568919" y="5506505"/>
            <a:ext cx="597564" cy="59756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5351082" name=""/>
          <p:cNvSpPr/>
          <p:nvPr/>
        </p:nvSpPr>
        <p:spPr bwMode="auto">
          <a:xfrm rot="0" flipH="0" flipV="0">
            <a:off x="8314943" y="0"/>
            <a:ext cx="3877056" cy="6858000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22000">
                <a:schemeClr val="accent2">
                  <a:lumMod val="50000"/>
                  <a:alpha val="42000"/>
                </a:schemeClr>
              </a:gs>
              <a:gs pos="74000">
                <a:schemeClr val="accent2">
                  <a:lumMod val="75000"/>
                  <a:alpha val="42000"/>
                </a:schemeClr>
              </a:gs>
              <a:gs pos="100000">
                <a:schemeClr val="accent3">
                  <a:lumMod val="75000"/>
                  <a:alpha val="4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29921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4097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18758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97201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99771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5020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94159467" name=""/>
          <p:cNvSpPr/>
          <p:nvPr/>
        </p:nvSpPr>
        <p:spPr bwMode="auto">
          <a:xfrm rot="8070706" flipH="0" flipV="0">
            <a:off x="2033083" y="5000096"/>
            <a:ext cx="349224" cy="34922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2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622574" name=""/>
          <p:cNvSpPr/>
          <p:nvPr/>
        </p:nvSpPr>
        <p:spPr bwMode="auto">
          <a:xfrm rot="5399976" flipH="0" flipV="0">
            <a:off x="2666403" y="-2667613"/>
            <a:ext cx="6879730" cy="121714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0000"/>
                </a:schemeClr>
              </a:gs>
              <a:gs pos="19000">
                <a:schemeClr val="accent2">
                  <a:lumMod val="50000"/>
                  <a:alpha val="40000"/>
                </a:schemeClr>
              </a:gs>
              <a:gs pos="46000">
                <a:schemeClr val="accent2">
                  <a:lumMod val="50000"/>
                  <a:alpha val="40000"/>
                </a:schemeClr>
              </a:gs>
              <a:gs pos="63000">
                <a:schemeClr val="accent2">
                  <a:lumMod val="50000"/>
                  <a:alpha val="40000"/>
                </a:schemeClr>
              </a:gs>
              <a:gs pos="96000">
                <a:schemeClr val="bg2">
                  <a:lumMod val="1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468805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56958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49730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52947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229467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23961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59250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40755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1683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90170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4993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24512737" name=""/>
          <p:cNvSpPr/>
          <p:nvPr/>
        </p:nvSpPr>
        <p:spPr bwMode="auto">
          <a:xfrm flipH="1" flipV="0">
            <a:off x="0" y="0"/>
            <a:ext cx="6850012" cy="6687497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4000">
                <a:schemeClr val="accent2">
                  <a:lumMod val="50000"/>
                  <a:alpha val="40000"/>
                </a:schemeClr>
              </a:gs>
              <a:gs pos="33000">
                <a:schemeClr val="accent1">
                  <a:lumMod val="50000"/>
                  <a:alpha val="40000"/>
                </a:schemeClr>
              </a:gs>
              <a:gs pos="74000">
                <a:schemeClr val="accent2">
                  <a:lumMod val="50000"/>
                  <a:alpha val="40000"/>
                </a:schemeClr>
              </a:gs>
              <a:gs pos="100000">
                <a:schemeClr val="accent3">
                  <a:lumMod val="75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4087914" name=""/>
          <p:cNvSpPr/>
          <p:nvPr/>
        </p:nvSpPr>
        <p:spPr bwMode="auto">
          <a:xfrm rot="6613455" flipH="0" flipV="0">
            <a:off x="251868" y="297217"/>
            <a:ext cx="513415" cy="51341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60195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9851460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597060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1537940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8" y="0"/>
            <a:ext cx="8915398" cy="6229350"/>
          </a:xfrm>
          <a:prstGeom prst="rect">
            <a:avLst/>
          </a:prstGeom>
          <a:ln w="12700">
            <a:noFill/>
          </a:ln>
        </p:spPr>
      </p:pic>
      <p:sp>
        <p:nvSpPr>
          <p:cNvPr id="52092118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7" y="3429000"/>
            <a:ext cx="7312151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5083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167714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13732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29623126" name="Shape 1998852806"/>
          <p:cNvSpPr/>
          <p:nvPr/>
        </p:nvSpPr>
        <p:spPr bwMode="auto">
          <a:xfrm rot="0" flipH="0" flipV="0">
            <a:off x="0" y="0"/>
            <a:ext cx="12198094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0000"/>
                </a:schemeClr>
              </a:gs>
              <a:gs pos="15000">
                <a:schemeClr val="accent3">
                  <a:lumMod val="75000"/>
                  <a:alpha val="30000"/>
                </a:schemeClr>
              </a:gs>
              <a:gs pos="32000">
                <a:schemeClr val="accent2">
                  <a:lumMod val="50000"/>
                  <a:alpha val="30000"/>
                </a:schemeClr>
              </a:gs>
              <a:gs pos="69000">
                <a:schemeClr val="accent2">
                  <a:lumMod val="50000"/>
                  <a:alpha val="30000"/>
                </a:schemeClr>
              </a:gs>
              <a:gs pos="96000">
                <a:schemeClr val="bg2">
                  <a:lumMod val="10000"/>
                  <a:alpha val="30000"/>
                </a:schemeClr>
              </a:gs>
            </a:gsLst>
            <a:lin ang="20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82050714" name=""/>
          <p:cNvSpPr/>
          <p:nvPr/>
        </p:nvSpPr>
        <p:spPr bwMode="auto">
          <a:xfrm flipH="0" flipV="0">
            <a:off x="3668730" y="0"/>
            <a:ext cx="8523266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1999"/>
                </a:schemeClr>
              </a:gs>
              <a:gs pos="19000">
                <a:schemeClr val="accent2">
                  <a:lumMod val="50000"/>
                  <a:alpha val="31999"/>
                </a:schemeClr>
              </a:gs>
              <a:gs pos="31000">
                <a:schemeClr val="accent3">
                  <a:lumMod val="75000"/>
                  <a:alpha val="31999"/>
                </a:schemeClr>
              </a:gs>
              <a:gs pos="53000">
                <a:schemeClr val="accent2">
                  <a:lumMod val="50000"/>
                  <a:alpha val="31999"/>
                </a:schemeClr>
              </a:gs>
              <a:gs pos="80000">
                <a:schemeClr val="accent2">
                  <a:lumMod val="50000"/>
                  <a:alpha val="31999"/>
                </a:schemeClr>
              </a:gs>
              <a:gs pos="100000">
                <a:schemeClr val="tx2">
                  <a:lumMod val="75000"/>
                  <a:alpha val="31999"/>
                </a:schemeClr>
              </a:gs>
            </a:gsLst>
            <a:lin ang="19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9049695" name=""/>
          <p:cNvSpPr/>
          <p:nvPr/>
        </p:nvSpPr>
        <p:spPr bwMode="auto">
          <a:xfrm rot="1608855" flipH="0" flipV="0">
            <a:off x="522936" y="1578481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361973" name=""/>
          <p:cNvSpPr/>
          <p:nvPr/>
        </p:nvSpPr>
        <p:spPr bwMode="auto">
          <a:xfrm rot="17382832" flipH="0" flipV="0">
            <a:off x="1318346" y="2482166"/>
            <a:ext cx="405917" cy="40591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6113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20785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62369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9877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2697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36160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06494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35472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943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6571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75002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26445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2020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424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687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18548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2568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846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997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360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82802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789255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13701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83290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98990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2"/>
          </a:xfrm>
        </p:spPr>
        <p:txBody>
          <a:bodyPr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126004815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4942803"/>
            <a:ext cx="7315200" cy="909428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lent Flow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
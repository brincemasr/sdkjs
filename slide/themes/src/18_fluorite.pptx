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532337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4268113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74345656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552031353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1725514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60559246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74492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939388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33991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9C4E877-43E0-8B43-A962-3F7438CDBA1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6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6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9.png"/><Relationship Id="rId7" Type="http://schemas.openxmlformats.org/officeDocument/2006/relationships/image" Target="../media/image7.pn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bg>
      <p:bgPr shadeToTitle="0">
        <a:solidFill>
          <a:schemeClr val="accent1">
            <a:lumMod val="20000"/>
            <a:lumOff val="80000"/>
            <a:alpha val="1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40428080" name=""/>
          <p:cNvPicPr/>
          <p:nvPr/>
        </p:nvPicPr>
        <p:blipFill rotWithShape="1">
          <a:blip r:embed="rId2"/>
          <a:stretch/>
        </p:blipFill>
        <p:spPr bwMode="auto">
          <a:xfrm rot="0" flipH="0" flipV="0">
            <a:off x="-3047" y="0"/>
            <a:ext cx="12198095" cy="6858000"/>
          </a:xfrm>
          <a:prstGeom prst="rect">
            <a:avLst/>
          </a:prstGeom>
        </p:spPr>
      </p:pic>
      <p:grpSp>
        <p:nvGrpSpPr>
          <p:cNvPr id="1984436232" name=""/>
          <p:cNvGrpSpPr/>
          <p:nvPr/>
        </p:nvGrpSpPr>
        <p:grpSpPr bwMode="auto">
          <a:xfrm>
            <a:off x="5600295" y="914091"/>
            <a:ext cx="3975651" cy="3431274"/>
            <a:chOff x="0" y="0"/>
            <a:chExt cx="3975651" cy="3431274"/>
          </a:xfrm>
        </p:grpSpPr>
        <p:grpSp>
          <p:nvGrpSpPr>
            <p:cNvPr id="1328820790" name=""/>
            <p:cNvGrpSpPr/>
            <p:nvPr/>
          </p:nvGrpSpPr>
          <p:grpSpPr bwMode="auto">
            <a:xfrm>
              <a:off x="0" y="0"/>
              <a:ext cx="3975651" cy="683312"/>
              <a:chOff x="0" y="0"/>
              <a:chExt cx="3975651" cy="683312"/>
            </a:xfrm>
          </p:grpSpPr>
          <p:sp>
            <p:nvSpPr>
              <p:cNvPr id="1333601370" name=""/>
              <p:cNvSpPr/>
              <p:nvPr/>
            </p:nvSpPr>
            <p:spPr bwMode="auto">
              <a:xfrm rot="0" flipH="0" flipV="0">
                <a:off x="0" y="0"/>
                <a:ext cx="683312" cy="683312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986785373" name=""/>
              <p:cNvSpPr/>
              <p:nvPr/>
            </p:nvSpPr>
            <p:spPr bwMode="auto">
              <a:xfrm rot="0" flipH="0" flipV="0">
                <a:off x="658467" y="0"/>
                <a:ext cx="683312" cy="683312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766160638" name=""/>
              <p:cNvSpPr/>
              <p:nvPr/>
            </p:nvSpPr>
            <p:spPr bwMode="auto">
              <a:xfrm rot="0" flipH="0" flipV="0">
                <a:off x="1316934" y="0"/>
                <a:ext cx="683312" cy="683312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658827732" name=""/>
              <p:cNvSpPr/>
              <p:nvPr/>
            </p:nvSpPr>
            <p:spPr bwMode="auto">
              <a:xfrm rot="0" flipH="0" flipV="0">
                <a:off x="1975401" y="0"/>
                <a:ext cx="683312" cy="683312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523759127" name=""/>
              <p:cNvSpPr/>
              <p:nvPr/>
            </p:nvSpPr>
            <p:spPr bwMode="auto">
              <a:xfrm rot="0" flipH="0" flipV="0">
                <a:off x="2633868" y="0"/>
                <a:ext cx="683312" cy="683312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284933054" name=""/>
              <p:cNvSpPr/>
              <p:nvPr/>
            </p:nvSpPr>
            <p:spPr bwMode="auto">
              <a:xfrm rot="0" flipH="0" flipV="0">
                <a:off x="3292335" y="0"/>
                <a:ext cx="683312" cy="683312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  <p:grpSp>
          <p:nvGrpSpPr>
            <p:cNvPr id="1630562219" name=""/>
            <p:cNvGrpSpPr/>
            <p:nvPr/>
          </p:nvGrpSpPr>
          <p:grpSpPr bwMode="auto">
            <a:xfrm>
              <a:off x="0" y="686988"/>
              <a:ext cx="3975651" cy="683312"/>
              <a:chOff x="0" y="0"/>
              <a:chExt cx="3975651" cy="683312"/>
            </a:xfrm>
          </p:grpSpPr>
          <p:sp>
            <p:nvSpPr>
              <p:cNvPr id="50998596" name=""/>
              <p:cNvSpPr/>
              <p:nvPr/>
            </p:nvSpPr>
            <p:spPr bwMode="auto">
              <a:xfrm rot="0" flipH="0" flipV="0">
                <a:off x="0" y="0"/>
                <a:ext cx="683312" cy="683312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469144298" name=""/>
              <p:cNvSpPr/>
              <p:nvPr/>
            </p:nvSpPr>
            <p:spPr bwMode="auto">
              <a:xfrm rot="0" flipH="0" flipV="0">
                <a:off x="658467" y="0"/>
                <a:ext cx="683312" cy="683312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2091048459" name=""/>
              <p:cNvSpPr/>
              <p:nvPr/>
            </p:nvSpPr>
            <p:spPr bwMode="auto">
              <a:xfrm rot="0" flipH="0" flipV="0">
                <a:off x="1316934" y="0"/>
                <a:ext cx="683312" cy="683312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076406773" name=""/>
              <p:cNvSpPr/>
              <p:nvPr/>
            </p:nvSpPr>
            <p:spPr bwMode="auto">
              <a:xfrm rot="0" flipH="0" flipV="0">
                <a:off x="1975401" y="0"/>
                <a:ext cx="683312" cy="683312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194585317" name=""/>
              <p:cNvSpPr/>
              <p:nvPr/>
            </p:nvSpPr>
            <p:spPr bwMode="auto">
              <a:xfrm rot="0" flipH="0" flipV="0">
                <a:off x="2633868" y="0"/>
                <a:ext cx="683312" cy="683312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468096705" name=""/>
              <p:cNvSpPr/>
              <p:nvPr/>
            </p:nvSpPr>
            <p:spPr bwMode="auto">
              <a:xfrm rot="0" flipH="0" flipV="0">
                <a:off x="3292335" y="0"/>
                <a:ext cx="683312" cy="683312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  <p:grpSp>
          <p:nvGrpSpPr>
            <p:cNvPr id="2071630560" name=""/>
            <p:cNvGrpSpPr/>
            <p:nvPr/>
          </p:nvGrpSpPr>
          <p:grpSpPr bwMode="auto">
            <a:xfrm>
              <a:off x="0" y="1373978"/>
              <a:ext cx="3975651" cy="683312"/>
              <a:chOff x="0" y="0"/>
              <a:chExt cx="3975651" cy="683312"/>
            </a:xfrm>
          </p:grpSpPr>
          <p:sp>
            <p:nvSpPr>
              <p:cNvPr id="723636123" name=""/>
              <p:cNvSpPr/>
              <p:nvPr/>
            </p:nvSpPr>
            <p:spPr bwMode="auto">
              <a:xfrm rot="0" flipH="0" flipV="0">
                <a:off x="0" y="0"/>
                <a:ext cx="683312" cy="683312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915839776" name=""/>
              <p:cNvSpPr/>
              <p:nvPr/>
            </p:nvSpPr>
            <p:spPr bwMode="auto">
              <a:xfrm rot="0" flipH="0" flipV="0">
                <a:off x="658467" y="0"/>
                <a:ext cx="683312" cy="683312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058796764" name=""/>
              <p:cNvSpPr/>
              <p:nvPr/>
            </p:nvSpPr>
            <p:spPr bwMode="auto">
              <a:xfrm rot="0" flipH="0" flipV="0">
                <a:off x="1316934" y="0"/>
                <a:ext cx="683312" cy="683312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938892293" name=""/>
              <p:cNvSpPr/>
              <p:nvPr/>
            </p:nvSpPr>
            <p:spPr bwMode="auto">
              <a:xfrm rot="0" flipH="0" flipV="0">
                <a:off x="1975401" y="0"/>
                <a:ext cx="683312" cy="683312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541661874" name=""/>
              <p:cNvSpPr/>
              <p:nvPr/>
            </p:nvSpPr>
            <p:spPr bwMode="auto">
              <a:xfrm rot="0" flipH="0" flipV="0">
                <a:off x="2633868" y="0"/>
                <a:ext cx="683312" cy="683312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084711746" name=""/>
              <p:cNvSpPr/>
              <p:nvPr/>
            </p:nvSpPr>
            <p:spPr bwMode="auto">
              <a:xfrm rot="0" flipH="0" flipV="0">
                <a:off x="3292335" y="0"/>
                <a:ext cx="683312" cy="683312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  <p:grpSp>
          <p:nvGrpSpPr>
            <p:cNvPr id="700339881" name=""/>
            <p:cNvGrpSpPr/>
            <p:nvPr/>
          </p:nvGrpSpPr>
          <p:grpSpPr bwMode="auto">
            <a:xfrm>
              <a:off x="0" y="2060968"/>
              <a:ext cx="3975651" cy="683312"/>
              <a:chOff x="0" y="0"/>
              <a:chExt cx="3975651" cy="683312"/>
            </a:xfrm>
          </p:grpSpPr>
          <p:sp>
            <p:nvSpPr>
              <p:cNvPr id="860125944" name=""/>
              <p:cNvSpPr/>
              <p:nvPr/>
            </p:nvSpPr>
            <p:spPr bwMode="auto">
              <a:xfrm rot="0" flipH="0" flipV="0">
                <a:off x="0" y="0"/>
                <a:ext cx="683312" cy="683312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682500914" name=""/>
              <p:cNvSpPr/>
              <p:nvPr/>
            </p:nvSpPr>
            <p:spPr bwMode="auto">
              <a:xfrm rot="0" flipH="0" flipV="0">
                <a:off x="658467" y="0"/>
                <a:ext cx="683312" cy="683312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549291848" name=""/>
              <p:cNvSpPr/>
              <p:nvPr/>
            </p:nvSpPr>
            <p:spPr bwMode="auto">
              <a:xfrm rot="0" flipH="0" flipV="0">
                <a:off x="1316934" y="0"/>
                <a:ext cx="683312" cy="683312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179110035" name=""/>
              <p:cNvSpPr/>
              <p:nvPr/>
            </p:nvSpPr>
            <p:spPr bwMode="auto">
              <a:xfrm rot="0" flipH="0" flipV="0">
                <a:off x="1975401" y="0"/>
                <a:ext cx="683312" cy="683312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236829723" name=""/>
              <p:cNvSpPr/>
              <p:nvPr/>
            </p:nvSpPr>
            <p:spPr bwMode="auto">
              <a:xfrm rot="0" flipH="0" flipV="0">
                <a:off x="2633868" y="0"/>
                <a:ext cx="683312" cy="683312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379999456" name=""/>
              <p:cNvSpPr/>
              <p:nvPr/>
            </p:nvSpPr>
            <p:spPr bwMode="auto">
              <a:xfrm rot="0" flipH="0" flipV="0">
                <a:off x="3292335" y="0"/>
                <a:ext cx="683312" cy="683312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  <p:grpSp>
          <p:nvGrpSpPr>
            <p:cNvPr id="1786772218" name=""/>
            <p:cNvGrpSpPr/>
            <p:nvPr/>
          </p:nvGrpSpPr>
          <p:grpSpPr bwMode="auto">
            <a:xfrm>
              <a:off x="0" y="2747958"/>
              <a:ext cx="3975651" cy="683312"/>
              <a:chOff x="0" y="0"/>
              <a:chExt cx="3975651" cy="683312"/>
            </a:xfrm>
          </p:grpSpPr>
          <p:sp>
            <p:nvSpPr>
              <p:cNvPr id="207575347" name=""/>
              <p:cNvSpPr/>
              <p:nvPr/>
            </p:nvSpPr>
            <p:spPr bwMode="auto">
              <a:xfrm rot="0" flipH="0" flipV="0">
                <a:off x="0" y="0"/>
                <a:ext cx="683312" cy="683312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474902285" name=""/>
              <p:cNvSpPr/>
              <p:nvPr/>
            </p:nvSpPr>
            <p:spPr bwMode="auto">
              <a:xfrm rot="0" flipH="0" flipV="0">
                <a:off x="658467" y="0"/>
                <a:ext cx="683312" cy="683312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218027341" name=""/>
              <p:cNvSpPr/>
              <p:nvPr/>
            </p:nvSpPr>
            <p:spPr bwMode="auto">
              <a:xfrm rot="0" flipH="0" flipV="0">
                <a:off x="1316934" y="0"/>
                <a:ext cx="683312" cy="683312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572186268" name=""/>
              <p:cNvSpPr/>
              <p:nvPr/>
            </p:nvSpPr>
            <p:spPr bwMode="auto">
              <a:xfrm rot="0" flipH="0" flipV="0">
                <a:off x="1975401" y="0"/>
                <a:ext cx="683312" cy="683312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436818709" name=""/>
              <p:cNvSpPr/>
              <p:nvPr/>
            </p:nvSpPr>
            <p:spPr bwMode="auto">
              <a:xfrm rot="0" flipH="0" flipV="0">
                <a:off x="2633868" y="0"/>
                <a:ext cx="683312" cy="683312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100730013" name=""/>
              <p:cNvSpPr/>
              <p:nvPr/>
            </p:nvSpPr>
            <p:spPr bwMode="auto">
              <a:xfrm rot="0" flipH="0" flipV="0">
                <a:off x="3292335" y="0"/>
                <a:ext cx="683312" cy="683312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</p:grpSp>
      <p:sp>
        <p:nvSpPr>
          <p:cNvPr id="668769265" name="Date Placeholder 3"/>
          <p:cNvSpPr>
            <a:spLocks noGrp="1"/>
          </p:cNvSpPr>
          <p:nvPr>
            <p:ph type="dt" sz="half" idx="10"/>
          </p:nvPr>
        </p:nvSpPr>
        <p:spPr bwMode="auto">
          <a:xfrm flipH="0" flipV="0">
            <a:off x="838197" y="6356349"/>
            <a:ext cx="2743201" cy="365124"/>
          </a:xfrm>
        </p:spPr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9088846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038598" y="6356349"/>
            <a:ext cx="41148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44996817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578260" y="758851"/>
            <a:ext cx="742526" cy="742526"/>
          </a:xfrm>
          <a:prstGeom prst="rect">
            <a:avLst/>
          </a:prstGeom>
        </p:spPr>
      </p:pic>
      <p:pic>
        <p:nvPicPr>
          <p:cNvPr id="790691127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4890306" y="4269676"/>
            <a:ext cx="1655067" cy="1702524"/>
          </a:xfrm>
          <a:prstGeom prst="rect">
            <a:avLst/>
          </a:prstGeom>
        </p:spPr>
      </p:pic>
      <p:pic>
        <p:nvPicPr>
          <p:cNvPr id="336194995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9683505" y="242943"/>
            <a:ext cx="1154952" cy="1130115"/>
          </a:xfrm>
          <a:prstGeom prst="rect">
            <a:avLst/>
          </a:prstGeom>
        </p:spPr>
      </p:pic>
      <p:pic>
        <p:nvPicPr>
          <p:cNvPr id="2077544539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9363119" y="5892799"/>
            <a:ext cx="640772" cy="646112"/>
          </a:xfrm>
          <a:prstGeom prst="rect">
            <a:avLst/>
          </a:prstGeom>
        </p:spPr>
      </p:pic>
      <p:pic>
        <p:nvPicPr>
          <p:cNvPr id="588002761" name="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 flipH="0" flipV="0">
            <a:off x="10426566" y="1373059"/>
            <a:ext cx="1586494" cy="1613847"/>
          </a:xfrm>
          <a:prstGeom prst="rect">
            <a:avLst/>
          </a:prstGeom>
        </p:spPr>
      </p:pic>
      <p:pic>
        <p:nvPicPr>
          <p:cNvPr id="1519712935" name=""/>
          <p:cNvPicPr>
            <a:picLocks noChangeAspect="1"/>
          </p:cNvPicPr>
          <p:nvPr/>
        </p:nvPicPr>
        <p:blipFill rotWithShape="1">
          <a:blip r:embed="rId7">
            <a:alphaModFix amt="62000"/>
          </a:blip>
          <a:srcRect l="0" t="0" r="35549" b="42477"/>
          <a:stretch/>
        </p:blipFill>
        <p:spPr bwMode="auto">
          <a:xfrm flipH="0" flipV="0">
            <a:off x="10260982" y="5120939"/>
            <a:ext cx="1913261" cy="1737060"/>
          </a:xfrm>
          <a:prstGeom prst="rect">
            <a:avLst/>
          </a:prstGeom>
        </p:spPr>
      </p:pic>
      <p:pic>
        <p:nvPicPr>
          <p:cNvPr id="99291037" name=""/>
          <p:cNvPicPr>
            <a:picLocks noChangeAspect="1"/>
          </p:cNvPicPr>
          <p:nvPr/>
        </p:nvPicPr>
        <p:blipFill rotWithShape="1">
          <a:blip r:embed="rId8">
            <a:alphaModFix amt="60000"/>
          </a:blip>
          <a:stretch/>
        </p:blipFill>
        <p:spPr bwMode="auto">
          <a:xfrm flipH="0" flipV="0">
            <a:off x="0" y="3549883"/>
            <a:ext cx="1361081" cy="2665972"/>
          </a:xfrm>
          <a:prstGeom prst="rect">
            <a:avLst/>
          </a:prstGeom>
        </p:spPr>
      </p:pic>
      <p:sp>
        <p:nvSpPr>
          <p:cNvPr id="2098224910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838198" y="3602037"/>
            <a:ext cx="5769299" cy="1655761"/>
          </a:xfrm>
        </p:spPr>
        <p:txBody>
          <a:bodyPr/>
          <a:lstStyle>
            <a:lvl1pPr marL="0" indent="0" algn="l">
              <a:buNone/>
              <a:defRPr sz="2400" b="1">
                <a:solidFill>
                  <a:schemeClr val="accent6"/>
                </a:solidFill>
              </a:defRPr>
            </a:lvl1pPr>
            <a:lvl2pPr marL="457200" indent="0" algn="l">
              <a:buNone/>
              <a:defRPr sz="2000" b="1">
                <a:solidFill>
                  <a:schemeClr val="accent6"/>
                </a:solidFill>
              </a:defRPr>
            </a:lvl2pPr>
            <a:lvl3pPr marL="914400" indent="0" algn="l">
              <a:buNone/>
              <a:defRPr sz="1800" b="1">
                <a:solidFill>
                  <a:schemeClr val="accent6"/>
                </a:solidFill>
              </a:defRPr>
            </a:lvl3pPr>
            <a:lvl4pPr marL="1371600" indent="0" algn="l">
              <a:buNone/>
              <a:defRPr sz="1600" b="1">
                <a:solidFill>
                  <a:schemeClr val="accent6"/>
                </a:solidFill>
              </a:defRPr>
            </a:lvl4pPr>
            <a:lvl5pPr marL="1828800" indent="0" algn="l">
              <a:buNone/>
              <a:defRPr sz="1600" b="1">
                <a:solidFill>
                  <a:schemeClr val="accent6"/>
                </a:solidFill>
              </a:defRPr>
            </a:lvl5pPr>
            <a:lvl6pPr marL="2286000" indent="0" algn="l">
              <a:buNone/>
              <a:defRPr sz="1600" b="1">
                <a:solidFill>
                  <a:schemeClr val="accent6"/>
                </a:solidFill>
              </a:defRPr>
            </a:lvl6pPr>
            <a:lvl7pPr marL="2743200" indent="0" algn="l">
              <a:buNone/>
              <a:defRPr sz="1600" b="1">
                <a:solidFill>
                  <a:schemeClr val="accent6"/>
                </a:solidFill>
              </a:defRPr>
            </a:lvl7pPr>
            <a:lvl8pPr marL="3200400" indent="0" algn="l">
              <a:buNone/>
              <a:defRPr sz="1600" b="1">
                <a:solidFill>
                  <a:schemeClr val="accent6"/>
                </a:solidFill>
              </a:defRPr>
            </a:lvl8pPr>
            <a:lvl9pPr marL="3657600" indent="0" algn="l">
              <a:buNone/>
              <a:defRPr sz="1600" b="1">
                <a:solidFill>
                  <a:schemeClr val="accent6"/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559197042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838198" y="1925706"/>
            <a:ext cx="5769299" cy="1584256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>
            <a:lvl1pPr algn="l">
              <a:defRPr sz="6000"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>
            <a:pPr>
              <a:defRPr/>
            </a:pPr>
            <a:r>
              <a:rPr lang="en-US"/>
              <a:t>Click to edit </a:t>
            </a:r>
            <a:endParaRPr lang="en-US"/>
          </a:p>
        </p:txBody>
      </p:sp>
      <p:pic>
        <p:nvPicPr>
          <p:cNvPr id="567916453" name="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 flipH="0" flipV="0">
            <a:off x="6909644" y="2986905"/>
            <a:ext cx="5170276" cy="3605838"/>
          </a:xfrm>
          <a:prstGeom prst="rect">
            <a:avLst/>
          </a:prstGeom>
        </p:spPr>
      </p:pic>
      <p:pic>
        <p:nvPicPr>
          <p:cNvPr id="879459493" name=""/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 rot="0" flipH="0" flipV="0">
            <a:off x="6274429" y="1193106"/>
            <a:ext cx="4379976" cy="4334256"/>
          </a:xfrm>
          <a:prstGeom prst="rect">
            <a:avLst/>
          </a:prstGeom>
        </p:spPr>
      </p:pic>
      <p:sp>
        <p:nvSpPr>
          <p:cNvPr id="1701059665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610599" y="6356349"/>
            <a:ext cx="1931134" cy="365124"/>
          </a:xfrm>
        </p:spPr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gradFill>
          <a:gsLst>
            <a:gs pos="54000">
              <a:schemeClr val="accent1">
                <a:lumMod val="40000"/>
                <a:lumOff val="60000"/>
                <a:alpha val="26000"/>
              </a:schemeClr>
            </a:gs>
            <a:gs pos="100000">
              <a:schemeClr val="accent1">
                <a:lumMod val="20000"/>
                <a:lumOff val="80000"/>
                <a:alpha val="26000"/>
              </a:schemeClr>
            </a:gs>
          </a:gsLst>
          <a:lin ang="162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86752153" name=""/>
          <p:cNvPicPr/>
          <p:nvPr/>
        </p:nvPicPr>
        <p:blipFill rotWithShape="1">
          <a:blip r:embed="rId2"/>
          <a:stretch/>
        </p:blipFill>
        <p:spPr bwMode="auto">
          <a:xfrm rot="0" flipH="0" flipV="0">
            <a:off x="-3046" y="0"/>
            <a:ext cx="12198094" cy="6858000"/>
          </a:xfrm>
          <a:prstGeom prst="rect">
            <a:avLst/>
          </a:prstGeom>
        </p:spPr>
      </p:pic>
      <p:pic>
        <p:nvPicPr>
          <p:cNvPr id="2371091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0746516" y="486691"/>
            <a:ext cx="747041" cy="747041"/>
          </a:xfrm>
          <a:prstGeom prst="rect">
            <a:avLst/>
          </a:prstGeom>
        </p:spPr>
      </p:pic>
      <p:sp>
        <p:nvSpPr>
          <p:cNvPr id="1730706712" name=""/>
          <p:cNvSpPr/>
          <p:nvPr/>
        </p:nvSpPr>
        <p:spPr bwMode="auto">
          <a:xfrm rot="0" flipH="0" flipV="0">
            <a:off x="312716" y="776787"/>
            <a:ext cx="10229019" cy="5466519"/>
          </a:xfrm>
          <a:prstGeom prst="roundRect">
            <a:avLst>
              <a:gd name="adj" fmla="val 6818"/>
            </a:avLst>
          </a:prstGeom>
          <a:solidFill>
            <a:schemeClr val="bg1">
              <a:alpha val="60000"/>
            </a:schemeClr>
          </a:solidFill>
          <a:ln w="12700" cap="flat" cmpd="sng" algn="ctr">
            <a:solidFill>
              <a:schemeClr val="bg1">
                <a:alpha val="99999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9675751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7" y="776786"/>
            <a:ext cx="9372236" cy="913896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23221748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7" y="1825623"/>
            <a:ext cx="9372236" cy="4417683"/>
          </a:xfrm>
        </p:spPr>
        <p:txBody>
          <a:bodyPr/>
          <a:lstStyle>
            <a:lvl1pPr>
              <a:buFont typeface="Wingdings"/>
              <a:buChar char="§"/>
              <a:defRPr/>
            </a:lvl1pPr>
            <a:lvl2pPr>
              <a:buFont typeface="Wingdings"/>
              <a:buChar char="§"/>
              <a:defRPr/>
            </a:lvl2pPr>
            <a:lvl3pPr>
              <a:buFont typeface="Wingdings"/>
              <a:buChar char="§"/>
              <a:defRPr/>
            </a:lvl3pPr>
            <a:lvl4pPr>
              <a:buFont typeface="Wingdings"/>
              <a:buChar char="§"/>
              <a:defRPr/>
            </a:lvl4pPr>
            <a:lvl5pPr>
              <a:buFont typeface="Wingdings"/>
              <a:buChar char="§"/>
              <a:defRPr/>
            </a:lvl5pPr>
            <a:lvl6pPr>
              <a:buFont typeface="Wingdings"/>
              <a:buChar char="§"/>
              <a:defRPr/>
            </a:lvl6pPr>
            <a:lvl7pPr>
              <a:buFont typeface="Wingdings"/>
              <a:buChar char="§"/>
              <a:defRPr/>
            </a:lvl7pPr>
            <a:lvl8pPr>
              <a:buFont typeface="Wingdings"/>
              <a:buChar char="§"/>
              <a:defRPr/>
            </a:lvl8pPr>
            <a:lvl9pPr>
              <a:buFont typeface="Wingdings"/>
              <a:buChar char="§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pic>
        <p:nvPicPr>
          <p:cNvPr id="1668778310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rot="17494614" flipH="0" flipV="0">
            <a:off x="9415250" y="2991536"/>
            <a:ext cx="1937806" cy="1957185"/>
          </a:xfrm>
          <a:prstGeom prst="rect">
            <a:avLst/>
          </a:prstGeom>
        </p:spPr>
      </p:pic>
      <p:pic>
        <p:nvPicPr>
          <p:cNvPr id="2107299784" name=""/>
          <p:cNvPicPr>
            <a:picLocks noChangeAspect="1"/>
          </p:cNvPicPr>
          <p:nvPr/>
        </p:nvPicPr>
        <p:blipFill rotWithShape="1">
          <a:blip r:embed="rId5">
            <a:alphaModFix amt="62000"/>
          </a:blip>
          <a:srcRect l="0" t="0" r="56296" b="16611"/>
          <a:stretch/>
        </p:blipFill>
        <p:spPr bwMode="auto">
          <a:xfrm rot="0" flipH="0" flipV="0">
            <a:off x="11316164" y="1729033"/>
            <a:ext cx="875835" cy="1699965"/>
          </a:xfrm>
          <a:prstGeom prst="rect">
            <a:avLst/>
          </a:prstGeom>
        </p:spPr>
      </p:pic>
      <p:sp>
        <p:nvSpPr>
          <p:cNvPr id="1024279207" name="Date Placeholder 3"/>
          <p:cNvSpPr>
            <a:spLocks noGrp="1"/>
          </p:cNvSpPr>
          <p:nvPr>
            <p:ph type="dt" sz="half" idx="10"/>
          </p:nvPr>
        </p:nvSpPr>
        <p:spPr bwMode="auto">
          <a:xfrm flipH="0" flipV="0">
            <a:off x="838197" y="6356349"/>
            <a:ext cx="2743201" cy="365124"/>
          </a:xfrm>
        </p:spPr>
        <p:txBody>
          <a:bodyPr/>
          <a:lstStyle/>
          <a:p>
            <a:pPr>
              <a:defRPr/>
            </a:pPr>
            <a:fld id="{625B0F7A-3E59-BCD2-AEE6-6C0F811F2B4E}" type="datetimeFigureOut">
              <a:rPr lang="en-US"/>
              <a:t/>
            </a:fld>
            <a:endParaRPr lang="en-US"/>
          </a:p>
        </p:txBody>
      </p:sp>
      <p:sp>
        <p:nvSpPr>
          <p:cNvPr id="160112217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038598" y="6356349"/>
            <a:ext cx="41148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32134629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610599" y="6356349"/>
            <a:ext cx="1931133" cy="365124"/>
          </a:xfrm>
        </p:spPr>
        <p:txBody>
          <a:bodyPr/>
          <a:lstStyle/>
          <a:p>
            <a:pPr>
              <a:defRPr/>
            </a:pPr>
            <a:fld id="{A2569DA3-41F7-7DA5-F876-627BD95322F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solidFill>
          <a:schemeClr val="accent1">
            <a:lumMod val="40000"/>
            <a:lumOff val="60000"/>
            <a:alpha val="24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81017642" name=""/>
          <p:cNvPicPr/>
          <p:nvPr/>
        </p:nvPicPr>
        <p:blipFill rotWithShape="1">
          <a:blip r:embed="rId2"/>
          <a:stretch/>
        </p:blipFill>
        <p:spPr bwMode="auto">
          <a:xfrm rot="0" flipH="0" flipV="0">
            <a:off x="-3046" y="0"/>
            <a:ext cx="12198094" cy="6858000"/>
          </a:xfrm>
          <a:prstGeom prst="rect">
            <a:avLst/>
          </a:prstGeom>
        </p:spPr>
      </p:pic>
      <p:grpSp>
        <p:nvGrpSpPr>
          <p:cNvPr id="1938851475" name=""/>
          <p:cNvGrpSpPr/>
          <p:nvPr/>
        </p:nvGrpSpPr>
        <p:grpSpPr bwMode="auto">
          <a:xfrm flipH="0" flipV="0">
            <a:off x="9305114" y="350006"/>
            <a:ext cx="2648877" cy="4148665"/>
            <a:chOff x="0" y="0"/>
            <a:chExt cx="2648877" cy="4148665"/>
          </a:xfrm>
        </p:grpSpPr>
        <p:grpSp>
          <p:nvGrpSpPr>
            <p:cNvPr id="663409677" name=""/>
            <p:cNvGrpSpPr/>
            <p:nvPr/>
          </p:nvGrpSpPr>
          <p:grpSpPr bwMode="auto">
            <a:xfrm flipH="0" flipV="0">
              <a:off x="0" y="0"/>
              <a:ext cx="2648877" cy="2286173"/>
              <a:chOff x="0" y="0"/>
              <a:chExt cx="2648877" cy="2286173"/>
            </a:xfrm>
          </p:grpSpPr>
          <p:grpSp>
            <p:nvGrpSpPr>
              <p:cNvPr id="681479371" name=""/>
              <p:cNvGrpSpPr/>
              <p:nvPr/>
            </p:nvGrpSpPr>
            <p:grpSpPr bwMode="auto">
              <a:xfrm flipH="0" flipV="0">
                <a:off x="0" y="0"/>
                <a:ext cx="2648877" cy="455273"/>
                <a:chOff x="0" y="0"/>
                <a:chExt cx="2648877" cy="455273"/>
              </a:xfrm>
            </p:grpSpPr>
            <p:sp>
              <p:nvSpPr>
                <p:cNvPr id="788635290" name=""/>
                <p:cNvSpPr/>
                <p:nvPr/>
              </p:nvSpPr>
              <p:spPr bwMode="auto">
                <a:xfrm rot="0" flipH="0" flipV="0">
                  <a:off x="0" y="0"/>
                  <a:ext cx="455273" cy="455273"/>
                </a:xfrm>
                <a:prstGeom prst="mathPlus">
                  <a:avLst>
                    <a:gd name="adj1" fmla="val 6521"/>
                  </a:avLst>
                </a:prstGeom>
                <a:solidFill>
                  <a:schemeClr val="accent2">
                    <a:lumMod val="60000"/>
                    <a:lumOff val="40000"/>
                    <a:alpha val="47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401753927" name=""/>
                <p:cNvSpPr/>
                <p:nvPr/>
              </p:nvSpPr>
              <p:spPr bwMode="auto">
                <a:xfrm rot="0" flipH="0" flipV="0">
                  <a:off x="438719" y="0"/>
                  <a:ext cx="455273" cy="455273"/>
                </a:xfrm>
                <a:prstGeom prst="mathPlus">
                  <a:avLst>
                    <a:gd name="adj1" fmla="val 6521"/>
                  </a:avLst>
                </a:prstGeom>
                <a:solidFill>
                  <a:schemeClr val="accent2">
                    <a:lumMod val="60000"/>
                    <a:lumOff val="40000"/>
                    <a:alpha val="47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113902172" name=""/>
                <p:cNvSpPr/>
                <p:nvPr/>
              </p:nvSpPr>
              <p:spPr bwMode="auto">
                <a:xfrm rot="0" flipH="0" flipV="0">
                  <a:off x="877438" y="0"/>
                  <a:ext cx="455273" cy="455273"/>
                </a:xfrm>
                <a:prstGeom prst="mathPlus">
                  <a:avLst>
                    <a:gd name="adj1" fmla="val 6521"/>
                  </a:avLst>
                </a:prstGeom>
                <a:solidFill>
                  <a:schemeClr val="accent2">
                    <a:lumMod val="60000"/>
                    <a:lumOff val="40000"/>
                    <a:alpha val="47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399350474" name=""/>
                <p:cNvSpPr/>
                <p:nvPr/>
              </p:nvSpPr>
              <p:spPr bwMode="auto">
                <a:xfrm rot="0" flipH="0" flipV="0">
                  <a:off x="1316160" y="0"/>
                  <a:ext cx="455273" cy="455273"/>
                </a:xfrm>
                <a:prstGeom prst="mathPlus">
                  <a:avLst>
                    <a:gd name="adj1" fmla="val 6521"/>
                  </a:avLst>
                </a:prstGeom>
                <a:solidFill>
                  <a:schemeClr val="accent2">
                    <a:lumMod val="60000"/>
                    <a:lumOff val="40000"/>
                    <a:alpha val="47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050929102" name=""/>
                <p:cNvSpPr/>
                <p:nvPr/>
              </p:nvSpPr>
              <p:spPr bwMode="auto">
                <a:xfrm rot="0" flipH="0" flipV="0">
                  <a:off x="1754880" y="0"/>
                  <a:ext cx="455273" cy="455273"/>
                </a:xfrm>
                <a:prstGeom prst="mathPlus">
                  <a:avLst>
                    <a:gd name="adj1" fmla="val 6521"/>
                  </a:avLst>
                </a:prstGeom>
                <a:solidFill>
                  <a:schemeClr val="accent2">
                    <a:lumMod val="60000"/>
                    <a:lumOff val="40000"/>
                    <a:alpha val="47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684691059" name=""/>
                <p:cNvSpPr/>
                <p:nvPr/>
              </p:nvSpPr>
              <p:spPr bwMode="auto">
                <a:xfrm rot="0" flipH="0" flipV="0">
                  <a:off x="2193601" y="0"/>
                  <a:ext cx="455273" cy="455273"/>
                </a:xfrm>
                <a:prstGeom prst="mathPlus">
                  <a:avLst>
                    <a:gd name="adj1" fmla="val 6521"/>
                  </a:avLst>
                </a:prstGeom>
                <a:solidFill>
                  <a:schemeClr val="accent2">
                    <a:lumMod val="60000"/>
                    <a:lumOff val="40000"/>
                    <a:alpha val="47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  <p:grpSp>
            <p:nvGrpSpPr>
              <p:cNvPr id="1182960025" name=""/>
              <p:cNvGrpSpPr/>
              <p:nvPr/>
            </p:nvGrpSpPr>
            <p:grpSpPr bwMode="auto">
              <a:xfrm flipH="0" flipV="0">
                <a:off x="0" y="457723"/>
                <a:ext cx="2648877" cy="455273"/>
                <a:chOff x="0" y="0"/>
                <a:chExt cx="2648877" cy="455273"/>
              </a:xfrm>
            </p:grpSpPr>
            <p:sp>
              <p:nvSpPr>
                <p:cNvPr id="1793378341" name=""/>
                <p:cNvSpPr/>
                <p:nvPr/>
              </p:nvSpPr>
              <p:spPr bwMode="auto">
                <a:xfrm rot="0" flipH="0" flipV="0">
                  <a:off x="0" y="0"/>
                  <a:ext cx="455273" cy="455273"/>
                </a:xfrm>
                <a:prstGeom prst="mathPlus">
                  <a:avLst>
                    <a:gd name="adj1" fmla="val 6521"/>
                  </a:avLst>
                </a:prstGeom>
                <a:solidFill>
                  <a:schemeClr val="accent2">
                    <a:lumMod val="60000"/>
                    <a:lumOff val="40000"/>
                    <a:alpha val="47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364448759" name=""/>
                <p:cNvSpPr/>
                <p:nvPr/>
              </p:nvSpPr>
              <p:spPr bwMode="auto">
                <a:xfrm rot="0" flipH="0" flipV="0">
                  <a:off x="438719" y="0"/>
                  <a:ext cx="455273" cy="455273"/>
                </a:xfrm>
                <a:prstGeom prst="mathPlus">
                  <a:avLst>
                    <a:gd name="adj1" fmla="val 6521"/>
                  </a:avLst>
                </a:prstGeom>
                <a:solidFill>
                  <a:schemeClr val="accent2">
                    <a:lumMod val="60000"/>
                    <a:lumOff val="40000"/>
                    <a:alpha val="47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113584667" name=""/>
                <p:cNvSpPr/>
                <p:nvPr/>
              </p:nvSpPr>
              <p:spPr bwMode="auto">
                <a:xfrm rot="0" flipH="0" flipV="0">
                  <a:off x="877438" y="0"/>
                  <a:ext cx="455273" cy="455273"/>
                </a:xfrm>
                <a:prstGeom prst="mathPlus">
                  <a:avLst>
                    <a:gd name="adj1" fmla="val 6521"/>
                  </a:avLst>
                </a:prstGeom>
                <a:solidFill>
                  <a:schemeClr val="accent2">
                    <a:lumMod val="60000"/>
                    <a:lumOff val="40000"/>
                    <a:alpha val="47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100091108" name=""/>
                <p:cNvSpPr/>
                <p:nvPr/>
              </p:nvSpPr>
              <p:spPr bwMode="auto">
                <a:xfrm rot="0" flipH="0" flipV="0">
                  <a:off x="1316160" y="0"/>
                  <a:ext cx="455273" cy="455273"/>
                </a:xfrm>
                <a:prstGeom prst="mathPlus">
                  <a:avLst>
                    <a:gd name="adj1" fmla="val 6521"/>
                  </a:avLst>
                </a:prstGeom>
                <a:solidFill>
                  <a:schemeClr val="accent2">
                    <a:lumMod val="60000"/>
                    <a:lumOff val="40000"/>
                    <a:alpha val="47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435783958" name=""/>
                <p:cNvSpPr/>
                <p:nvPr/>
              </p:nvSpPr>
              <p:spPr bwMode="auto">
                <a:xfrm rot="0" flipH="0" flipV="0">
                  <a:off x="1754880" y="0"/>
                  <a:ext cx="455273" cy="455273"/>
                </a:xfrm>
                <a:prstGeom prst="mathPlus">
                  <a:avLst>
                    <a:gd name="adj1" fmla="val 6521"/>
                  </a:avLst>
                </a:prstGeom>
                <a:solidFill>
                  <a:schemeClr val="accent2">
                    <a:lumMod val="60000"/>
                    <a:lumOff val="40000"/>
                    <a:alpha val="47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422606355" name=""/>
                <p:cNvSpPr/>
                <p:nvPr/>
              </p:nvSpPr>
              <p:spPr bwMode="auto">
                <a:xfrm rot="0" flipH="0" flipV="0">
                  <a:off x="2193601" y="0"/>
                  <a:ext cx="455273" cy="455273"/>
                </a:xfrm>
                <a:prstGeom prst="mathPlus">
                  <a:avLst>
                    <a:gd name="adj1" fmla="val 6521"/>
                  </a:avLst>
                </a:prstGeom>
                <a:solidFill>
                  <a:schemeClr val="accent2">
                    <a:lumMod val="60000"/>
                    <a:lumOff val="40000"/>
                    <a:alpha val="47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  <p:grpSp>
            <p:nvGrpSpPr>
              <p:cNvPr id="587760386" name=""/>
              <p:cNvGrpSpPr/>
              <p:nvPr/>
            </p:nvGrpSpPr>
            <p:grpSpPr bwMode="auto">
              <a:xfrm flipH="0" flipV="0">
                <a:off x="0" y="915447"/>
                <a:ext cx="2648877" cy="455273"/>
                <a:chOff x="0" y="0"/>
                <a:chExt cx="2648877" cy="455273"/>
              </a:xfrm>
            </p:grpSpPr>
            <p:sp>
              <p:nvSpPr>
                <p:cNvPr id="1238951999" name=""/>
                <p:cNvSpPr/>
                <p:nvPr/>
              </p:nvSpPr>
              <p:spPr bwMode="auto">
                <a:xfrm rot="0" flipH="0" flipV="0">
                  <a:off x="0" y="0"/>
                  <a:ext cx="455273" cy="455273"/>
                </a:xfrm>
                <a:prstGeom prst="mathPlus">
                  <a:avLst>
                    <a:gd name="adj1" fmla="val 6521"/>
                  </a:avLst>
                </a:prstGeom>
                <a:solidFill>
                  <a:schemeClr val="accent2">
                    <a:lumMod val="60000"/>
                    <a:lumOff val="40000"/>
                    <a:alpha val="47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767678999" name=""/>
                <p:cNvSpPr/>
                <p:nvPr/>
              </p:nvSpPr>
              <p:spPr bwMode="auto">
                <a:xfrm rot="0" flipH="0" flipV="0">
                  <a:off x="438719" y="0"/>
                  <a:ext cx="455273" cy="455273"/>
                </a:xfrm>
                <a:prstGeom prst="mathPlus">
                  <a:avLst>
                    <a:gd name="adj1" fmla="val 6521"/>
                  </a:avLst>
                </a:prstGeom>
                <a:solidFill>
                  <a:schemeClr val="accent2">
                    <a:lumMod val="60000"/>
                    <a:lumOff val="40000"/>
                    <a:alpha val="47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56081912" name=""/>
                <p:cNvSpPr/>
                <p:nvPr/>
              </p:nvSpPr>
              <p:spPr bwMode="auto">
                <a:xfrm rot="0" flipH="0" flipV="0">
                  <a:off x="877438" y="0"/>
                  <a:ext cx="455273" cy="455273"/>
                </a:xfrm>
                <a:prstGeom prst="mathPlus">
                  <a:avLst>
                    <a:gd name="adj1" fmla="val 6521"/>
                  </a:avLst>
                </a:prstGeom>
                <a:solidFill>
                  <a:schemeClr val="accent2">
                    <a:lumMod val="60000"/>
                    <a:lumOff val="40000"/>
                    <a:alpha val="47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859413094" name=""/>
                <p:cNvSpPr/>
                <p:nvPr/>
              </p:nvSpPr>
              <p:spPr bwMode="auto">
                <a:xfrm rot="0" flipH="0" flipV="0">
                  <a:off x="1316160" y="0"/>
                  <a:ext cx="455273" cy="455273"/>
                </a:xfrm>
                <a:prstGeom prst="mathPlus">
                  <a:avLst>
                    <a:gd name="adj1" fmla="val 6521"/>
                  </a:avLst>
                </a:prstGeom>
                <a:solidFill>
                  <a:schemeClr val="accent2">
                    <a:lumMod val="60000"/>
                    <a:lumOff val="40000"/>
                    <a:alpha val="47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79447454" name=""/>
                <p:cNvSpPr/>
                <p:nvPr/>
              </p:nvSpPr>
              <p:spPr bwMode="auto">
                <a:xfrm rot="0" flipH="0" flipV="0">
                  <a:off x="1754880" y="0"/>
                  <a:ext cx="455273" cy="455273"/>
                </a:xfrm>
                <a:prstGeom prst="mathPlus">
                  <a:avLst>
                    <a:gd name="adj1" fmla="val 6521"/>
                  </a:avLst>
                </a:prstGeom>
                <a:solidFill>
                  <a:schemeClr val="accent2">
                    <a:lumMod val="60000"/>
                    <a:lumOff val="40000"/>
                    <a:alpha val="47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069891254" name=""/>
                <p:cNvSpPr/>
                <p:nvPr/>
              </p:nvSpPr>
              <p:spPr bwMode="auto">
                <a:xfrm rot="0" flipH="0" flipV="0">
                  <a:off x="2193601" y="0"/>
                  <a:ext cx="455273" cy="455273"/>
                </a:xfrm>
                <a:prstGeom prst="mathPlus">
                  <a:avLst>
                    <a:gd name="adj1" fmla="val 6521"/>
                  </a:avLst>
                </a:prstGeom>
                <a:solidFill>
                  <a:schemeClr val="accent2">
                    <a:lumMod val="60000"/>
                    <a:lumOff val="40000"/>
                    <a:alpha val="47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  <p:grpSp>
            <p:nvGrpSpPr>
              <p:cNvPr id="630267908" name=""/>
              <p:cNvGrpSpPr/>
              <p:nvPr/>
            </p:nvGrpSpPr>
            <p:grpSpPr bwMode="auto">
              <a:xfrm flipH="0" flipV="0">
                <a:off x="0" y="1373172"/>
                <a:ext cx="2648877" cy="455273"/>
                <a:chOff x="0" y="0"/>
                <a:chExt cx="2648877" cy="455273"/>
              </a:xfrm>
            </p:grpSpPr>
            <p:sp>
              <p:nvSpPr>
                <p:cNvPr id="1564649250" name=""/>
                <p:cNvSpPr/>
                <p:nvPr/>
              </p:nvSpPr>
              <p:spPr bwMode="auto">
                <a:xfrm rot="0" flipH="0" flipV="0">
                  <a:off x="0" y="0"/>
                  <a:ext cx="455273" cy="455273"/>
                </a:xfrm>
                <a:prstGeom prst="mathPlus">
                  <a:avLst>
                    <a:gd name="adj1" fmla="val 6521"/>
                  </a:avLst>
                </a:prstGeom>
                <a:solidFill>
                  <a:schemeClr val="accent2">
                    <a:lumMod val="60000"/>
                    <a:lumOff val="40000"/>
                    <a:alpha val="47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461227115" name=""/>
                <p:cNvSpPr/>
                <p:nvPr/>
              </p:nvSpPr>
              <p:spPr bwMode="auto">
                <a:xfrm rot="0" flipH="0" flipV="0">
                  <a:off x="438719" y="0"/>
                  <a:ext cx="455273" cy="455273"/>
                </a:xfrm>
                <a:prstGeom prst="mathPlus">
                  <a:avLst>
                    <a:gd name="adj1" fmla="val 6521"/>
                  </a:avLst>
                </a:prstGeom>
                <a:solidFill>
                  <a:schemeClr val="accent2">
                    <a:lumMod val="60000"/>
                    <a:lumOff val="40000"/>
                    <a:alpha val="47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0305769" name=""/>
                <p:cNvSpPr/>
                <p:nvPr/>
              </p:nvSpPr>
              <p:spPr bwMode="auto">
                <a:xfrm rot="0" flipH="0" flipV="0">
                  <a:off x="877438" y="0"/>
                  <a:ext cx="455273" cy="455273"/>
                </a:xfrm>
                <a:prstGeom prst="mathPlus">
                  <a:avLst>
                    <a:gd name="adj1" fmla="val 6521"/>
                  </a:avLst>
                </a:prstGeom>
                <a:solidFill>
                  <a:schemeClr val="accent2">
                    <a:lumMod val="60000"/>
                    <a:lumOff val="40000"/>
                    <a:alpha val="47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45866157" name=""/>
                <p:cNvSpPr/>
                <p:nvPr/>
              </p:nvSpPr>
              <p:spPr bwMode="auto">
                <a:xfrm rot="0" flipH="0" flipV="0">
                  <a:off x="1316160" y="0"/>
                  <a:ext cx="455273" cy="455273"/>
                </a:xfrm>
                <a:prstGeom prst="mathPlus">
                  <a:avLst>
                    <a:gd name="adj1" fmla="val 6521"/>
                  </a:avLst>
                </a:prstGeom>
                <a:solidFill>
                  <a:schemeClr val="accent2">
                    <a:lumMod val="60000"/>
                    <a:lumOff val="40000"/>
                    <a:alpha val="47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437096134" name=""/>
                <p:cNvSpPr/>
                <p:nvPr/>
              </p:nvSpPr>
              <p:spPr bwMode="auto">
                <a:xfrm rot="0" flipH="0" flipV="0">
                  <a:off x="1754880" y="0"/>
                  <a:ext cx="455273" cy="455273"/>
                </a:xfrm>
                <a:prstGeom prst="mathPlus">
                  <a:avLst>
                    <a:gd name="adj1" fmla="val 6521"/>
                  </a:avLst>
                </a:prstGeom>
                <a:solidFill>
                  <a:schemeClr val="accent2">
                    <a:lumMod val="60000"/>
                    <a:lumOff val="40000"/>
                    <a:alpha val="47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480268791" name=""/>
                <p:cNvSpPr/>
                <p:nvPr/>
              </p:nvSpPr>
              <p:spPr bwMode="auto">
                <a:xfrm rot="0" flipH="0" flipV="0">
                  <a:off x="2193601" y="0"/>
                  <a:ext cx="455273" cy="455273"/>
                </a:xfrm>
                <a:prstGeom prst="mathPlus">
                  <a:avLst>
                    <a:gd name="adj1" fmla="val 6521"/>
                  </a:avLst>
                </a:prstGeom>
                <a:solidFill>
                  <a:schemeClr val="accent2">
                    <a:lumMod val="60000"/>
                    <a:lumOff val="40000"/>
                    <a:alpha val="47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  <p:grpSp>
            <p:nvGrpSpPr>
              <p:cNvPr id="1781753385" name=""/>
              <p:cNvGrpSpPr/>
              <p:nvPr/>
            </p:nvGrpSpPr>
            <p:grpSpPr bwMode="auto">
              <a:xfrm flipH="0" flipV="0">
                <a:off x="0" y="1830897"/>
                <a:ext cx="2648877" cy="455273"/>
                <a:chOff x="0" y="0"/>
                <a:chExt cx="2648877" cy="455273"/>
              </a:xfrm>
            </p:grpSpPr>
            <p:sp>
              <p:nvSpPr>
                <p:cNvPr id="1477080759" name=""/>
                <p:cNvSpPr/>
                <p:nvPr/>
              </p:nvSpPr>
              <p:spPr bwMode="auto">
                <a:xfrm rot="0" flipH="0" flipV="0">
                  <a:off x="0" y="0"/>
                  <a:ext cx="455273" cy="455273"/>
                </a:xfrm>
                <a:prstGeom prst="mathPlus">
                  <a:avLst>
                    <a:gd name="adj1" fmla="val 6521"/>
                  </a:avLst>
                </a:prstGeom>
                <a:solidFill>
                  <a:schemeClr val="accent2">
                    <a:lumMod val="60000"/>
                    <a:lumOff val="40000"/>
                    <a:alpha val="47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190144071" name=""/>
                <p:cNvSpPr/>
                <p:nvPr/>
              </p:nvSpPr>
              <p:spPr bwMode="auto">
                <a:xfrm rot="0" flipH="0" flipV="0">
                  <a:off x="438719" y="0"/>
                  <a:ext cx="455273" cy="455273"/>
                </a:xfrm>
                <a:prstGeom prst="mathPlus">
                  <a:avLst>
                    <a:gd name="adj1" fmla="val 6521"/>
                  </a:avLst>
                </a:prstGeom>
                <a:solidFill>
                  <a:schemeClr val="accent2">
                    <a:lumMod val="60000"/>
                    <a:lumOff val="40000"/>
                    <a:alpha val="47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444718952" name=""/>
                <p:cNvSpPr/>
                <p:nvPr/>
              </p:nvSpPr>
              <p:spPr bwMode="auto">
                <a:xfrm rot="0" flipH="0" flipV="0">
                  <a:off x="877438" y="0"/>
                  <a:ext cx="455273" cy="455273"/>
                </a:xfrm>
                <a:prstGeom prst="mathPlus">
                  <a:avLst>
                    <a:gd name="adj1" fmla="val 6521"/>
                  </a:avLst>
                </a:prstGeom>
                <a:solidFill>
                  <a:schemeClr val="accent2">
                    <a:lumMod val="60000"/>
                    <a:lumOff val="40000"/>
                    <a:alpha val="47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153289699" name=""/>
                <p:cNvSpPr/>
                <p:nvPr/>
              </p:nvSpPr>
              <p:spPr bwMode="auto">
                <a:xfrm rot="0" flipH="0" flipV="0">
                  <a:off x="1316160" y="0"/>
                  <a:ext cx="455273" cy="455273"/>
                </a:xfrm>
                <a:prstGeom prst="mathPlus">
                  <a:avLst>
                    <a:gd name="adj1" fmla="val 6521"/>
                  </a:avLst>
                </a:prstGeom>
                <a:solidFill>
                  <a:schemeClr val="accent2">
                    <a:lumMod val="60000"/>
                    <a:lumOff val="40000"/>
                    <a:alpha val="47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662908307" name=""/>
                <p:cNvSpPr/>
                <p:nvPr/>
              </p:nvSpPr>
              <p:spPr bwMode="auto">
                <a:xfrm rot="0" flipH="0" flipV="0">
                  <a:off x="1754880" y="0"/>
                  <a:ext cx="455273" cy="455273"/>
                </a:xfrm>
                <a:prstGeom prst="mathPlus">
                  <a:avLst>
                    <a:gd name="adj1" fmla="val 6521"/>
                  </a:avLst>
                </a:prstGeom>
                <a:solidFill>
                  <a:schemeClr val="accent2">
                    <a:lumMod val="60000"/>
                    <a:lumOff val="40000"/>
                    <a:alpha val="47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731505266" name=""/>
                <p:cNvSpPr/>
                <p:nvPr/>
              </p:nvSpPr>
              <p:spPr bwMode="auto">
                <a:xfrm rot="0" flipH="0" flipV="0">
                  <a:off x="2193601" y="0"/>
                  <a:ext cx="455273" cy="455273"/>
                </a:xfrm>
                <a:prstGeom prst="mathPlus">
                  <a:avLst>
                    <a:gd name="adj1" fmla="val 6521"/>
                  </a:avLst>
                </a:prstGeom>
                <a:solidFill>
                  <a:schemeClr val="accent2">
                    <a:lumMod val="60000"/>
                    <a:lumOff val="40000"/>
                    <a:alpha val="47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</p:grpSp>
        <p:grpSp>
          <p:nvGrpSpPr>
            <p:cNvPr id="107412266" name=""/>
            <p:cNvGrpSpPr/>
            <p:nvPr/>
          </p:nvGrpSpPr>
          <p:grpSpPr bwMode="auto">
            <a:xfrm rot="0" flipH="0" flipV="0">
              <a:off x="0" y="2317769"/>
              <a:ext cx="2648877" cy="455273"/>
              <a:chOff x="0" y="0"/>
              <a:chExt cx="2648877" cy="455273"/>
            </a:xfrm>
          </p:grpSpPr>
          <p:sp>
            <p:nvSpPr>
              <p:cNvPr id="377990485" name=""/>
              <p:cNvSpPr/>
              <p:nvPr/>
            </p:nvSpPr>
            <p:spPr bwMode="auto">
              <a:xfrm rot="0" flipH="0" flipV="0">
                <a:off x="0" y="0"/>
                <a:ext cx="455273" cy="455273"/>
              </a:xfrm>
              <a:prstGeom prst="mathPlus">
                <a:avLst>
                  <a:gd name="adj1" fmla="val 6521"/>
                </a:avLst>
              </a:prstGeom>
              <a:solidFill>
                <a:schemeClr val="accent2">
                  <a:lumMod val="60000"/>
                  <a:lumOff val="40000"/>
                  <a:alpha val="47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828057454" name=""/>
              <p:cNvSpPr/>
              <p:nvPr/>
            </p:nvSpPr>
            <p:spPr bwMode="auto">
              <a:xfrm rot="0" flipH="0" flipV="0">
                <a:off x="438719" y="0"/>
                <a:ext cx="455273" cy="455273"/>
              </a:xfrm>
              <a:prstGeom prst="mathPlus">
                <a:avLst>
                  <a:gd name="adj1" fmla="val 6521"/>
                </a:avLst>
              </a:prstGeom>
              <a:solidFill>
                <a:schemeClr val="accent2">
                  <a:lumMod val="60000"/>
                  <a:lumOff val="40000"/>
                  <a:alpha val="47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556859608" name=""/>
              <p:cNvSpPr/>
              <p:nvPr/>
            </p:nvSpPr>
            <p:spPr bwMode="auto">
              <a:xfrm rot="0" flipH="0" flipV="0">
                <a:off x="877438" y="0"/>
                <a:ext cx="455273" cy="455273"/>
              </a:xfrm>
              <a:prstGeom prst="mathPlus">
                <a:avLst>
                  <a:gd name="adj1" fmla="val 6521"/>
                </a:avLst>
              </a:prstGeom>
              <a:solidFill>
                <a:schemeClr val="accent2">
                  <a:lumMod val="60000"/>
                  <a:lumOff val="40000"/>
                  <a:alpha val="47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072058705" name=""/>
              <p:cNvSpPr/>
              <p:nvPr/>
            </p:nvSpPr>
            <p:spPr bwMode="auto">
              <a:xfrm rot="0" flipH="0" flipV="0">
                <a:off x="1316160" y="0"/>
                <a:ext cx="455273" cy="455273"/>
              </a:xfrm>
              <a:prstGeom prst="mathPlus">
                <a:avLst>
                  <a:gd name="adj1" fmla="val 6521"/>
                </a:avLst>
              </a:prstGeom>
              <a:solidFill>
                <a:schemeClr val="accent2">
                  <a:lumMod val="60000"/>
                  <a:lumOff val="40000"/>
                  <a:alpha val="47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347695968" name=""/>
              <p:cNvSpPr/>
              <p:nvPr/>
            </p:nvSpPr>
            <p:spPr bwMode="auto">
              <a:xfrm rot="0" flipH="0" flipV="0">
                <a:off x="1754880" y="0"/>
                <a:ext cx="455273" cy="455273"/>
              </a:xfrm>
              <a:prstGeom prst="mathPlus">
                <a:avLst>
                  <a:gd name="adj1" fmla="val 6521"/>
                </a:avLst>
              </a:prstGeom>
              <a:solidFill>
                <a:schemeClr val="accent2">
                  <a:lumMod val="60000"/>
                  <a:lumOff val="40000"/>
                  <a:alpha val="47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508729911" name=""/>
              <p:cNvSpPr/>
              <p:nvPr/>
            </p:nvSpPr>
            <p:spPr bwMode="auto">
              <a:xfrm rot="0" flipH="0" flipV="0">
                <a:off x="2193601" y="0"/>
                <a:ext cx="455273" cy="455273"/>
              </a:xfrm>
              <a:prstGeom prst="mathPlus">
                <a:avLst>
                  <a:gd name="adj1" fmla="val 6521"/>
                </a:avLst>
              </a:prstGeom>
              <a:solidFill>
                <a:schemeClr val="accent2">
                  <a:lumMod val="60000"/>
                  <a:lumOff val="40000"/>
                  <a:alpha val="47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  <p:grpSp>
          <p:nvGrpSpPr>
            <p:cNvPr id="2090382198" name=""/>
            <p:cNvGrpSpPr/>
            <p:nvPr/>
          </p:nvGrpSpPr>
          <p:grpSpPr bwMode="auto">
            <a:xfrm rot="0" flipH="0" flipV="0">
              <a:off x="0" y="2775492"/>
              <a:ext cx="2648877" cy="455273"/>
              <a:chOff x="0" y="0"/>
              <a:chExt cx="2648877" cy="455273"/>
            </a:xfrm>
          </p:grpSpPr>
          <p:sp>
            <p:nvSpPr>
              <p:cNvPr id="1085398625" name=""/>
              <p:cNvSpPr/>
              <p:nvPr/>
            </p:nvSpPr>
            <p:spPr bwMode="auto">
              <a:xfrm rot="0" flipH="0" flipV="0">
                <a:off x="0" y="0"/>
                <a:ext cx="455273" cy="455273"/>
              </a:xfrm>
              <a:prstGeom prst="mathPlus">
                <a:avLst>
                  <a:gd name="adj1" fmla="val 6521"/>
                </a:avLst>
              </a:prstGeom>
              <a:solidFill>
                <a:schemeClr val="accent2">
                  <a:lumMod val="60000"/>
                  <a:lumOff val="40000"/>
                  <a:alpha val="47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442038000" name=""/>
              <p:cNvSpPr/>
              <p:nvPr/>
            </p:nvSpPr>
            <p:spPr bwMode="auto">
              <a:xfrm rot="0" flipH="0" flipV="0">
                <a:off x="438719" y="0"/>
                <a:ext cx="455273" cy="455273"/>
              </a:xfrm>
              <a:prstGeom prst="mathPlus">
                <a:avLst>
                  <a:gd name="adj1" fmla="val 6521"/>
                </a:avLst>
              </a:prstGeom>
              <a:solidFill>
                <a:schemeClr val="accent2">
                  <a:lumMod val="60000"/>
                  <a:lumOff val="40000"/>
                  <a:alpha val="47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297078310" name=""/>
              <p:cNvSpPr/>
              <p:nvPr/>
            </p:nvSpPr>
            <p:spPr bwMode="auto">
              <a:xfrm rot="0" flipH="0" flipV="0">
                <a:off x="877438" y="0"/>
                <a:ext cx="455273" cy="455273"/>
              </a:xfrm>
              <a:prstGeom prst="mathPlus">
                <a:avLst>
                  <a:gd name="adj1" fmla="val 6521"/>
                </a:avLst>
              </a:prstGeom>
              <a:solidFill>
                <a:schemeClr val="accent2">
                  <a:lumMod val="60000"/>
                  <a:lumOff val="40000"/>
                  <a:alpha val="47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552798868" name=""/>
              <p:cNvSpPr/>
              <p:nvPr/>
            </p:nvSpPr>
            <p:spPr bwMode="auto">
              <a:xfrm rot="0" flipH="0" flipV="0">
                <a:off x="1316160" y="0"/>
                <a:ext cx="455273" cy="455273"/>
              </a:xfrm>
              <a:prstGeom prst="mathPlus">
                <a:avLst>
                  <a:gd name="adj1" fmla="val 6521"/>
                </a:avLst>
              </a:prstGeom>
              <a:solidFill>
                <a:schemeClr val="accent2">
                  <a:lumMod val="60000"/>
                  <a:lumOff val="40000"/>
                  <a:alpha val="47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385146214" name=""/>
              <p:cNvSpPr/>
              <p:nvPr/>
            </p:nvSpPr>
            <p:spPr bwMode="auto">
              <a:xfrm rot="0" flipH="0" flipV="0">
                <a:off x="1754880" y="0"/>
                <a:ext cx="455273" cy="455273"/>
              </a:xfrm>
              <a:prstGeom prst="mathPlus">
                <a:avLst>
                  <a:gd name="adj1" fmla="val 6521"/>
                </a:avLst>
              </a:prstGeom>
              <a:solidFill>
                <a:schemeClr val="accent2">
                  <a:lumMod val="60000"/>
                  <a:lumOff val="40000"/>
                  <a:alpha val="47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744585684" name=""/>
              <p:cNvSpPr/>
              <p:nvPr/>
            </p:nvSpPr>
            <p:spPr bwMode="auto">
              <a:xfrm rot="0" flipH="0" flipV="0">
                <a:off x="2193601" y="0"/>
                <a:ext cx="455273" cy="455273"/>
              </a:xfrm>
              <a:prstGeom prst="mathPlus">
                <a:avLst>
                  <a:gd name="adj1" fmla="val 6521"/>
                </a:avLst>
              </a:prstGeom>
              <a:solidFill>
                <a:schemeClr val="accent2">
                  <a:lumMod val="60000"/>
                  <a:lumOff val="40000"/>
                  <a:alpha val="47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  <p:grpSp>
          <p:nvGrpSpPr>
            <p:cNvPr id="430024908" name=""/>
            <p:cNvGrpSpPr/>
            <p:nvPr/>
          </p:nvGrpSpPr>
          <p:grpSpPr bwMode="auto">
            <a:xfrm rot="0" flipH="0" flipV="0">
              <a:off x="0" y="3235665"/>
              <a:ext cx="2648877" cy="455273"/>
              <a:chOff x="0" y="0"/>
              <a:chExt cx="2648877" cy="455273"/>
            </a:xfrm>
          </p:grpSpPr>
          <p:sp>
            <p:nvSpPr>
              <p:cNvPr id="1331700068" name=""/>
              <p:cNvSpPr/>
              <p:nvPr/>
            </p:nvSpPr>
            <p:spPr bwMode="auto">
              <a:xfrm rot="0" flipH="0" flipV="0">
                <a:off x="0" y="0"/>
                <a:ext cx="455273" cy="455273"/>
              </a:xfrm>
              <a:prstGeom prst="mathPlus">
                <a:avLst>
                  <a:gd name="adj1" fmla="val 6521"/>
                </a:avLst>
              </a:prstGeom>
              <a:solidFill>
                <a:schemeClr val="accent2">
                  <a:lumMod val="60000"/>
                  <a:lumOff val="40000"/>
                  <a:alpha val="47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924072362" name=""/>
              <p:cNvSpPr/>
              <p:nvPr/>
            </p:nvSpPr>
            <p:spPr bwMode="auto">
              <a:xfrm rot="0" flipH="0" flipV="0">
                <a:off x="438719" y="0"/>
                <a:ext cx="455273" cy="455273"/>
              </a:xfrm>
              <a:prstGeom prst="mathPlus">
                <a:avLst>
                  <a:gd name="adj1" fmla="val 6521"/>
                </a:avLst>
              </a:prstGeom>
              <a:solidFill>
                <a:schemeClr val="accent2">
                  <a:lumMod val="60000"/>
                  <a:lumOff val="40000"/>
                  <a:alpha val="47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292992902" name=""/>
              <p:cNvSpPr/>
              <p:nvPr/>
            </p:nvSpPr>
            <p:spPr bwMode="auto">
              <a:xfrm rot="0" flipH="0" flipV="0">
                <a:off x="877438" y="0"/>
                <a:ext cx="455273" cy="455273"/>
              </a:xfrm>
              <a:prstGeom prst="mathPlus">
                <a:avLst>
                  <a:gd name="adj1" fmla="val 6521"/>
                </a:avLst>
              </a:prstGeom>
              <a:solidFill>
                <a:schemeClr val="accent2">
                  <a:lumMod val="60000"/>
                  <a:lumOff val="40000"/>
                  <a:alpha val="47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819863902" name=""/>
              <p:cNvSpPr/>
              <p:nvPr/>
            </p:nvSpPr>
            <p:spPr bwMode="auto">
              <a:xfrm rot="0" flipH="0" flipV="0">
                <a:off x="1316160" y="0"/>
                <a:ext cx="455273" cy="455273"/>
              </a:xfrm>
              <a:prstGeom prst="mathPlus">
                <a:avLst>
                  <a:gd name="adj1" fmla="val 6521"/>
                </a:avLst>
              </a:prstGeom>
              <a:solidFill>
                <a:schemeClr val="accent2">
                  <a:lumMod val="60000"/>
                  <a:lumOff val="40000"/>
                  <a:alpha val="47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262447685" name=""/>
              <p:cNvSpPr/>
              <p:nvPr/>
            </p:nvSpPr>
            <p:spPr bwMode="auto">
              <a:xfrm rot="0" flipH="0" flipV="0">
                <a:off x="1754880" y="0"/>
                <a:ext cx="455273" cy="455273"/>
              </a:xfrm>
              <a:prstGeom prst="mathPlus">
                <a:avLst>
                  <a:gd name="adj1" fmla="val 6521"/>
                </a:avLst>
              </a:prstGeom>
              <a:solidFill>
                <a:schemeClr val="accent2">
                  <a:lumMod val="60000"/>
                  <a:lumOff val="40000"/>
                  <a:alpha val="47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217749826" name=""/>
              <p:cNvSpPr/>
              <p:nvPr/>
            </p:nvSpPr>
            <p:spPr bwMode="auto">
              <a:xfrm rot="0" flipH="0" flipV="0">
                <a:off x="2193601" y="0"/>
                <a:ext cx="455273" cy="455273"/>
              </a:xfrm>
              <a:prstGeom prst="mathPlus">
                <a:avLst>
                  <a:gd name="adj1" fmla="val 6521"/>
                </a:avLst>
              </a:prstGeom>
              <a:solidFill>
                <a:schemeClr val="accent2">
                  <a:lumMod val="60000"/>
                  <a:lumOff val="40000"/>
                  <a:alpha val="47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  <p:grpSp>
          <p:nvGrpSpPr>
            <p:cNvPr id="2056984626" name=""/>
            <p:cNvGrpSpPr/>
            <p:nvPr/>
          </p:nvGrpSpPr>
          <p:grpSpPr bwMode="auto">
            <a:xfrm rot="0" flipH="0" flipV="0">
              <a:off x="0" y="3693390"/>
              <a:ext cx="2648877" cy="455273"/>
              <a:chOff x="0" y="0"/>
              <a:chExt cx="2648877" cy="455273"/>
            </a:xfrm>
          </p:grpSpPr>
          <p:sp>
            <p:nvSpPr>
              <p:cNvPr id="1892254580" name=""/>
              <p:cNvSpPr/>
              <p:nvPr/>
            </p:nvSpPr>
            <p:spPr bwMode="auto">
              <a:xfrm rot="0" flipH="0" flipV="0">
                <a:off x="0" y="0"/>
                <a:ext cx="455273" cy="455273"/>
              </a:xfrm>
              <a:prstGeom prst="mathPlus">
                <a:avLst>
                  <a:gd name="adj1" fmla="val 6521"/>
                </a:avLst>
              </a:prstGeom>
              <a:solidFill>
                <a:schemeClr val="accent2">
                  <a:lumMod val="60000"/>
                  <a:lumOff val="40000"/>
                  <a:alpha val="47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28529217" name=""/>
              <p:cNvSpPr/>
              <p:nvPr/>
            </p:nvSpPr>
            <p:spPr bwMode="auto">
              <a:xfrm rot="0" flipH="0" flipV="0">
                <a:off x="438719" y="0"/>
                <a:ext cx="455273" cy="455273"/>
              </a:xfrm>
              <a:prstGeom prst="mathPlus">
                <a:avLst>
                  <a:gd name="adj1" fmla="val 6521"/>
                </a:avLst>
              </a:prstGeom>
              <a:solidFill>
                <a:schemeClr val="accent2">
                  <a:lumMod val="60000"/>
                  <a:lumOff val="40000"/>
                  <a:alpha val="47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2121091106" name=""/>
              <p:cNvSpPr/>
              <p:nvPr/>
            </p:nvSpPr>
            <p:spPr bwMode="auto">
              <a:xfrm rot="0" flipH="0" flipV="0">
                <a:off x="877438" y="0"/>
                <a:ext cx="455273" cy="455273"/>
              </a:xfrm>
              <a:prstGeom prst="mathPlus">
                <a:avLst>
                  <a:gd name="adj1" fmla="val 6521"/>
                </a:avLst>
              </a:prstGeom>
              <a:solidFill>
                <a:schemeClr val="accent2">
                  <a:lumMod val="60000"/>
                  <a:lumOff val="40000"/>
                  <a:alpha val="47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001799222" name=""/>
              <p:cNvSpPr/>
              <p:nvPr/>
            </p:nvSpPr>
            <p:spPr bwMode="auto">
              <a:xfrm rot="0" flipH="0" flipV="0">
                <a:off x="1316160" y="0"/>
                <a:ext cx="455273" cy="455273"/>
              </a:xfrm>
              <a:prstGeom prst="mathPlus">
                <a:avLst>
                  <a:gd name="adj1" fmla="val 6521"/>
                </a:avLst>
              </a:prstGeom>
              <a:solidFill>
                <a:schemeClr val="accent2">
                  <a:lumMod val="60000"/>
                  <a:lumOff val="40000"/>
                  <a:alpha val="47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543928958" name=""/>
              <p:cNvSpPr/>
              <p:nvPr/>
            </p:nvSpPr>
            <p:spPr bwMode="auto">
              <a:xfrm rot="0" flipH="0" flipV="0">
                <a:off x="1754880" y="0"/>
                <a:ext cx="455273" cy="455273"/>
              </a:xfrm>
              <a:prstGeom prst="mathPlus">
                <a:avLst>
                  <a:gd name="adj1" fmla="val 6521"/>
                </a:avLst>
              </a:prstGeom>
              <a:solidFill>
                <a:schemeClr val="accent2">
                  <a:lumMod val="60000"/>
                  <a:lumOff val="40000"/>
                  <a:alpha val="47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034091720" name=""/>
              <p:cNvSpPr/>
              <p:nvPr/>
            </p:nvSpPr>
            <p:spPr bwMode="auto">
              <a:xfrm rot="0" flipH="0" flipV="0">
                <a:off x="2193601" y="0"/>
                <a:ext cx="455273" cy="455273"/>
              </a:xfrm>
              <a:prstGeom prst="mathPlus">
                <a:avLst>
                  <a:gd name="adj1" fmla="val 6521"/>
                </a:avLst>
              </a:prstGeom>
              <a:solidFill>
                <a:schemeClr val="accent2">
                  <a:lumMod val="60000"/>
                  <a:lumOff val="40000"/>
                  <a:alpha val="47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</p:grpSp>
      <p:sp>
        <p:nvSpPr>
          <p:cNvPr id="1318272558" name=""/>
          <p:cNvSpPr/>
          <p:nvPr/>
        </p:nvSpPr>
        <p:spPr bwMode="auto">
          <a:xfrm rot="0" flipH="0" flipV="0">
            <a:off x="312715" y="776786"/>
            <a:ext cx="10229018" cy="913896"/>
          </a:xfrm>
          <a:prstGeom prst="roundRect">
            <a:avLst>
              <a:gd name="adj" fmla="val 29557"/>
            </a:avLst>
          </a:prstGeom>
          <a:solidFill>
            <a:schemeClr val="bg1">
              <a:alpha val="60000"/>
            </a:schemeClr>
          </a:solidFill>
          <a:ln w="12700" cap="flat" cmpd="sng" algn="ctr">
            <a:solidFill>
              <a:schemeClr val="bg1">
                <a:alpha val="99999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4611642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7" y="776786"/>
            <a:ext cx="9392943" cy="913896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9263776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7" y="1825623"/>
            <a:ext cx="9392943" cy="4417683"/>
          </a:xfrm>
        </p:spPr>
        <p:txBody>
          <a:bodyPr/>
          <a:lstStyle>
            <a:lvl1pPr>
              <a:buFont typeface="Wingdings"/>
              <a:buChar char="§"/>
              <a:defRPr/>
            </a:lvl1pPr>
            <a:lvl2pPr>
              <a:buFont typeface="Wingdings"/>
              <a:buChar char="§"/>
              <a:defRPr/>
            </a:lvl2pPr>
            <a:lvl3pPr>
              <a:buFont typeface="Wingdings"/>
              <a:buChar char="§"/>
              <a:defRPr/>
            </a:lvl3pPr>
            <a:lvl4pPr>
              <a:buFont typeface="Wingdings"/>
              <a:buChar char="§"/>
              <a:defRPr/>
            </a:lvl4pPr>
            <a:lvl5pPr>
              <a:buFont typeface="Wingdings"/>
              <a:buChar char="§"/>
              <a:defRPr/>
            </a:lvl5pPr>
            <a:lvl6pPr>
              <a:buFont typeface="Wingdings"/>
              <a:buChar char="§"/>
              <a:defRPr/>
            </a:lvl6pPr>
            <a:lvl7pPr>
              <a:buFont typeface="Wingdings"/>
              <a:buChar char="§"/>
              <a:defRPr/>
            </a:lvl7pPr>
            <a:lvl8pPr>
              <a:buFont typeface="Wingdings"/>
              <a:buChar char="§"/>
              <a:defRPr/>
            </a:lvl8pPr>
            <a:lvl9pPr>
              <a:buFont typeface="Wingdings"/>
              <a:buChar char="§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pic>
        <p:nvPicPr>
          <p:cNvPr id="159044904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3828636" flipH="0" flipV="0">
            <a:off x="10108230" y="4661660"/>
            <a:ext cx="1424103" cy="1464938"/>
          </a:xfrm>
          <a:prstGeom prst="rect">
            <a:avLst/>
          </a:prstGeom>
        </p:spPr>
      </p:pic>
      <p:sp>
        <p:nvSpPr>
          <p:cNvPr id="684627312" name="Date Placeholder 3"/>
          <p:cNvSpPr>
            <a:spLocks noGrp="1"/>
          </p:cNvSpPr>
          <p:nvPr>
            <p:ph type="dt" sz="half" idx="10"/>
          </p:nvPr>
        </p:nvSpPr>
        <p:spPr bwMode="auto">
          <a:xfrm flipH="0" flipV="0">
            <a:off x="838197" y="6356349"/>
            <a:ext cx="2743201" cy="365124"/>
          </a:xfrm>
        </p:spPr>
        <p:txBody>
          <a:bodyPr/>
          <a:lstStyle/>
          <a:p>
            <a:pPr>
              <a:defRPr/>
            </a:pPr>
            <a:fld id="{466A23BA-6E28-FB17-E658-56CE0C42310C}" type="datetimeFigureOut">
              <a:rPr lang="en-US"/>
              <a:t/>
            </a:fld>
            <a:endParaRPr lang="en-US"/>
          </a:p>
        </p:txBody>
      </p:sp>
      <p:sp>
        <p:nvSpPr>
          <p:cNvPr id="15809024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038598" y="6356349"/>
            <a:ext cx="41148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56966552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610599" y="6356349"/>
            <a:ext cx="1931133" cy="365124"/>
          </a:xfrm>
        </p:spPr>
        <p:txBody>
          <a:bodyPr/>
          <a:lstStyle/>
          <a:p>
            <a:pPr>
              <a:defRPr/>
            </a:pPr>
            <a:fld id="{46EF4CA0-59A7-B071-33CA-9A83ABDF4B6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bg>
      <p:bgPr shadeToTitle="0">
        <a:solidFill>
          <a:schemeClr val="accent1">
            <a:lumMod val="40000"/>
            <a:lumOff val="60000"/>
            <a:alpha val="1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168306" name=""/>
          <p:cNvPicPr/>
          <p:nvPr/>
        </p:nvPicPr>
        <p:blipFill rotWithShape="1">
          <a:blip r:embed="rId2"/>
          <a:stretch/>
        </p:blipFill>
        <p:spPr bwMode="auto">
          <a:xfrm rot="0" flipH="0" flipV="0">
            <a:off x="-3047" y="0"/>
            <a:ext cx="12198095" cy="6858000"/>
          </a:xfrm>
          <a:prstGeom prst="rect">
            <a:avLst/>
          </a:prstGeom>
        </p:spPr>
      </p:pic>
      <p:sp>
        <p:nvSpPr>
          <p:cNvPr id="30966971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1849" y="1709737"/>
            <a:ext cx="6163974" cy="2852736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15303594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831849" y="4589462"/>
            <a:ext cx="6163974" cy="1500186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accent6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grpSp>
        <p:nvGrpSpPr>
          <p:cNvPr id="1547897942" name=""/>
          <p:cNvGrpSpPr/>
          <p:nvPr/>
        </p:nvGrpSpPr>
        <p:grpSpPr bwMode="auto">
          <a:xfrm>
            <a:off x="7737534" y="5112633"/>
            <a:ext cx="4216712" cy="1448325"/>
            <a:chOff x="0" y="0"/>
            <a:chExt cx="4216712" cy="1448325"/>
          </a:xfrm>
        </p:grpSpPr>
        <p:grpSp>
          <p:nvGrpSpPr>
            <p:cNvPr id="801283460" name=""/>
            <p:cNvGrpSpPr/>
            <p:nvPr/>
          </p:nvGrpSpPr>
          <p:grpSpPr bwMode="auto">
            <a:xfrm rot="0" flipH="0" flipV="0">
              <a:off x="0" y="0"/>
              <a:ext cx="4216712" cy="722217"/>
              <a:chOff x="0" y="0"/>
              <a:chExt cx="4216712" cy="722217"/>
            </a:xfrm>
          </p:grpSpPr>
          <p:sp>
            <p:nvSpPr>
              <p:cNvPr id="616134037" name=""/>
              <p:cNvSpPr/>
              <p:nvPr/>
            </p:nvSpPr>
            <p:spPr bwMode="auto">
              <a:xfrm rot="0" flipH="0" flipV="0">
                <a:off x="0" y="0"/>
                <a:ext cx="724743" cy="722217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266899350" name=""/>
              <p:cNvSpPr/>
              <p:nvPr/>
            </p:nvSpPr>
            <p:spPr bwMode="auto">
              <a:xfrm rot="0" flipH="0" flipV="0">
                <a:off x="698391" y="0"/>
                <a:ext cx="724743" cy="722217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190348957" name=""/>
              <p:cNvSpPr/>
              <p:nvPr/>
            </p:nvSpPr>
            <p:spPr bwMode="auto">
              <a:xfrm rot="0" flipH="0" flipV="0">
                <a:off x="1396784" y="0"/>
                <a:ext cx="724743" cy="722217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083251953" name=""/>
              <p:cNvSpPr/>
              <p:nvPr/>
            </p:nvSpPr>
            <p:spPr bwMode="auto">
              <a:xfrm rot="0" flipH="0" flipV="0">
                <a:off x="2095177" y="0"/>
                <a:ext cx="724743" cy="722217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933067328" name=""/>
              <p:cNvSpPr/>
              <p:nvPr/>
            </p:nvSpPr>
            <p:spPr bwMode="auto">
              <a:xfrm rot="0" flipH="0" flipV="0">
                <a:off x="2793570" y="0"/>
                <a:ext cx="724743" cy="722217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993105984" name=""/>
              <p:cNvSpPr/>
              <p:nvPr/>
            </p:nvSpPr>
            <p:spPr bwMode="auto">
              <a:xfrm rot="0" flipH="0" flipV="0">
                <a:off x="3491964" y="0"/>
                <a:ext cx="724743" cy="722217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  <p:grpSp>
          <p:nvGrpSpPr>
            <p:cNvPr id="2043735402" name=""/>
            <p:cNvGrpSpPr/>
            <p:nvPr/>
          </p:nvGrpSpPr>
          <p:grpSpPr bwMode="auto">
            <a:xfrm rot="0" flipH="0" flipV="0">
              <a:off x="0" y="726104"/>
              <a:ext cx="4216712" cy="722217"/>
              <a:chOff x="0" y="0"/>
              <a:chExt cx="4216712" cy="722217"/>
            </a:xfrm>
          </p:grpSpPr>
          <p:sp>
            <p:nvSpPr>
              <p:cNvPr id="1774978394" name=""/>
              <p:cNvSpPr/>
              <p:nvPr/>
            </p:nvSpPr>
            <p:spPr bwMode="auto">
              <a:xfrm rot="0" flipH="0" flipV="0">
                <a:off x="0" y="0"/>
                <a:ext cx="724743" cy="722217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250658198" name=""/>
              <p:cNvSpPr/>
              <p:nvPr/>
            </p:nvSpPr>
            <p:spPr bwMode="auto">
              <a:xfrm rot="0" flipH="0" flipV="0">
                <a:off x="698391" y="0"/>
                <a:ext cx="724743" cy="722217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874655059" name=""/>
              <p:cNvSpPr/>
              <p:nvPr/>
            </p:nvSpPr>
            <p:spPr bwMode="auto">
              <a:xfrm rot="0" flipH="0" flipV="0">
                <a:off x="1396784" y="0"/>
                <a:ext cx="724743" cy="722217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961079698" name=""/>
              <p:cNvSpPr/>
              <p:nvPr/>
            </p:nvSpPr>
            <p:spPr bwMode="auto">
              <a:xfrm rot="0" flipH="0" flipV="0">
                <a:off x="2095177" y="0"/>
                <a:ext cx="724743" cy="722217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502528711" name=""/>
              <p:cNvSpPr/>
              <p:nvPr/>
            </p:nvSpPr>
            <p:spPr bwMode="auto">
              <a:xfrm rot="0" flipH="0" flipV="0">
                <a:off x="2793570" y="0"/>
                <a:ext cx="724743" cy="722217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758609037" name=""/>
              <p:cNvSpPr/>
              <p:nvPr/>
            </p:nvSpPr>
            <p:spPr bwMode="auto">
              <a:xfrm rot="0" flipH="0" flipV="0">
                <a:off x="3491964" y="0"/>
                <a:ext cx="724743" cy="722217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</p:grpSp>
      <p:pic>
        <p:nvPicPr>
          <p:cNvPr id="579821545" name=""/>
          <p:cNvPicPr>
            <a:picLocks noChangeAspect="1"/>
          </p:cNvPicPr>
          <p:nvPr/>
        </p:nvPicPr>
        <p:blipFill rotWithShape="1">
          <a:blip r:embed="rId3"/>
          <a:srcRect l="0" t="0" r="39362" b="0"/>
          <a:stretch/>
        </p:blipFill>
        <p:spPr bwMode="auto">
          <a:xfrm rot="10800000" flipH="1" flipV="0">
            <a:off x="8231549" y="58021"/>
            <a:ext cx="3960449" cy="4555109"/>
          </a:xfrm>
          <a:prstGeom prst="rect">
            <a:avLst/>
          </a:prstGeom>
        </p:spPr>
      </p:pic>
      <p:pic>
        <p:nvPicPr>
          <p:cNvPr id="1636672872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7491123" y="1311776"/>
            <a:ext cx="3028418" cy="3115254"/>
          </a:xfrm>
          <a:prstGeom prst="rect">
            <a:avLst/>
          </a:prstGeom>
        </p:spPr>
      </p:pic>
      <p:pic>
        <p:nvPicPr>
          <p:cNvPr id="385246244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6841265" y="4908702"/>
            <a:ext cx="747041" cy="747041"/>
          </a:xfrm>
          <a:prstGeom prst="rect">
            <a:avLst/>
          </a:prstGeom>
        </p:spPr>
      </p:pic>
      <p:pic>
        <p:nvPicPr>
          <p:cNvPr id="498691979" name=""/>
          <p:cNvPicPr>
            <a:picLocks noChangeAspect="1"/>
          </p:cNvPicPr>
          <p:nvPr/>
        </p:nvPicPr>
        <p:blipFill rotWithShape="1">
          <a:blip r:embed="rId6">
            <a:alphaModFix amt="60000"/>
          </a:blip>
          <a:srcRect l="0" t="38620" r="0" b="0"/>
          <a:stretch/>
        </p:blipFill>
        <p:spPr bwMode="auto">
          <a:xfrm flipH="0" flipV="0">
            <a:off x="5152312" y="0"/>
            <a:ext cx="1887375" cy="1178427"/>
          </a:xfrm>
          <a:prstGeom prst="rect">
            <a:avLst/>
          </a:prstGeom>
        </p:spPr>
      </p:pic>
      <p:sp>
        <p:nvSpPr>
          <p:cNvPr id="1288991629" name="Date Placeholder 3"/>
          <p:cNvSpPr>
            <a:spLocks noGrp="1"/>
          </p:cNvSpPr>
          <p:nvPr>
            <p:ph type="dt" sz="half" idx="10"/>
          </p:nvPr>
        </p:nvSpPr>
        <p:spPr bwMode="auto">
          <a:xfrm flipH="0" flipV="0">
            <a:off x="838197" y="6356349"/>
            <a:ext cx="2743201" cy="365124"/>
          </a:xfrm>
        </p:spPr>
        <p:txBody>
          <a:bodyPr/>
          <a:lstStyle/>
          <a:p>
            <a:pPr>
              <a:defRPr/>
            </a:pPr>
            <a:fld id="{49120832-98F8-75D9-1BE7-BC4E71311260}" type="datetimeFigureOut">
              <a:rPr lang="en-US"/>
              <a:t/>
            </a:fld>
            <a:endParaRPr lang="en-US"/>
          </a:p>
        </p:txBody>
      </p:sp>
      <p:sp>
        <p:nvSpPr>
          <p:cNvPr id="1664600044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038598" y="6356349"/>
            <a:ext cx="41148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71913341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610599" y="6356349"/>
            <a:ext cx="1931133" cy="365124"/>
          </a:xfrm>
        </p:spPr>
        <p:txBody>
          <a:bodyPr/>
          <a:lstStyle/>
          <a:p>
            <a:pPr>
              <a:defRPr/>
            </a:pPr>
            <a:fld id="{3F317586-4141-AA71-E124-BE9E52022E7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bg>
      <p:bgPr shadeToTitle="0">
        <a:solidFill>
          <a:schemeClr val="accent5">
            <a:lumMod val="40000"/>
            <a:lumOff val="60000"/>
            <a:alpha val="4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2488652" name=""/>
          <p:cNvPicPr>
            <a:picLocks noChangeAspect="1"/>
          </p:cNvPicPr>
          <p:nvPr/>
        </p:nvPicPr>
        <p:blipFill rotWithShape="1">
          <a:blip r:embed="rId2">
            <a:alphaModFix amt="80000"/>
          </a:blip>
          <a:stretch/>
        </p:blipFill>
        <p:spPr bwMode="auto">
          <a:xfrm rot="16199998" flipH="0" flipV="0">
            <a:off x="9105899" y="4837514"/>
            <a:ext cx="1361080" cy="2665971"/>
          </a:xfrm>
          <a:prstGeom prst="rect">
            <a:avLst/>
          </a:prstGeom>
        </p:spPr>
      </p:pic>
      <p:grpSp>
        <p:nvGrpSpPr>
          <p:cNvPr id="222246812" name=""/>
          <p:cNvGrpSpPr/>
          <p:nvPr/>
        </p:nvGrpSpPr>
        <p:grpSpPr bwMode="auto">
          <a:xfrm flipH="0" flipV="0">
            <a:off x="10277053" y="364081"/>
            <a:ext cx="1695399" cy="2188042"/>
            <a:chOff x="0" y="0"/>
            <a:chExt cx="1695399" cy="2188042"/>
          </a:xfrm>
        </p:grpSpPr>
        <p:sp>
          <p:nvSpPr>
            <p:cNvPr id="781618673" name=""/>
            <p:cNvSpPr/>
            <p:nvPr/>
          </p:nvSpPr>
          <p:spPr bwMode="auto">
            <a:xfrm rot="0" flipH="0" flipV="0">
              <a:off x="0" y="0"/>
              <a:ext cx="435731" cy="435731"/>
            </a:xfrm>
            <a:prstGeom prst="mathPlus">
              <a:avLst>
                <a:gd name="adj1" fmla="val 6521"/>
              </a:avLst>
            </a:prstGeom>
            <a:solidFill>
              <a:schemeClr val="tx2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2556700" name=""/>
            <p:cNvSpPr/>
            <p:nvPr/>
          </p:nvSpPr>
          <p:spPr bwMode="auto">
            <a:xfrm rot="0" flipH="0" flipV="0">
              <a:off x="419888" y="0"/>
              <a:ext cx="435731" cy="435731"/>
            </a:xfrm>
            <a:prstGeom prst="mathPlus">
              <a:avLst>
                <a:gd name="adj1" fmla="val 6521"/>
              </a:avLst>
            </a:prstGeom>
            <a:solidFill>
              <a:schemeClr val="tx2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787326" name=""/>
            <p:cNvSpPr/>
            <p:nvPr/>
          </p:nvSpPr>
          <p:spPr bwMode="auto">
            <a:xfrm rot="0" flipH="0" flipV="0">
              <a:off x="839777" y="0"/>
              <a:ext cx="435731" cy="435731"/>
            </a:xfrm>
            <a:prstGeom prst="mathPlus">
              <a:avLst>
                <a:gd name="adj1" fmla="val 6521"/>
              </a:avLst>
            </a:prstGeom>
            <a:solidFill>
              <a:schemeClr val="tx2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23362172" name=""/>
            <p:cNvSpPr/>
            <p:nvPr/>
          </p:nvSpPr>
          <p:spPr bwMode="auto">
            <a:xfrm rot="0" flipH="0" flipV="0">
              <a:off x="1259667" y="0"/>
              <a:ext cx="435731" cy="435731"/>
            </a:xfrm>
            <a:prstGeom prst="mathPlus">
              <a:avLst>
                <a:gd name="adj1" fmla="val 6521"/>
              </a:avLst>
            </a:prstGeom>
            <a:solidFill>
              <a:schemeClr val="tx2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0675326" name=""/>
            <p:cNvSpPr/>
            <p:nvPr/>
          </p:nvSpPr>
          <p:spPr bwMode="auto">
            <a:xfrm rot="0" flipH="0" flipV="0">
              <a:off x="0" y="438076"/>
              <a:ext cx="435731" cy="435731"/>
            </a:xfrm>
            <a:prstGeom prst="mathPlus">
              <a:avLst>
                <a:gd name="adj1" fmla="val 6521"/>
              </a:avLst>
            </a:prstGeom>
            <a:solidFill>
              <a:schemeClr val="tx2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05354367" name=""/>
            <p:cNvSpPr/>
            <p:nvPr/>
          </p:nvSpPr>
          <p:spPr bwMode="auto">
            <a:xfrm rot="0" flipH="0" flipV="0">
              <a:off x="419888" y="438076"/>
              <a:ext cx="435731" cy="435731"/>
            </a:xfrm>
            <a:prstGeom prst="mathPlus">
              <a:avLst>
                <a:gd name="adj1" fmla="val 6521"/>
              </a:avLst>
            </a:prstGeom>
            <a:solidFill>
              <a:schemeClr val="tx2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61731977" name=""/>
            <p:cNvSpPr/>
            <p:nvPr/>
          </p:nvSpPr>
          <p:spPr bwMode="auto">
            <a:xfrm rot="0" flipH="0" flipV="0">
              <a:off x="839777" y="438076"/>
              <a:ext cx="435731" cy="435731"/>
            </a:xfrm>
            <a:prstGeom prst="mathPlus">
              <a:avLst>
                <a:gd name="adj1" fmla="val 6521"/>
              </a:avLst>
            </a:prstGeom>
            <a:solidFill>
              <a:schemeClr val="tx2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31054191" name=""/>
            <p:cNvSpPr/>
            <p:nvPr/>
          </p:nvSpPr>
          <p:spPr bwMode="auto">
            <a:xfrm rot="0" flipH="0" flipV="0">
              <a:off x="1259667" y="438076"/>
              <a:ext cx="435731" cy="435731"/>
            </a:xfrm>
            <a:prstGeom prst="mathPlus">
              <a:avLst>
                <a:gd name="adj1" fmla="val 6521"/>
              </a:avLst>
            </a:prstGeom>
            <a:solidFill>
              <a:schemeClr val="tx2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71867721" name=""/>
            <p:cNvSpPr/>
            <p:nvPr/>
          </p:nvSpPr>
          <p:spPr bwMode="auto">
            <a:xfrm rot="0" flipH="0" flipV="0">
              <a:off x="0" y="876154"/>
              <a:ext cx="435731" cy="435731"/>
            </a:xfrm>
            <a:prstGeom prst="mathPlus">
              <a:avLst>
                <a:gd name="adj1" fmla="val 6521"/>
              </a:avLst>
            </a:prstGeom>
            <a:solidFill>
              <a:schemeClr val="tx2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7317646" name=""/>
            <p:cNvSpPr/>
            <p:nvPr/>
          </p:nvSpPr>
          <p:spPr bwMode="auto">
            <a:xfrm rot="0" flipH="0" flipV="0">
              <a:off x="419888" y="876154"/>
              <a:ext cx="435731" cy="435731"/>
            </a:xfrm>
            <a:prstGeom prst="mathPlus">
              <a:avLst>
                <a:gd name="adj1" fmla="val 6521"/>
              </a:avLst>
            </a:prstGeom>
            <a:solidFill>
              <a:schemeClr val="tx2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01659978" name=""/>
            <p:cNvSpPr/>
            <p:nvPr/>
          </p:nvSpPr>
          <p:spPr bwMode="auto">
            <a:xfrm rot="0" flipH="0" flipV="0">
              <a:off x="839777" y="876154"/>
              <a:ext cx="435731" cy="435731"/>
            </a:xfrm>
            <a:prstGeom prst="mathPlus">
              <a:avLst>
                <a:gd name="adj1" fmla="val 6521"/>
              </a:avLst>
            </a:prstGeom>
            <a:solidFill>
              <a:schemeClr val="tx2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97697958" name=""/>
            <p:cNvSpPr/>
            <p:nvPr/>
          </p:nvSpPr>
          <p:spPr bwMode="auto">
            <a:xfrm rot="0" flipH="0" flipV="0">
              <a:off x="1259667" y="876154"/>
              <a:ext cx="435731" cy="435731"/>
            </a:xfrm>
            <a:prstGeom prst="mathPlus">
              <a:avLst>
                <a:gd name="adj1" fmla="val 6521"/>
              </a:avLst>
            </a:prstGeom>
            <a:solidFill>
              <a:schemeClr val="tx2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81764576" name=""/>
            <p:cNvSpPr/>
            <p:nvPr/>
          </p:nvSpPr>
          <p:spPr bwMode="auto">
            <a:xfrm rot="0" flipH="0" flipV="0">
              <a:off x="0" y="1314231"/>
              <a:ext cx="435731" cy="435731"/>
            </a:xfrm>
            <a:prstGeom prst="mathPlus">
              <a:avLst>
                <a:gd name="adj1" fmla="val 6521"/>
              </a:avLst>
            </a:prstGeom>
            <a:solidFill>
              <a:schemeClr val="tx2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5603576" name=""/>
            <p:cNvSpPr/>
            <p:nvPr/>
          </p:nvSpPr>
          <p:spPr bwMode="auto">
            <a:xfrm rot="0" flipH="0" flipV="0">
              <a:off x="419888" y="1314231"/>
              <a:ext cx="435731" cy="435731"/>
            </a:xfrm>
            <a:prstGeom prst="mathPlus">
              <a:avLst>
                <a:gd name="adj1" fmla="val 6521"/>
              </a:avLst>
            </a:prstGeom>
            <a:solidFill>
              <a:schemeClr val="tx2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72422072" name=""/>
            <p:cNvSpPr/>
            <p:nvPr/>
          </p:nvSpPr>
          <p:spPr bwMode="auto">
            <a:xfrm rot="0" flipH="0" flipV="0">
              <a:off x="839777" y="1314231"/>
              <a:ext cx="435731" cy="435731"/>
            </a:xfrm>
            <a:prstGeom prst="mathPlus">
              <a:avLst>
                <a:gd name="adj1" fmla="val 6521"/>
              </a:avLst>
            </a:prstGeom>
            <a:solidFill>
              <a:schemeClr val="tx2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0036097" name=""/>
            <p:cNvSpPr/>
            <p:nvPr/>
          </p:nvSpPr>
          <p:spPr bwMode="auto">
            <a:xfrm rot="0" flipH="0" flipV="0">
              <a:off x="1259667" y="1314231"/>
              <a:ext cx="435731" cy="435731"/>
            </a:xfrm>
            <a:prstGeom prst="mathPlus">
              <a:avLst>
                <a:gd name="adj1" fmla="val 6521"/>
              </a:avLst>
            </a:prstGeom>
            <a:solidFill>
              <a:schemeClr val="tx2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4243463" name=""/>
            <p:cNvSpPr/>
            <p:nvPr/>
          </p:nvSpPr>
          <p:spPr bwMode="auto">
            <a:xfrm rot="0" flipH="0" flipV="0">
              <a:off x="0" y="1752309"/>
              <a:ext cx="435731" cy="435731"/>
            </a:xfrm>
            <a:prstGeom prst="mathPlus">
              <a:avLst>
                <a:gd name="adj1" fmla="val 6521"/>
              </a:avLst>
            </a:prstGeom>
            <a:solidFill>
              <a:schemeClr val="tx2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1275015" name=""/>
            <p:cNvSpPr/>
            <p:nvPr/>
          </p:nvSpPr>
          <p:spPr bwMode="auto">
            <a:xfrm rot="0" flipH="0" flipV="0">
              <a:off x="419888" y="1752309"/>
              <a:ext cx="435731" cy="435731"/>
            </a:xfrm>
            <a:prstGeom prst="mathPlus">
              <a:avLst>
                <a:gd name="adj1" fmla="val 6521"/>
              </a:avLst>
            </a:prstGeom>
            <a:solidFill>
              <a:schemeClr val="tx2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7067116" name=""/>
            <p:cNvSpPr/>
            <p:nvPr/>
          </p:nvSpPr>
          <p:spPr bwMode="auto">
            <a:xfrm rot="0" flipH="0" flipV="0">
              <a:off x="839777" y="1752309"/>
              <a:ext cx="435731" cy="435731"/>
            </a:xfrm>
            <a:prstGeom prst="mathPlus">
              <a:avLst>
                <a:gd name="adj1" fmla="val 6521"/>
              </a:avLst>
            </a:prstGeom>
            <a:solidFill>
              <a:schemeClr val="tx2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3055373" name=""/>
            <p:cNvSpPr/>
            <p:nvPr/>
          </p:nvSpPr>
          <p:spPr bwMode="auto">
            <a:xfrm rot="0" flipH="0" flipV="0">
              <a:off x="1259667" y="1752309"/>
              <a:ext cx="435731" cy="435731"/>
            </a:xfrm>
            <a:prstGeom prst="mathPlus">
              <a:avLst>
                <a:gd name="adj1" fmla="val 6521"/>
              </a:avLst>
            </a:prstGeom>
            <a:solidFill>
              <a:schemeClr val="tx2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687316149" name=""/>
          <p:cNvSpPr/>
          <p:nvPr/>
        </p:nvSpPr>
        <p:spPr bwMode="auto">
          <a:xfrm rot="0" flipH="0" flipV="0">
            <a:off x="422412" y="776786"/>
            <a:ext cx="11347173" cy="5466518"/>
          </a:xfrm>
          <a:prstGeom prst="roundRect">
            <a:avLst>
              <a:gd name="adj" fmla="val 6818"/>
            </a:avLst>
          </a:prstGeom>
          <a:solidFill>
            <a:schemeClr val="bg1">
              <a:alpha val="60000"/>
            </a:schemeClr>
          </a:solidFill>
          <a:ln w="12700" cap="flat" cmpd="sng" algn="ctr">
            <a:solidFill>
              <a:schemeClr val="bg1">
                <a:alpha val="99999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3817338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7" y="776786"/>
            <a:ext cx="10515600" cy="913898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2609624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>
            <a:lvl1pPr>
              <a:buFont typeface="Wingdings"/>
              <a:buChar char="§"/>
              <a:defRPr/>
            </a:lvl1pPr>
            <a:lvl2pPr>
              <a:buFont typeface="Wingdings"/>
              <a:buChar char="§"/>
              <a:defRPr/>
            </a:lvl2pPr>
            <a:lvl3pPr>
              <a:buFont typeface="Wingdings"/>
              <a:buChar char="§"/>
              <a:defRPr/>
            </a:lvl3pPr>
            <a:lvl4pPr>
              <a:buFont typeface="Wingdings"/>
              <a:buChar char="§"/>
              <a:defRPr/>
            </a:lvl4pPr>
            <a:lvl5pPr>
              <a:buFont typeface="Wingdings"/>
              <a:buChar char="§"/>
              <a:defRPr/>
            </a:lvl5pPr>
            <a:lvl6pPr>
              <a:buFont typeface="Wingdings"/>
              <a:buChar char="§"/>
              <a:defRPr/>
            </a:lvl6pPr>
            <a:lvl7pPr>
              <a:buFont typeface="Wingdings"/>
              <a:buChar char="§"/>
              <a:defRPr/>
            </a:lvl7pPr>
            <a:lvl8pPr>
              <a:buFont typeface="Wingdings"/>
              <a:buChar char="§"/>
              <a:defRPr/>
            </a:lvl8pPr>
            <a:lvl9pPr>
              <a:buFont typeface="Wingdings"/>
              <a:buChar char="§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6898490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>
            <a:lvl1pPr>
              <a:buFont typeface="Wingdings"/>
              <a:buChar char="§"/>
              <a:defRPr/>
            </a:lvl1pPr>
            <a:lvl2pPr>
              <a:buFont typeface="Wingdings"/>
              <a:buChar char="§"/>
              <a:defRPr/>
            </a:lvl2pPr>
            <a:lvl3pPr>
              <a:buFont typeface="Wingdings"/>
              <a:buChar char="§"/>
              <a:defRPr/>
            </a:lvl3pPr>
            <a:lvl4pPr>
              <a:buFont typeface="Wingdings"/>
              <a:buChar char="§"/>
              <a:defRPr/>
            </a:lvl4pPr>
            <a:lvl5pPr>
              <a:buFont typeface="Wingdings"/>
              <a:buChar char="§"/>
              <a:defRPr/>
            </a:lvl5pPr>
            <a:lvl6pPr>
              <a:buFont typeface="Wingdings"/>
              <a:buChar char="§"/>
              <a:defRPr/>
            </a:lvl6pPr>
            <a:lvl7pPr>
              <a:buFont typeface="Wingdings"/>
              <a:buChar char="§"/>
              <a:defRPr/>
            </a:lvl7pPr>
            <a:lvl8pPr>
              <a:buFont typeface="Wingdings"/>
              <a:buChar char="§"/>
              <a:defRPr/>
            </a:lvl8pPr>
            <a:lvl9pPr>
              <a:buFont typeface="Wingdings"/>
              <a:buChar char="§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pic>
        <p:nvPicPr>
          <p:cNvPr id="64099926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0980275" y="4851552"/>
            <a:ext cx="747041" cy="747041"/>
          </a:xfrm>
          <a:prstGeom prst="rect">
            <a:avLst/>
          </a:prstGeom>
        </p:spPr>
      </p:pic>
      <p:sp>
        <p:nvSpPr>
          <p:cNvPr id="1811843706" name="Date Placeholder 3"/>
          <p:cNvSpPr>
            <a:spLocks noGrp="1"/>
          </p:cNvSpPr>
          <p:nvPr>
            <p:ph type="dt" sz="half" idx="10"/>
          </p:nvPr>
        </p:nvSpPr>
        <p:spPr bwMode="auto">
          <a:xfrm flipH="0" flipV="0">
            <a:off x="838197" y="6356349"/>
            <a:ext cx="2743201" cy="365124"/>
          </a:xfrm>
        </p:spPr>
        <p:txBody>
          <a:bodyPr/>
          <a:lstStyle/>
          <a:p>
            <a:pPr>
              <a:defRPr/>
            </a:pPr>
            <a:fld id="{D9DA8DE2-A655-BD8A-FA57-4E7C78892A27}" type="datetimeFigureOut">
              <a:rPr lang="en-US"/>
              <a:t/>
            </a:fld>
            <a:endParaRPr lang="en-US"/>
          </a:p>
        </p:txBody>
      </p:sp>
      <p:sp>
        <p:nvSpPr>
          <p:cNvPr id="1680318207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038598" y="6356349"/>
            <a:ext cx="41148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25699297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610599" y="6356349"/>
            <a:ext cx="1931133" cy="365124"/>
          </a:xfrm>
        </p:spPr>
        <p:txBody>
          <a:bodyPr/>
          <a:lstStyle/>
          <a:p>
            <a:pPr>
              <a:defRPr/>
            </a:pPr>
            <a:fld id="{530E6F61-3074-953A-3CAB-E1DB51DD46C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bg>
      <p:bgPr shadeToTitle="0">
        <a:solidFill>
          <a:schemeClr val="accent1">
            <a:lumMod val="20000"/>
            <a:lumOff val="80000"/>
            <a:alpha val="1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28850396" name=""/>
          <p:cNvPicPr/>
          <p:nvPr/>
        </p:nvPicPr>
        <p:blipFill rotWithShape="1">
          <a:blip r:embed="rId2"/>
          <a:stretch/>
        </p:blipFill>
        <p:spPr bwMode="auto">
          <a:xfrm rot="0" flipH="0" flipV="1">
            <a:off x="-3046" y="0"/>
            <a:ext cx="12198094" cy="6858000"/>
          </a:xfrm>
          <a:prstGeom prst="rect">
            <a:avLst/>
          </a:prstGeom>
        </p:spPr>
      </p:pic>
      <p:sp>
        <p:nvSpPr>
          <p:cNvPr id="177183699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7" y="776784"/>
            <a:ext cx="10515600" cy="913899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grpSp>
        <p:nvGrpSpPr>
          <p:cNvPr id="1128044970" name=""/>
          <p:cNvGrpSpPr/>
          <p:nvPr/>
        </p:nvGrpSpPr>
        <p:grpSpPr bwMode="auto">
          <a:xfrm>
            <a:off x="565290" y="2271552"/>
            <a:ext cx="3975651" cy="3431273"/>
            <a:chOff x="0" y="0"/>
            <a:chExt cx="3975651" cy="3431273"/>
          </a:xfrm>
        </p:grpSpPr>
        <p:grpSp>
          <p:nvGrpSpPr>
            <p:cNvPr id="1951585949" name=""/>
            <p:cNvGrpSpPr/>
            <p:nvPr/>
          </p:nvGrpSpPr>
          <p:grpSpPr bwMode="auto">
            <a:xfrm>
              <a:off x="0" y="0"/>
              <a:ext cx="3975651" cy="683311"/>
              <a:chOff x="0" y="0"/>
              <a:chExt cx="3975651" cy="683311"/>
            </a:xfrm>
          </p:grpSpPr>
          <p:sp>
            <p:nvSpPr>
              <p:cNvPr id="2109911813" name=""/>
              <p:cNvSpPr/>
              <p:nvPr/>
            </p:nvSpPr>
            <p:spPr bwMode="auto">
              <a:xfrm rot="0" flipH="0" flipV="0">
                <a:off x="0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898983342" name=""/>
              <p:cNvSpPr/>
              <p:nvPr/>
            </p:nvSpPr>
            <p:spPr bwMode="auto">
              <a:xfrm rot="0" flipH="0" flipV="0">
                <a:off x="658467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659818838" name=""/>
              <p:cNvSpPr/>
              <p:nvPr/>
            </p:nvSpPr>
            <p:spPr bwMode="auto">
              <a:xfrm rot="0" flipH="0" flipV="0">
                <a:off x="1316934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744886530" name=""/>
              <p:cNvSpPr/>
              <p:nvPr/>
            </p:nvSpPr>
            <p:spPr bwMode="auto">
              <a:xfrm rot="0" flipH="0" flipV="0">
                <a:off x="1975401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450724858" name=""/>
              <p:cNvSpPr/>
              <p:nvPr/>
            </p:nvSpPr>
            <p:spPr bwMode="auto">
              <a:xfrm rot="0" flipH="0" flipV="0">
                <a:off x="2633868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234698246" name=""/>
              <p:cNvSpPr/>
              <p:nvPr/>
            </p:nvSpPr>
            <p:spPr bwMode="auto">
              <a:xfrm rot="0" flipH="0" flipV="0">
                <a:off x="3292335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  <p:grpSp>
          <p:nvGrpSpPr>
            <p:cNvPr id="1584715921" name=""/>
            <p:cNvGrpSpPr/>
            <p:nvPr/>
          </p:nvGrpSpPr>
          <p:grpSpPr bwMode="auto">
            <a:xfrm>
              <a:off x="0" y="686987"/>
              <a:ext cx="3975651" cy="683311"/>
              <a:chOff x="0" y="0"/>
              <a:chExt cx="3975651" cy="683311"/>
            </a:xfrm>
          </p:grpSpPr>
          <p:sp>
            <p:nvSpPr>
              <p:cNvPr id="1656023249" name=""/>
              <p:cNvSpPr/>
              <p:nvPr/>
            </p:nvSpPr>
            <p:spPr bwMode="auto">
              <a:xfrm rot="0" flipH="0" flipV="0">
                <a:off x="0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217065721" name=""/>
              <p:cNvSpPr/>
              <p:nvPr/>
            </p:nvSpPr>
            <p:spPr bwMode="auto">
              <a:xfrm rot="0" flipH="0" flipV="0">
                <a:off x="658467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377954320" name=""/>
              <p:cNvSpPr/>
              <p:nvPr/>
            </p:nvSpPr>
            <p:spPr bwMode="auto">
              <a:xfrm rot="0" flipH="0" flipV="0">
                <a:off x="1316934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882161718" name=""/>
              <p:cNvSpPr/>
              <p:nvPr/>
            </p:nvSpPr>
            <p:spPr bwMode="auto">
              <a:xfrm rot="0" flipH="0" flipV="0">
                <a:off x="1975401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578014789" name=""/>
              <p:cNvSpPr/>
              <p:nvPr/>
            </p:nvSpPr>
            <p:spPr bwMode="auto">
              <a:xfrm rot="0" flipH="0" flipV="0">
                <a:off x="2633868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072269945" name=""/>
              <p:cNvSpPr/>
              <p:nvPr/>
            </p:nvSpPr>
            <p:spPr bwMode="auto">
              <a:xfrm rot="0" flipH="0" flipV="0">
                <a:off x="3292335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  <p:grpSp>
          <p:nvGrpSpPr>
            <p:cNvPr id="91084506" name=""/>
            <p:cNvGrpSpPr/>
            <p:nvPr/>
          </p:nvGrpSpPr>
          <p:grpSpPr bwMode="auto">
            <a:xfrm>
              <a:off x="0" y="1373977"/>
              <a:ext cx="3975651" cy="683311"/>
              <a:chOff x="0" y="0"/>
              <a:chExt cx="3975651" cy="683311"/>
            </a:xfrm>
          </p:grpSpPr>
          <p:sp>
            <p:nvSpPr>
              <p:cNvPr id="597443820" name=""/>
              <p:cNvSpPr/>
              <p:nvPr/>
            </p:nvSpPr>
            <p:spPr bwMode="auto">
              <a:xfrm rot="0" flipH="0" flipV="0">
                <a:off x="0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438123079" name=""/>
              <p:cNvSpPr/>
              <p:nvPr/>
            </p:nvSpPr>
            <p:spPr bwMode="auto">
              <a:xfrm rot="0" flipH="0" flipV="0">
                <a:off x="658467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961479658" name=""/>
              <p:cNvSpPr/>
              <p:nvPr/>
            </p:nvSpPr>
            <p:spPr bwMode="auto">
              <a:xfrm rot="0" flipH="0" flipV="0">
                <a:off x="1316934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312786404" name=""/>
              <p:cNvSpPr/>
              <p:nvPr/>
            </p:nvSpPr>
            <p:spPr bwMode="auto">
              <a:xfrm rot="0" flipH="0" flipV="0">
                <a:off x="1975401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709020869" name=""/>
              <p:cNvSpPr/>
              <p:nvPr/>
            </p:nvSpPr>
            <p:spPr bwMode="auto">
              <a:xfrm rot="0" flipH="0" flipV="0">
                <a:off x="2633868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694699166" name=""/>
              <p:cNvSpPr/>
              <p:nvPr/>
            </p:nvSpPr>
            <p:spPr bwMode="auto">
              <a:xfrm rot="0" flipH="0" flipV="0">
                <a:off x="3292335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  <p:grpSp>
          <p:nvGrpSpPr>
            <p:cNvPr id="589861699" name=""/>
            <p:cNvGrpSpPr/>
            <p:nvPr/>
          </p:nvGrpSpPr>
          <p:grpSpPr bwMode="auto">
            <a:xfrm>
              <a:off x="0" y="2060967"/>
              <a:ext cx="3975651" cy="683311"/>
              <a:chOff x="0" y="0"/>
              <a:chExt cx="3975651" cy="683311"/>
            </a:xfrm>
          </p:grpSpPr>
          <p:sp>
            <p:nvSpPr>
              <p:cNvPr id="1990989567" name=""/>
              <p:cNvSpPr/>
              <p:nvPr/>
            </p:nvSpPr>
            <p:spPr bwMode="auto">
              <a:xfrm rot="0" flipH="0" flipV="0">
                <a:off x="0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29554290" name=""/>
              <p:cNvSpPr/>
              <p:nvPr/>
            </p:nvSpPr>
            <p:spPr bwMode="auto">
              <a:xfrm rot="0" flipH="0" flipV="0">
                <a:off x="658467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2078586188" name=""/>
              <p:cNvSpPr/>
              <p:nvPr/>
            </p:nvSpPr>
            <p:spPr bwMode="auto">
              <a:xfrm rot="0" flipH="0" flipV="0">
                <a:off x="1316934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405009002" name=""/>
              <p:cNvSpPr/>
              <p:nvPr/>
            </p:nvSpPr>
            <p:spPr bwMode="auto">
              <a:xfrm rot="0" flipH="0" flipV="0">
                <a:off x="1975401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2137277876" name=""/>
              <p:cNvSpPr/>
              <p:nvPr/>
            </p:nvSpPr>
            <p:spPr bwMode="auto">
              <a:xfrm rot="0" flipH="0" flipV="0">
                <a:off x="2633868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2078703739" name=""/>
              <p:cNvSpPr/>
              <p:nvPr/>
            </p:nvSpPr>
            <p:spPr bwMode="auto">
              <a:xfrm rot="0" flipH="0" flipV="0">
                <a:off x="3292335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  <p:grpSp>
          <p:nvGrpSpPr>
            <p:cNvPr id="1194500131" name=""/>
            <p:cNvGrpSpPr/>
            <p:nvPr/>
          </p:nvGrpSpPr>
          <p:grpSpPr bwMode="auto">
            <a:xfrm>
              <a:off x="0" y="2747957"/>
              <a:ext cx="3975651" cy="683311"/>
              <a:chOff x="0" y="0"/>
              <a:chExt cx="3975651" cy="683311"/>
            </a:xfrm>
          </p:grpSpPr>
          <p:sp>
            <p:nvSpPr>
              <p:cNvPr id="1327801388" name=""/>
              <p:cNvSpPr/>
              <p:nvPr/>
            </p:nvSpPr>
            <p:spPr bwMode="auto">
              <a:xfrm rot="0" flipH="0" flipV="0">
                <a:off x="0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026620403" name=""/>
              <p:cNvSpPr/>
              <p:nvPr/>
            </p:nvSpPr>
            <p:spPr bwMode="auto">
              <a:xfrm rot="0" flipH="0" flipV="0">
                <a:off x="658467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942573438" name=""/>
              <p:cNvSpPr/>
              <p:nvPr/>
            </p:nvSpPr>
            <p:spPr bwMode="auto">
              <a:xfrm rot="0" flipH="0" flipV="0">
                <a:off x="1316934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566640006" name=""/>
              <p:cNvSpPr/>
              <p:nvPr/>
            </p:nvSpPr>
            <p:spPr bwMode="auto">
              <a:xfrm rot="0" flipH="0" flipV="0">
                <a:off x="1975401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537404658" name=""/>
              <p:cNvSpPr/>
              <p:nvPr/>
            </p:nvSpPr>
            <p:spPr bwMode="auto">
              <a:xfrm rot="0" flipH="0" flipV="0">
                <a:off x="2633868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227725839" name=""/>
              <p:cNvSpPr/>
              <p:nvPr/>
            </p:nvSpPr>
            <p:spPr bwMode="auto">
              <a:xfrm rot="0" flipH="0" flipV="0">
                <a:off x="3292335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</p:grpSp>
      <p:grpSp>
        <p:nvGrpSpPr>
          <p:cNvPr id="1877728525" name=""/>
          <p:cNvGrpSpPr/>
          <p:nvPr/>
        </p:nvGrpSpPr>
        <p:grpSpPr bwMode="auto">
          <a:xfrm>
            <a:off x="4553413" y="2271552"/>
            <a:ext cx="3975651" cy="3431273"/>
            <a:chOff x="0" y="0"/>
            <a:chExt cx="3975651" cy="3431273"/>
          </a:xfrm>
        </p:grpSpPr>
        <p:grpSp>
          <p:nvGrpSpPr>
            <p:cNvPr id="878694069" name=""/>
            <p:cNvGrpSpPr/>
            <p:nvPr/>
          </p:nvGrpSpPr>
          <p:grpSpPr bwMode="auto">
            <a:xfrm>
              <a:off x="0" y="0"/>
              <a:ext cx="3975651" cy="683311"/>
              <a:chOff x="0" y="0"/>
              <a:chExt cx="3975651" cy="683311"/>
            </a:xfrm>
          </p:grpSpPr>
          <p:sp>
            <p:nvSpPr>
              <p:cNvPr id="843734563" name=""/>
              <p:cNvSpPr/>
              <p:nvPr/>
            </p:nvSpPr>
            <p:spPr bwMode="auto">
              <a:xfrm rot="0" flipH="0" flipV="0">
                <a:off x="0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312220732" name=""/>
              <p:cNvSpPr/>
              <p:nvPr/>
            </p:nvSpPr>
            <p:spPr bwMode="auto">
              <a:xfrm rot="0" flipH="0" flipV="0">
                <a:off x="658467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342338523" name=""/>
              <p:cNvSpPr/>
              <p:nvPr/>
            </p:nvSpPr>
            <p:spPr bwMode="auto">
              <a:xfrm rot="0" flipH="0" flipV="0">
                <a:off x="1316934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357807601" name=""/>
              <p:cNvSpPr/>
              <p:nvPr/>
            </p:nvSpPr>
            <p:spPr bwMode="auto">
              <a:xfrm rot="0" flipH="0" flipV="0">
                <a:off x="1975401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972803367" name=""/>
              <p:cNvSpPr/>
              <p:nvPr/>
            </p:nvSpPr>
            <p:spPr bwMode="auto">
              <a:xfrm rot="0" flipH="0" flipV="0">
                <a:off x="2633868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900399867" name=""/>
              <p:cNvSpPr/>
              <p:nvPr/>
            </p:nvSpPr>
            <p:spPr bwMode="auto">
              <a:xfrm rot="0" flipH="0" flipV="0">
                <a:off x="3292335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  <p:grpSp>
          <p:nvGrpSpPr>
            <p:cNvPr id="288512036" name=""/>
            <p:cNvGrpSpPr/>
            <p:nvPr/>
          </p:nvGrpSpPr>
          <p:grpSpPr bwMode="auto">
            <a:xfrm>
              <a:off x="0" y="686987"/>
              <a:ext cx="3975651" cy="683311"/>
              <a:chOff x="0" y="0"/>
              <a:chExt cx="3975651" cy="683311"/>
            </a:xfrm>
          </p:grpSpPr>
          <p:sp>
            <p:nvSpPr>
              <p:cNvPr id="1033090620" name=""/>
              <p:cNvSpPr/>
              <p:nvPr/>
            </p:nvSpPr>
            <p:spPr bwMode="auto">
              <a:xfrm rot="0" flipH="0" flipV="0">
                <a:off x="0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137107747" name=""/>
              <p:cNvSpPr/>
              <p:nvPr/>
            </p:nvSpPr>
            <p:spPr bwMode="auto">
              <a:xfrm rot="0" flipH="0" flipV="0">
                <a:off x="658467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37738502" name=""/>
              <p:cNvSpPr/>
              <p:nvPr/>
            </p:nvSpPr>
            <p:spPr bwMode="auto">
              <a:xfrm rot="0" flipH="0" flipV="0">
                <a:off x="1316934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375966663" name=""/>
              <p:cNvSpPr/>
              <p:nvPr/>
            </p:nvSpPr>
            <p:spPr bwMode="auto">
              <a:xfrm rot="0" flipH="0" flipV="0">
                <a:off x="1975401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499903513" name=""/>
              <p:cNvSpPr/>
              <p:nvPr/>
            </p:nvSpPr>
            <p:spPr bwMode="auto">
              <a:xfrm rot="0" flipH="0" flipV="0">
                <a:off x="2633868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294045345" name=""/>
              <p:cNvSpPr/>
              <p:nvPr/>
            </p:nvSpPr>
            <p:spPr bwMode="auto">
              <a:xfrm rot="0" flipH="0" flipV="0">
                <a:off x="3292335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  <p:grpSp>
          <p:nvGrpSpPr>
            <p:cNvPr id="464233899" name=""/>
            <p:cNvGrpSpPr/>
            <p:nvPr/>
          </p:nvGrpSpPr>
          <p:grpSpPr bwMode="auto">
            <a:xfrm>
              <a:off x="0" y="1373977"/>
              <a:ext cx="3975651" cy="683311"/>
              <a:chOff x="0" y="0"/>
              <a:chExt cx="3975651" cy="683311"/>
            </a:xfrm>
          </p:grpSpPr>
          <p:sp>
            <p:nvSpPr>
              <p:cNvPr id="1887084060" name=""/>
              <p:cNvSpPr/>
              <p:nvPr/>
            </p:nvSpPr>
            <p:spPr bwMode="auto">
              <a:xfrm rot="0" flipH="0" flipV="0">
                <a:off x="0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2057562781" name=""/>
              <p:cNvSpPr/>
              <p:nvPr/>
            </p:nvSpPr>
            <p:spPr bwMode="auto">
              <a:xfrm rot="0" flipH="0" flipV="0">
                <a:off x="658467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967659197" name=""/>
              <p:cNvSpPr/>
              <p:nvPr/>
            </p:nvSpPr>
            <p:spPr bwMode="auto">
              <a:xfrm rot="0" flipH="0" flipV="0">
                <a:off x="1316934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387052224" name=""/>
              <p:cNvSpPr/>
              <p:nvPr/>
            </p:nvSpPr>
            <p:spPr bwMode="auto">
              <a:xfrm rot="0" flipH="0" flipV="0">
                <a:off x="1975401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2117035806" name=""/>
              <p:cNvSpPr/>
              <p:nvPr/>
            </p:nvSpPr>
            <p:spPr bwMode="auto">
              <a:xfrm rot="0" flipH="0" flipV="0">
                <a:off x="2633868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901907272" name=""/>
              <p:cNvSpPr/>
              <p:nvPr/>
            </p:nvSpPr>
            <p:spPr bwMode="auto">
              <a:xfrm rot="0" flipH="0" flipV="0">
                <a:off x="3292335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  <p:grpSp>
          <p:nvGrpSpPr>
            <p:cNvPr id="1691431437" name=""/>
            <p:cNvGrpSpPr/>
            <p:nvPr/>
          </p:nvGrpSpPr>
          <p:grpSpPr bwMode="auto">
            <a:xfrm>
              <a:off x="0" y="2060967"/>
              <a:ext cx="3975651" cy="683311"/>
              <a:chOff x="0" y="0"/>
              <a:chExt cx="3975651" cy="683311"/>
            </a:xfrm>
          </p:grpSpPr>
          <p:sp>
            <p:nvSpPr>
              <p:cNvPr id="98071275" name=""/>
              <p:cNvSpPr/>
              <p:nvPr/>
            </p:nvSpPr>
            <p:spPr bwMode="auto">
              <a:xfrm rot="0" flipH="0" flipV="0">
                <a:off x="0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974844918" name=""/>
              <p:cNvSpPr/>
              <p:nvPr/>
            </p:nvSpPr>
            <p:spPr bwMode="auto">
              <a:xfrm rot="0" flipH="0" flipV="0">
                <a:off x="658467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319040742" name=""/>
              <p:cNvSpPr/>
              <p:nvPr/>
            </p:nvSpPr>
            <p:spPr bwMode="auto">
              <a:xfrm rot="0" flipH="0" flipV="0">
                <a:off x="1316934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894211866" name=""/>
              <p:cNvSpPr/>
              <p:nvPr/>
            </p:nvSpPr>
            <p:spPr bwMode="auto">
              <a:xfrm rot="0" flipH="0" flipV="0">
                <a:off x="1975401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209381489" name=""/>
              <p:cNvSpPr/>
              <p:nvPr/>
            </p:nvSpPr>
            <p:spPr bwMode="auto">
              <a:xfrm rot="0" flipH="0" flipV="0">
                <a:off x="2633868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692768749" name=""/>
              <p:cNvSpPr/>
              <p:nvPr/>
            </p:nvSpPr>
            <p:spPr bwMode="auto">
              <a:xfrm rot="0" flipH="0" flipV="0">
                <a:off x="3292335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  <p:grpSp>
          <p:nvGrpSpPr>
            <p:cNvPr id="1466739600" name=""/>
            <p:cNvGrpSpPr/>
            <p:nvPr/>
          </p:nvGrpSpPr>
          <p:grpSpPr bwMode="auto">
            <a:xfrm>
              <a:off x="0" y="2747957"/>
              <a:ext cx="3975651" cy="683311"/>
              <a:chOff x="0" y="0"/>
              <a:chExt cx="3975651" cy="683311"/>
            </a:xfrm>
          </p:grpSpPr>
          <p:sp>
            <p:nvSpPr>
              <p:cNvPr id="498238058" name=""/>
              <p:cNvSpPr/>
              <p:nvPr/>
            </p:nvSpPr>
            <p:spPr bwMode="auto">
              <a:xfrm rot="0" flipH="0" flipV="0">
                <a:off x="0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419225415" name=""/>
              <p:cNvSpPr/>
              <p:nvPr/>
            </p:nvSpPr>
            <p:spPr bwMode="auto">
              <a:xfrm rot="0" flipH="0" flipV="0">
                <a:off x="658467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225440632" name=""/>
              <p:cNvSpPr/>
              <p:nvPr/>
            </p:nvSpPr>
            <p:spPr bwMode="auto">
              <a:xfrm rot="0" flipH="0" flipV="0">
                <a:off x="1316934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2070442944" name=""/>
              <p:cNvSpPr/>
              <p:nvPr/>
            </p:nvSpPr>
            <p:spPr bwMode="auto">
              <a:xfrm rot="0" flipH="0" flipV="0">
                <a:off x="1975401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364693599" name=""/>
              <p:cNvSpPr/>
              <p:nvPr/>
            </p:nvSpPr>
            <p:spPr bwMode="auto">
              <a:xfrm rot="0" flipH="0" flipV="0">
                <a:off x="2633868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696953134" name=""/>
              <p:cNvSpPr/>
              <p:nvPr/>
            </p:nvSpPr>
            <p:spPr bwMode="auto">
              <a:xfrm rot="0" flipH="0" flipV="0">
                <a:off x="3292335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</p:grpSp>
      <p:pic>
        <p:nvPicPr>
          <p:cNvPr id="173612927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17494614" flipH="0" flipV="0">
            <a:off x="2552459" y="2609619"/>
            <a:ext cx="2232502" cy="2254827"/>
          </a:xfrm>
          <a:prstGeom prst="rect">
            <a:avLst/>
          </a:prstGeom>
        </p:spPr>
      </p:pic>
      <p:pic>
        <p:nvPicPr>
          <p:cNvPr id="1194869505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rot="3424956" flipH="0" flipV="0">
            <a:off x="5694655" y="3711442"/>
            <a:ext cx="1180592" cy="1214443"/>
          </a:xfrm>
          <a:prstGeom prst="rect">
            <a:avLst/>
          </a:prstGeom>
        </p:spPr>
      </p:pic>
      <p:pic>
        <p:nvPicPr>
          <p:cNvPr id="570743733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9686511" y="1910876"/>
            <a:ext cx="747041" cy="747041"/>
          </a:xfrm>
          <a:prstGeom prst="rect">
            <a:avLst/>
          </a:prstGeom>
        </p:spPr>
      </p:pic>
      <p:pic>
        <p:nvPicPr>
          <p:cNvPr id="1439681738" name=""/>
          <p:cNvPicPr>
            <a:picLocks noChangeAspect="1"/>
          </p:cNvPicPr>
          <p:nvPr/>
        </p:nvPicPr>
        <p:blipFill rotWithShape="1">
          <a:blip r:embed="rId6"/>
          <a:srcRect l="0" t="0" r="0" b="41480"/>
          <a:stretch/>
        </p:blipFill>
        <p:spPr bwMode="auto">
          <a:xfrm rot="0" flipH="0" flipV="0">
            <a:off x="6174590" y="4153120"/>
            <a:ext cx="4670905" cy="2704879"/>
          </a:xfrm>
          <a:prstGeom prst="rect">
            <a:avLst/>
          </a:prstGeom>
        </p:spPr>
      </p:pic>
      <p:pic>
        <p:nvPicPr>
          <p:cNvPr id="929214732" name=""/>
          <p:cNvPicPr>
            <a:picLocks noChangeAspect="1"/>
          </p:cNvPicPr>
          <p:nvPr/>
        </p:nvPicPr>
        <p:blipFill rotWithShape="1">
          <a:blip r:embed="rId7">
            <a:alphaModFix amt="60000"/>
          </a:blip>
          <a:stretch/>
        </p:blipFill>
        <p:spPr bwMode="auto">
          <a:xfrm flipH="1" flipV="0">
            <a:off x="10428400" y="2031715"/>
            <a:ext cx="1763598" cy="3454390"/>
          </a:xfrm>
          <a:prstGeom prst="rect">
            <a:avLst/>
          </a:prstGeom>
        </p:spPr>
      </p:pic>
      <p:sp>
        <p:nvSpPr>
          <p:cNvPr id="338586587" name="Date Placeholder 3"/>
          <p:cNvSpPr>
            <a:spLocks noGrp="1"/>
          </p:cNvSpPr>
          <p:nvPr>
            <p:ph type="dt" sz="half" idx="10"/>
          </p:nvPr>
        </p:nvSpPr>
        <p:spPr bwMode="auto">
          <a:xfrm flipH="0" flipV="0">
            <a:off x="838197" y="6356349"/>
            <a:ext cx="2743201" cy="365124"/>
          </a:xfrm>
        </p:spPr>
        <p:txBody>
          <a:bodyPr/>
          <a:lstStyle/>
          <a:p>
            <a:pPr>
              <a:defRPr/>
            </a:pPr>
            <a:fld id="{3855F22E-2727-4022-18E0-E54F0A86DF6D}" type="datetimeFigureOut">
              <a:rPr lang="en-US"/>
              <a:t/>
            </a:fld>
            <a:endParaRPr lang="en-US"/>
          </a:p>
        </p:txBody>
      </p:sp>
      <p:sp>
        <p:nvSpPr>
          <p:cNvPr id="526400766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038598" y="6356349"/>
            <a:ext cx="41148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67435100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610599" y="6356349"/>
            <a:ext cx="1931133" cy="365124"/>
          </a:xfrm>
        </p:spPr>
        <p:txBody>
          <a:bodyPr/>
          <a:lstStyle/>
          <a:p>
            <a:pPr>
              <a:defRPr/>
            </a:pPr>
            <a:fld id="{FF2978D5-976D-49CB-E11E-5D32AB9E3ED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bg>
      <p:bgPr shadeToTitle="0">
        <a:solidFill>
          <a:schemeClr val="accent5">
            <a:lumMod val="40000"/>
            <a:lumOff val="60000"/>
            <a:alpha val="4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8475712" name=""/>
          <p:cNvSpPr/>
          <p:nvPr/>
        </p:nvSpPr>
        <p:spPr bwMode="auto">
          <a:xfrm rot="0" flipH="0" flipV="0">
            <a:off x="422411" y="776783"/>
            <a:ext cx="11347173" cy="5466517"/>
          </a:xfrm>
          <a:prstGeom prst="roundRect">
            <a:avLst>
              <a:gd name="adj" fmla="val 6818"/>
            </a:avLst>
          </a:prstGeom>
          <a:solidFill>
            <a:schemeClr val="bg1">
              <a:alpha val="60000"/>
            </a:schemeClr>
          </a:solidFill>
          <a:ln w="12700" cap="flat" cmpd="sng" algn="ctr">
            <a:solidFill>
              <a:schemeClr val="bg1">
                <a:alpha val="99999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161548421" name=""/>
          <p:cNvPicPr>
            <a:picLocks noChangeAspect="1"/>
          </p:cNvPicPr>
          <p:nvPr/>
        </p:nvPicPr>
        <p:blipFill rotWithShape="1">
          <a:blip r:embed="rId2">
            <a:alphaModFix amt="99999"/>
          </a:blip>
          <a:stretch/>
        </p:blipFill>
        <p:spPr bwMode="auto">
          <a:xfrm rot="16199998" flipH="1" flipV="0">
            <a:off x="9758719" y="-695144"/>
            <a:ext cx="1450156" cy="2840446"/>
          </a:xfrm>
          <a:prstGeom prst="rect">
            <a:avLst/>
          </a:prstGeom>
        </p:spPr>
      </p:pic>
      <p:sp>
        <p:nvSpPr>
          <p:cNvPr id="147450635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9786" y="776783"/>
            <a:ext cx="10515600" cy="913900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14291007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2"/>
            <a:ext cx="5183187" cy="8239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06157588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3"/>
            <a:ext cx="5183187" cy="3684587"/>
          </a:xfrm>
        </p:spPr>
        <p:txBody>
          <a:bodyPr/>
          <a:lstStyle>
            <a:lvl1pPr>
              <a:buFont typeface="Wingdings"/>
              <a:buChar char="§"/>
              <a:defRPr/>
            </a:lvl1pPr>
            <a:lvl2pPr>
              <a:buFont typeface="Wingdings"/>
              <a:buChar char="§"/>
              <a:defRPr/>
            </a:lvl2pPr>
            <a:lvl3pPr>
              <a:buFont typeface="Wingdings"/>
              <a:buChar char="§"/>
              <a:defRPr/>
            </a:lvl3pPr>
            <a:lvl4pPr>
              <a:buFont typeface="Wingdings"/>
              <a:buChar char="§"/>
              <a:defRPr/>
            </a:lvl4pPr>
            <a:lvl5pPr>
              <a:buFont typeface="Wingdings"/>
              <a:buChar char="§"/>
              <a:defRPr/>
            </a:lvl5pPr>
            <a:lvl6pPr>
              <a:buFont typeface="Wingdings"/>
              <a:buChar char="§"/>
              <a:defRPr/>
            </a:lvl6pPr>
            <a:lvl7pPr>
              <a:buFont typeface="Wingdings"/>
              <a:buChar char="§"/>
              <a:defRPr/>
            </a:lvl7pPr>
            <a:lvl8pPr>
              <a:buFont typeface="Wingdings"/>
              <a:buChar char="§"/>
              <a:defRPr/>
            </a:lvl8pPr>
            <a:lvl9pPr>
              <a:buFont typeface="Wingdings"/>
              <a:buChar char="§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8958949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7" y="1681162"/>
            <a:ext cx="5157785" cy="8239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2678785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6" y="2505072"/>
            <a:ext cx="5157785" cy="3684587"/>
          </a:xfrm>
        </p:spPr>
        <p:txBody>
          <a:bodyPr/>
          <a:lstStyle>
            <a:lvl1pPr>
              <a:buFont typeface="Wingdings"/>
              <a:buChar char="§"/>
              <a:defRPr/>
            </a:lvl1pPr>
            <a:lvl2pPr>
              <a:buFont typeface="Wingdings"/>
              <a:buChar char="§"/>
              <a:defRPr/>
            </a:lvl2pPr>
            <a:lvl3pPr>
              <a:buFont typeface="Wingdings"/>
              <a:buChar char="§"/>
              <a:defRPr/>
            </a:lvl3pPr>
            <a:lvl4pPr>
              <a:buFont typeface="Wingdings"/>
              <a:buChar char="§"/>
              <a:defRPr/>
            </a:lvl4pPr>
            <a:lvl5pPr>
              <a:buFont typeface="Wingdings"/>
              <a:buChar char="§"/>
              <a:defRPr/>
            </a:lvl5pPr>
            <a:lvl6pPr>
              <a:buFont typeface="Wingdings"/>
              <a:buChar char="§"/>
              <a:defRPr/>
            </a:lvl6pPr>
            <a:lvl7pPr>
              <a:buFont typeface="Wingdings"/>
              <a:buChar char="§"/>
              <a:defRPr/>
            </a:lvl7pPr>
            <a:lvl8pPr>
              <a:buFont typeface="Wingdings"/>
              <a:buChar char="§"/>
              <a:defRPr/>
            </a:lvl8pPr>
            <a:lvl9pPr>
              <a:buFont typeface="Wingdings"/>
              <a:buChar char="§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18425972" name="Date Placeholder 3"/>
          <p:cNvSpPr>
            <a:spLocks noGrp="1"/>
          </p:cNvSpPr>
          <p:nvPr>
            <p:ph type="dt" sz="half" idx="10"/>
          </p:nvPr>
        </p:nvSpPr>
        <p:spPr bwMode="auto">
          <a:xfrm flipH="0" flipV="0">
            <a:off x="838197" y="6356349"/>
            <a:ext cx="2743201" cy="365124"/>
          </a:xfrm>
        </p:spPr>
        <p:txBody>
          <a:bodyPr/>
          <a:lstStyle/>
          <a:p>
            <a:pPr>
              <a:defRPr/>
            </a:pPr>
            <a:fld id="{AC8A5D58-F650-344E-E0AC-65D7C5E95F82}" type="datetimeFigureOut">
              <a:rPr lang="en-US"/>
              <a:t/>
            </a:fld>
            <a:endParaRPr lang="en-US"/>
          </a:p>
        </p:txBody>
      </p:sp>
      <p:sp>
        <p:nvSpPr>
          <p:cNvPr id="669133979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038598" y="6356349"/>
            <a:ext cx="41148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4926988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610599" y="6356349"/>
            <a:ext cx="1931133" cy="365124"/>
          </a:xfrm>
        </p:spPr>
        <p:txBody>
          <a:bodyPr/>
          <a:lstStyle/>
          <a:p>
            <a:pPr>
              <a:defRPr/>
            </a:pPr>
            <a:fld id="{C7DCCAED-D62C-D1F7-4502-705C2EEC0B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bg>
      <p:bgPr shadeToTitle="0">
        <a:solidFill>
          <a:schemeClr val="accent1">
            <a:lumMod val="20000"/>
            <a:lumOff val="80000"/>
            <a:alpha val="1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633369" name=""/>
          <p:cNvPicPr/>
          <p:nvPr/>
        </p:nvPicPr>
        <p:blipFill rotWithShape="1">
          <a:blip r:embed="rId2"/>
          <a:stretch/>
        </p:blipFill>
        <p:spPr bwMode="auto">
          <a:xfrm rot="0" flipH="0" flipV="0">
            <a:off x="-3046" y="0"/>
            <a:ext cx="12198094" cy="6858000"/>
          </a:xfrm>
          <a:prstGeom prst="rect">
            <a:avLst/>
          </a:prstGeom>
        </p:spPr>
      </p:pic>
      <p:sp>
        <p:nvSpPr>
          <p:cNvPr id="2051456128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4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62892259" name="Picture Placeholder 2"/>
          <p:cNvSpPr>
            <a:spLocks noChangeAspect="1" noGrp="1"/>
          </p:cNvSpPr>
          <p:nvPr>
            <p:ph type="pic" idx="1"/>
          </p:nvPr>
        </p:nvSpPr>
        <p:spPr bwMode="auto">
          <a:xfrm flipH="0" flipV="0">
            <a:off x="5183187" y="457199"/>
            <a:ext cx="6172200" cy="540384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87615745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26095005" name="Date Placeholder 3"/>
          <p:cNvSpPr>
            <a:spLocks noGrp="1"/>
          </p:cNvSpPr>
          <p:nvPr>
            <p:ph type="dt" sz="half" idx="10"/>
          </p:nvPr>
        </p:nvSpPr>
        <p:spPr bwMode="auto">
          <a:xfrm flipH="0" flipV="0">
            <a:off x="838197" y="6356349"/>
            <a:ext cx="2743201" cy="365124"/>
          </a:xfrm>
        </p:spPr>
        <p:txBody>
          <a:bodyPr/>
          <a:lstStyle/>
          <a:p>
            <a:pPr>
              <a:defRPr/>
            </a:pPr>
            <a:fld id="{EFCC88AA-F6A4-A57E-DC7B-9E36F3EF3ED2}" type="datetimeFigureOut">
              <a:rPr lang="en-US"/>
              <a:t/>
            </a:fld>
            <a:endParaRPr lang="en-US"/>
          </a:p>
        </p:txBody>
      </p:sp>
      <p:sp>
        <p:nvSpPr>
          <p:cNvPr id="191411494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038598" y="6356349"/>
            <a:ext cx="41148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8981060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610599" y="6356349"/>
            <a:ext cx="1931133" cy="365124"/>
          </a:xfrm>
        </p:spPr>
        <p:txBody>
          <a:bodyPr/>
          <a:lstStyle/>
          <a:p>
            <a:pPr>
              <a:defRPr/>
            </a:pPr>
            <a:fld id="{D70E3D9A-FD71-A6BD-D838-CC638B6B0BD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2236025" name="Date Placeholder 3"/>
          <p:cNvSpPr>
            <a:spLocks noGrp="1"/>
          </p:cNvSpPr>
          <p:nvPr>
            <p:ph type="dt" sz="half" idx="10"/>
          </p:nvPr>
        </p:nvSpPr>
        <p:spPr bwMode="auto">
          <a:xfrm flipH="0" flipV="0">
            <a:off x="838197" y="6356349"/>
            <a:ext cx="2743201" cy="365124"/>
          </a:xfrm>
        </p:spPr>
        <p:txBody>
          <a:bodyPr/>
          <a:lstStyle/>
          <a:p>
            <a:pPr>
              <a:defRPr/>
            </a:pPr>
            <a:fld id="{CB17513B-2BBB-A3CA-E3E7-BB85B68C9A70}" type="datetimeFigureOut">
              <a:rPr lang="en-US"/>
              <a:t/>
            </a:fld>
            <a:endParaRPr lang="en-US"/>
          </a:p>
        </p:txBody>
      </p:sp>
      <p:sp>
        <p:nvSpPr>
          <p:cNvPr id="400966464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038598" y="6356349"/>
            <a:ext cx="41148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43736438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610599" y="6356349"/>
            <a:ext cx="1931133" cy="365124"/>
          </a:xfrm>
        </p:spPr>
        <p:txBody>
          <a:bodyPr/>
          <a:lstStyle/>
          <a:p>
            <a:pPr>
              <a:defRPr/>
            </a:pPr>
            <a:fld id="{44A2AA86-C1A8-2458-AEF0-D251DF31BED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979095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49556724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9019941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84781990" name="Date Placeholder 3"/>
          <p:cNvSpPr>
            <a:spLocks noGrp="1"/>
          </p:cNvSpPr>
          <p:nvPr>
            <p:ph type="dt" sz="half" idx="10"/>
          </p:nvPr>
        </p:nvSpPr>
        <p:spPr bwMode="auto">
          <a:xfrm flipH="0" flipV="0">
            <a:off x="838197" y="6356349"/>
            <a:ext cx="2743201" cy="365124"/>
          </a:xfrm>
        </p:spPr>
        <p:txBody>
          <a:bodyPr/>
          <a:lstStyle/>
          <a:p>
            <a:pPr>
              <a:defRPr/>
            </a:pPr>
            <a:fld id="{458B9217-85CF-8E10-004A-D2C69616C2B6}" type="datetimeFigureOut">
              <a:rPr lang="en-US"/>
              <a:t/>
            </a:fld>
            <a:endParaRPr lang="en-US"/>
          </a:p>
        </p:txBody>
      </p:sp>
      <p:sp>
        <p:nvSpPr>
          <p:cNvPr id="151243554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038598" y="6356349"/>
            <a:ext cx="41148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49311747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610599" y="6356349"/>
            <a:ext cx="1931133" cy="365124"/>
          </a:xfrm>
        </p:spPr>
        <p:txBody>
          <a:bodyPr/>
          <a:lstStyle/>
          <a:p>
            <a:pPr>
              <a:defRPr/>
            </a:pPr>
            <a:fld id="{72D9DA9B-872B-E0DF-3CAC-D954C30E971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6371688" name="Title 1"/>
          <p:cNvSpPr>
            <a:spLocks noGrp="1"/>
          </p:cNvSpPr>
          <p:nvPr>
            <p:ph type="title"/>
          </p:nvPr>
        </p:nvSpPr>
        <p:spPr bwMode="auto">
          <a:xfrm>
            <a:off x="838198" y="365124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9317545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198" y="1825624"/>
            <a:ext cx="10515600" cy="43513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45880159" name="Date Placeholder 3"/>
          <p:cNvSpPr>
            <a:spLocks noGrp="1"/>
          </p:cNvSpPr>
          <p:nvPr>
            <p:ph type="dt" sz="half" idx="10"/>
          </p:nvPr>
        </p:nvSpPr>
        <p:spPr bwMode="auto">
          <a:xfrm flipH="0" flipV="0">
            <a:off x="838197" y="6356349"/>
            <a:ext cx="2743201" cy="365124"/>
          </a:xfrm>
        </p:spPr>
        <p:txBody>
          <a:bodyPr/>
          <a:lstStyle/>
          <a:p>
            <a:pPr>
              <a:defRPr/>
            </a:pPr>
            <a:fld id="{0890C623-C73B-0B3A-A87A-C596D358D2F6}" type="datetimeFigureOut">
              <a:rPr lang="en-US"/>
              <a:t/>
            </a:fld>
            <a:endParaRPr lang="en-US"/>
          </a:p>
        </p:txBody>
      </p:sp>
      <p:sp>
        <p:nvSpPr>
          <p:cNvPr id="563624849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038598" y="6356349"/>
            <a:ext cx="41148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9839969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610599" y="6356349"/>
            <a:ext cx="1931133" cy="365124"/>
          </a:xfrm>
        </p:spPr>
        <p:txBody>
          <a:bodyPr/>
          <a:lstStyle/>
          <a:p>
            <a:pPr>
              <a:defRPr/>
            </a:pPr>
            <a:fld id="{50DA17A0-F9A6-5BF6-84D7-BB4CF0A324B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543457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7417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36016393" name="Date Placeholder 3"/>
          <p:cNvSpPr>
            <a:spLocks noGrp="1"/>
          </p:cNvSpPr>
          <p:nvPr>
            <p:ph type="dt" sz="half" idx="10"/>
          </p:nvPr>
        </p:nvSpPr>
        <p:spPr bwMode="auto">
          <a:xfrm flipH="0" flipV="0">
            <a:off x="838197" y="6356349"/>
            <a:ext cx="2743201" cy="365124"/>
          </a:xfrm>
        </p:spPr>
        <p:txBody>
          <a:bodyPr/>
          <a:lstStyle/>
          <a:p>
            <a:pPr>
              <a:defRPr/>
            </a:pPr>
            <a:fld id="{0E3D5EE6-0437-E090-7704-F1AE49268658}" type="datetimeFigureOut">
              <a:rPr lang="en-US"/>
              <a:t/>
            </a:fld>
            <a:endParaRPr lang="en-US"/>
          </a:p>
        </p:txBody>
      </p:sp>
      <p:sp>
        <p:nvSpPr>
          <p:cNvPr id="167889369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038598" y="6356349"/>
            <a:ext cx="41148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4334427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610599" y="6356349"/>
            <a:ext cx="1931133" cy="365124"/>
          </a:xfrm>
        </p:spPr>
        <p:txBody>
          <a:bodyPr/>
          <a:lstStyle/>
          <a:p>
            <a:pPr>
              <a:defRPr/>
            </a:pPr>
            <a:fld id="{9BBB7DF8-6EE1-E47B-1956-9ADD747867B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accent1">
            <a:lumMod val="20000"/>
            <a:lumOff val="80000"/>
            <a:alpha val="3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9873200" name="Title Placeholder 1"/>
          <p:cNvSpPr>
            <a:spLocks noGrp="1"/>
          </p:cNvSpPr>
          <p:nvPr>
            <p:ph type="title"/>
          </p:nvPr>
        </p:nvSpPr>
        <p:spPr bwMode="auto">
          <a:xfrm flipH="0" flipV="0">
            <a:off x="312716" y="776787"/>
            <a:ext cx="10229019" cy="9138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67108412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312716" y="1825624"/>
            <a:ext cx="10229019" cy="44176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94194474" name="Date Placeholder 3"/>
          <p:cNvSpPr>
            <a:spLocks noGrp="1"/>
          </p:cNvSpPr>
          <p:nvPr>
            <p:ph type="dt" sz="half" idx="10"/>
          </p:nvPr>
        </p:nvSpPr>
        <p:spPr bwMode="auto">
          <a:xfrm flipH="0" flipV="0">
            <a:off x="838197" y="6356349"/>
            <a:ext cx="2743201" cy="365124"/>
          </a:xfrm>
        </p:spPr>
        <p:txBody>
          <a:bodyPr/>
          <a:lstStyle/>
          <a:p>
            <a:pPr>
              <a:defRPr/>
            </a:pPr>
            <a:fld id="{793B9410-C23E-C7AF-4093-053E02F3DD55}" type="datetimeFigureOut">
              <a:rPr lang="en-US"/>
              <a:t/>
            </a:fld>
            <a:endParaRPr lang="en-US"/>
          </a:p>
        </p:txBody>
      </p:sp>
      <p:sp>
        <p:nvSpPr>
          <p:cNvPr id="125461608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038598" y="6356349"/>
            <a:ext cx="41148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47959873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610599" y="6356349"/>
            <a:ext cx="1931133" cy="365124"/>
          </a:xfrm>
        </p:spPr>
        <p:txBody>
          <a:bodyPr/>
          <a:lstStyle/>
          <a:p>
            <a:pPr>
              <a:defRPr/>
            </a:pPr>
            <a:fld id="{E0920166-D71E-3E4B-6D54-2A2DCBAF2689}" type="slidenum">
              <a:rPr lang="en-US"/>
              <a:t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6970849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838197" y="1925705"/>
            <a:ext cx="5769298" cy="1584255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>
            <a:lvl1pPr algn="l">
              <a:defRPr sz="6000"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60541478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838197" y="3602036"/>
            <a:ext cx="5769298" cy="1655760"/>
          </a:xfrm>
        </p:spPr>
        <p:txBody>
          <a:bodyPr/>
          <a:lstStyle>
            <a:lvl1pPr marL="0" indent="0" algn="l">
              <a:buNone/>
              <a:defRPr sz="2400" b="1">
                <a:solidFill>
                  <a:schemeClr val="accent6"/>
                </a:solidFill>
              </a:defRPr>
            </a:lvl1pPr>
            <a:lvl2pPr marL="457200" indent="0" algn="l">
              <a:buNone/>
              <a:defRPr sz="2000" b="1">
                <a:solidFill>
                  <a:schemeClr val="accent6"/>
                </a:solidFill>
              </a:defRPr>
            </a:lvl2pPr>
            <a:lvl3pPr marL="914400" indent="0" algn="l">
              <a:buNone/>
              <a:defRPr sz="1800" b="1">
                <a:solidFill>
                  <a:schemeClr val="accent6"/>
                </a:solidFill>
              </a:defRPr>
            </a:lvl3pPr>
            <a:lvl4pPr marL="1371600" indent="0" algn="l">
              <a:buNone/>
              <a:defRPr sz="1600" b="1">
                <a:solidFill>
                  <a:schemeClr val="accent6"/>
                </a:solidFill>
              </a:defRPr>
            </a:lvl4pPr>
            <a:lvl5pPr marL="1828800" indent="0" algn="l">
              <a:buNone/>
              <a:defRPr sz="1600" b="1">
                <a:solidFill>
                  <a:schemeClr val="accent6"/>
                </a:solidFill>
              </a:defRPr>
            </a:lvl5pPr>
            <a:lvl6pPr marL="2286000" indent="0" algn="l">
              <a:buNone/>
              <a:defRPr sz="1600" b="1">
                <a:solidFill>
                  <a:schemeClr val="accent6"/>
                </a:solidFill>
              </a:defRPr>
            </a:lvl6pPr>
            <a:lvl7pPr marL="2743200" indent="0" algn="l">
              <a:buNone/>
              <a:defRPr sz="1600" b="1">
                <a:solidFill>
                  <a:schemeClr val="accent6"/>
                </a:solidFill>
              </a:defRPr>
            </a:lvl7pPr>
            <a:lvl8pPr marL="3200400" indent="0" algn="l">
              <a:buNone/>
              <a:defRPr sz="1600" b="1">
                <a:solidFill>
                  <a:schemeClr val="accent6"/>
                </a:solidFill>
              </a:defRPr>
            </a:lvl8pPr>
            <a:lvl9pPr marL="3657600" indent="0" algn="l">
              <a:buNone/>
              <a:defRPr sz="1600" b="1">
                <a:solidFill>
                  <a:schemeClr val="accent6"/>
                </a:solidFill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Fluorite">
  <a:themeElements>
    <a:clrScheme name="Violet II">
      <a:dk1>
        <a:srgbClr val="000000"/>
      </a:dk1>
      <a:lt1>
        <a:srgbClr val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 Theme">
      <a:majorFont>
        <a:latin typeface="Arial Black"/>
        <a:ea typeface="SimHei"/>
        <a:cs typeface="Arial"/>
      </a:majorFont>
      <a:minorFont>
        <a:latin typeface="Arial"/>
        <a:ea typeface="Microsoft YaHei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New Office">
        <a:dk1>
          <a:sysClr val="windowText" lastClr="000000"/>
        </a:dk1>
        <a:lt1>
          <a:sysClr val="window" lastClr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 Black"/>
        <a:ea typeface="SimHei"/>
        <a:cs typeface="Arial"/>
      </a:majorFont>
      <a:minorFont>
        <a:latin typeface="Arial"/>
        <a:ea typeface="Microsoft YaHei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
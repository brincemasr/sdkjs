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23813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083470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205369485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5585488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2780918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30913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62880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3089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0887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1">
            <a:lumMod val="20000"/>
            <a:lumOff val="8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61654543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151439637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898607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07426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316042989" name=""/>
          <p:cNvSpPr/>
          <p:nvPr/>
        </p:nvSpPr>
        <p:spPr bwMode="auto">
          <a:xfrm rot="0" flipH="0" flipV="0">
            <a:off x="0" y="0"/>
            <a:ext cx="7059168" cy="6858000"/>
          </a:xfrm>
          <a:prstGeom prst="rect">
            <a:avLst/>
          </a:prstGeom>
          <a:gradFill>
            <a:gsLst>
              <a:gs pos="21000">
                <a:schemeClr val="tx1">
                  <a:alpha val="94999"/>
                </a:schemeClr>
              </a:gs>
              <a:gs pos="100000">
                <a:schemeClr val="tx2">
                  <a:lumMod val="50000"/>
                  <a:alpha val="94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8102245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38198" y="565149"/>
            <a:ext cx="6223905" cy="23875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>
            <a:lvl1pPr algn="l">
              <a:defRPr sz="6000">
                <a:solidFill>
                  <a:schemeClr val="bg1">
                    <a:lumMod val="95000"/>
                  </a:schemeClr>
                </a:solidFill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  <a:lvl6pPr algn="l">
              <a:defRPr/>
            </a:lvl6pPr>
            <a:lvl7pPr algn="l">
              <a:defRPr/>
            </a:lvl7pPr>
            <a:lvl8pPr algn="l">
              <a:defRPr/>
            </a:lvl8pPr>
            <a:lvl9pPr algn="l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73118219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838198" y="2952749"/>
            <a:ext cx="6223905" cy="1655761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>
                    <a:lumMod val="95000"/>
                  </a:schemeClr>
                </a:solidFill>
                <a:latin typeface="Ubuntu"/>
                <a:ea typeface="Ubuntu"/>
                <a:cs typeface="Ubuntu"/>
              </a:defRPr>
            </a:lvl1pPr>
            <a:lvl2pPr marL="457200" indent="0" algn="l">
              <a:buNone/>
              <a:defRPr sz="2000">
                <a:solidFill>
                  <a:schemeClr val="bg1">
                    <a:lumMod val="95000"/>
                  </a:schemeClr>
                </a:solidFill>
                <a:latin typeface="Ubuntu"/>
                <a:ea typeface="Ubuntu"/>
                <a:cs typeface="Ubuntu"/>
              </a:defRPr>
            </a:lvl2pPr>
            <a:lvl3pPr marL="914400" indent="0" algn="l">
              <a:buNone/>
              <a:defRPr sz="1800">
                <a:solidFill>
                  <a:schemeClr val="bg1">
                    <a:lumMod val="95000"/>
                  </a:schemeClr>
                </a:solidFill>
                <a:latin typeface="Ubuntu"/>
                <a:ea typeface="Ubuntu"/>
                <a:cs typeface="Ubuntu"/>
              </a:defRPr>
            </a:lvl3pPr>
            <a:lvl4pPr marL="13716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  <a:latin typeface="Ubuntu"/>
                <a:ea typeface="Ubuntu"/>
                <a:cs typeface="Ubuntu"/>
              </a:defRPr>
            </a:lvl4pPr>
            <a:lvl5pPr marL="18288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  <a:latin typeface="Ubuntu"/>
                <a:ea typeface="Ubuntu"/>
                <a:cs typeface="Ubuntu"/>
              </a:defRPr>
            </a:lvl5pPr>
            <a:lvl6pPr marL="22860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  <a:latin typeface="Ubuntu"/>
                <a:ea typeface="Ubuntu"/>
                <a:cs typeface="Ubuntu"/>
              </a:defRPr>
            </a:lvl6pPr>
            <a:lvl7pPr marL="27432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  <a:latin typeface="Ubuntu"/>
                <a:ea typeface="Ubuntu"/>
                <a:cs typeface="Ubuntu"/>
              </a:defRPr>
            </a:lvl7pPr>
            <a:lvl8pPr marL="32004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  <a:latin typeface="Ubuntu"/>
                <a:ea typeface="Ubuntu"/>
                <a:cs typeface="Ubuntu"/>
              </a:defRPr>
            </a:lvl8pPr>
            <a:lvl9pPr marL="36576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  <a:latin typeface="Ubuntu"/>
                <a:ea typeface="Ubuntu"/>
                <a:cs typeface="Ubuntu"/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2"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13869006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9225677" y="0"/>
            <a:ext cx="2966322" cy="6858000"/>
          </a:xfrm>
          <a:prstGeom prst="rect">
            <a:avLst/>
          </a:prstGeom>
        </p:spPr>
      </p:pic>
      <p:sp>
        <p:nvSpPr>
          <p:cNvPr id="32174650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8387476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310088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8387476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48907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5537370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288992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2">
            <a:alpha val="2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9878076" name=""/>
          <p:cNvPicPr/>
          <p:nvPr/>
        </p:nvPicPr>
        <p:blipFill rotWithShape="1">
          <a:blip r:embed="rId2">
            <a:alphaModFix amt="20000"/>
          </a:blip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184046534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1325562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492578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10515600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32407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6E73215-5CAB-47D9-DBA1-B0AB708D464E}" type="datetimeFigureOut">
              <a:rPr lang="en-US"/>
              <a:t/>
            </a:fld>
            <a:endParaRPr lang="en-US"/>
          </a:p>
        </p:txBody>
      </p:sp>
      <p:sp>
        <p:nvSpPr>
          <p:cNvPr id="1703182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70234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1BF1BAE-E242-B495-F4A4-B3FDC63399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blipFill rotWithShape="1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541836" name=""/>
          <p:cNvSpPr/>
          <p:nvPr/>
        </p:nvSpPr>
        <p:spPr bwMode="auto">
          <a:xfrm rot="0" flipH="0" flipV="0">
            <a:off x="14998" y="6801"/>
            <a:ext cx="12177000" cy="6844392"/>
          </a:xfrm>
          <a:prstGeom prst="rect">
            <a:avLst/>
          </a:prstGeom>
          <a:gradFill>
            <a:gsLst>
              <a:gs pos="20000">
                <a:schemeClr val="tx2">
                  <a:lumMod val="50000"/>
                  <a:alpha val="80000"/>
                </a:schemeClr>
              </a:gs>
              <a:gs pos="96000">
                <a:schemeClr val="tx1">
                  <a:alpha val="8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924584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9" y="1399140"/>
            <a:ext cx="10515600" cy="25350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6000">
                <a:solidFill>
                  <a:schemeClr val="bg1">
                    <a:lumMod val="95000"/>
                  </a:schemeClr>
                </a:solidFill>
              </a:defRPr>
            </a:lvl1pPr>
            <a:lvl2pPr algn="ctr"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 algn="ctr"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 algn="ctr"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 algn="ctr">
              <a:defRPr>
                <a:solidFill>
                  <a:schemeClr val="bg1">
                    <a:lumMod val="95000"/>
                  </a:schemeClr>
                </a:solidFill>
              </a:defRPr>
            </a:lvl5pPr>
            <a:lvl6pPr algn="ctr">
              <a:defRPr>
                <a:solidFill>
                  <a:schemeClr val="bg1">
                    <a:lumMod val="95000"/>
                  </a:schemeClr>
                </a:solidFill>
              </a:defRPr>
            </a:lvl6pPr>
            <a:lvl7pPr algn="ctr">
              <a:defRPr>
                <a:solidFill>
                  <a:schemeClr val="bg1">
                    <a:lumMod val="95000"/>
                  </a:schemeClr>
                </a:solidFill>
              </a:defRPr>
            </a:lvl7pPr>
            <a:lvl8pPr algn="ctr">
              <a:defRPr>
                <a:solidFill>
                  <a:schemeClr val="bg1">
                    <a:lumMod val="95000"/>
                  </a:schemeClr>
                </a:solidFill>
              </a:defRPr>
            </a:lvl8pPr>
            <a:lvl9pPr algn="ctr">
              <a:defRPr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88079911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9" y="3934239"/>
            <a:ext cx="10515600" cy="184481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>
                    <a:lumMod val="95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bg1">
                    <a:lumMod val="9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8295086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12110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67718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bg2"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852747" name=""/>
          <p:cNvSpPr/>
          <p:nvPr/>
        </p:nvSpPr>
        <p:spPr bwMode="auto">
          <a:xfrm rot="0" flipH="0" flipV="0">
            <a:off x="0" y="0"/>
            <a:ext cx="12214776" cy="3934239"/>
          </a:xfrm>
          <a:prstGeom prst="rect">
            <a:avLst/>
          </a:prstGeom>
          <a:gradFill>
            <a:gsLst>
              <a:gs pos="0">
                <a:schemeClr val="tx1">
                  <a:alpha val="91000"/>
                </a:schemeClr>
              </a:gs>
              <a:gs pos="100000">
                <a:schemeClr val="tx2">
                  <a:lumMod val="50000"/>
                  <a:alpha val="91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348430354" name=""/>
          <p:cNvPicPr>
            <a:picLocks noChangeAspect="1"/>
          </p:cNvPicPr>
          <p:nvPr/>
        </p:nvPicPr>
        <p:blipFill rotWithShape="1">
          <a:blip r:embed="rId2">
            <a:alphaModFix amt="3999"/>
          </a:blip>
          <a:srcRect l="0" t="13155" r="0" b="29069"/>
          <a:stretch/>
        </p:blipFill>
        <p:spPr bwMode="auto">
          <a:xfrm flipH="0" flipV="0">
            <a:off x="0" y="0"/>
            <a:ext cx="12191999" cy="3934236"/>
          </a:xfrm>
          <a:prstGeom prst="rect">
            <a:avLst/>
          </a:prstGeom>
        </p:spPr>
      </p:pic>
      <p:pic>
        <p:nvPicPr>
          <p:cNvPr id="368861945" name=""/>
          <p:cNvPicPr>
            <a:picLocks noChangeAspect="1"/>
          </p:cNvPicPr>
          <p:nvPr/>
        </p:nvPicPr>
        <p:blipFill rotWithShape="1">
          <a:blip r:embed="rId3">
            <a:alphaModFix amt="44999"/>
          </a:blip>
          <a:srcRect l="0" t="30945" r="0" b="25057"/>
          <a:stretch/>
        </p:blipFill>
        <p:spPr bwMode="auto">
          <a:xfrm flipH="0" flipV="0">
            <a:off x="-11387" y="3934237"/>
            <a:ext cx="12214775" cy="3038061"/>
          </a:xfrm>
          <a:prstGeom prst="rect">
            <a:avLst/>
          </a:prstGeom>
        </p:spPr>
      </p:pic>
      <p:sp>
        <p:nvSpPr>
          <p:cNvPr id="1062206235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9" y="3934239"/>
            <a:ext cx="10515600" cy="184481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5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accent5">
                    <a:lumMod val="50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accent5">
                    <a:lumMod val="50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accent5">
                    <a:lumMod val="50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accent5">
                    <a:lumMod val="50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accent5">
                    <a:lumMod val="50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accent5">
                    <a:lumMod val="50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accent5">
                    <a:lumMod val="50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accent5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0005034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FBB454F-8A2C-3892-0007-EE198AE7B1B2}" type="datetimeFigureOut">
              <a:rPr lang="en-US"/>
              <a:t/>
            </a:fld>
            <a:endParaRPr lang="en-US"/>
          </a:p>
        </p:txBody>
      </p:sp>
      <p:sp>
        <p:nvSpPr>
          <p:cNvPr id="105128914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4536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60A8391-9094-A851-09DD-DFDC4E11E9D4}" type="slidenum">
              <a:rPr lang="en-US"/>
              <a:t/>
            </a:fld>
            <a:endParaRPr lang="en-US"/>
          </a:p>
        </p:txBody>
      </p:sp>
      <p:sp>
        <p:nvSpPr>
          <p:cNvPr id="33213796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9" y="1399140"/>
            <a:ext cx="10515600" cy="25350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6000">
                <a:solidFill>
                  <a:schemeClr val="bg1">
                    <a:lumMod val="95000"/>
                  </a:schemeClr>
                </a:solidFill>
              </a:defRPr>
            </a:lvl1pPr>
            <a:lvl2pPr algn="ctr"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 algn="ctr"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 algn="ctr"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 algn="ctr">
              <a:defRPr>
                <a:solidFill>
                  <a:schemeClr val="bg1">
                    <a:lumMod val="95000"/>
                  </a:schemeClr>
                </a:solidFill>
              </a:defRPr>
            </a:lvl5pPr>
            <a:lvl6pPr algn="ctr">
              <a:defRPr>
                <a:solidFill>
                  <a:schemeClr val="bg1">
                    <a:lumMod val="95000"/>
                  </a:schemeClr>
                </a:solidFill>
              </a:defRPr>
            </a:lvl6pPr>
            <a:lvl7pPr algn="ctr">
              <a:defRPr>
                <a:solidFill>
                  <a:schemeClr val="bg1">
                    <a:lumMod val="95000"/>
                  </a:schemeClr>
                </a:solidFill>
              </a:defRPr>
            </a:lvl7pPr>
            <a:lvl8pPr algn="ctr">
              <a:defRPr>
                <a:solidFill>
                  <a:schemeClr val="bg1">
                    <a:lumMod val="95000"/>
                  </a:schemeClr>
                </a:solidFill>
              </a:defRPr>
            </a:lvl8pPr>
            <a:lvl9pPr algn="ctr">
              <a:defRPr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solidFill>
          <a:schemeClr val="bg2">
            <a:alpha val="2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7349476" name=""/>
          <p:cNvPicPr/>
          <p:nvPr/>
        </p:nvPicPr>
        <p:blipFill rotWithShape="1">
          <a:blip r:embed="rId2">
            <a:alphaModFix amt="20000"/>
          </a:blip>
          <a:stretch/>
        </p:blipFill>
        <p:spPr bwMode="auto">
          <a:xfrm rot="0" flipH="0" flipV="0">
            <a:off x="-3046" y="0"/>
            <a:ext cx="12198094" cy="6858000"/>
          </a:xfrm>
          <a:prstGeom prst="rect">
            <a:avLst/>
          </a:prstGeom>
        </p:spPr>
      </p:pic>
      <p:sp>
        <p:nvSpPr>
          <p:cNvPr id="3999427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6394124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6457320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20462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429780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144245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bg2">
            <a:alpha val="2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98395426" name=""/>
          <p:cNvPicPr/>
          <p:nvPr/>
        </p:nvPicPr>
        <p:blipFill rotWithShape="1">
          <a:blip r:embed="rId2">
            <a:alphaModFix amt="20000"/>
          </a:blip>
          <a:stretch/>
        </p:blipFill>
        <p:spPr bwMode="auto">
          <a:xfrm rot="0" flipH="0" flipV="0">
            <a:off x="-3046" y="0"/>
            <a:ext cx="12198094" cy="6858000"/>
          </a:xfrm>
          <a:prstGeom prst="rect">
            <a:avLst/>
          </a:prstGeom>
        </p:spPr>
      </p:pic>
      <p:sp>
        <p:nvSpPr>
          <p:cNvPr id="154507550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528806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5">
                    <a:lumMod val="50000"/>
                  </a:schemeClr>
                </a:solidFill>
              </a:defRPr>
            </a:lvl1pPr>
            <a:lvl2pPr marL="457200" indent="0">
              <a:buNone/>
              <a:defRPr sz="2000" b="1">
                <a:solidFill>
                  <a:schemeClr val="accent5">
                    <a:lumMod val="50000"/>
                  </a:schemeClr>
                </a:solidFill>
              </a:defRPr>
            </a:lvl2pPr>
            <a:lvl3pPr marL="914400" indent="0">
              <a:buNone/>
              <a:defRPr sz="1800" b="1">
                <a:solidFill>
                  <a:schemeClr val="accent5">
                    <a:lumMod val="50000"/>
                  </a:schemeClr>
                </a:solidFill>
              </a:defRPr>
            </a:lvl3pPr>
            <a:lvl4pPr marL="13716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4pPr>
            <a:lvl5pPr marL="18288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5pPr>
            <a:lvl6pPr marL="22860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6pPr>
            <a:lvl7pPr marL="27432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7pPr>
            <a:lvl8pPr marL="32004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8pPr>
            <a:lvl9pPr marL="36576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15685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4087618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5">
                    <a:lumMod val="50000"/>
                  </a:schemeClr>
                </a:solidFill>
              </a:defRPr>
            </a:lvl1pPr>
            <a:lvl2pPr marL="457200" indent="0">
              <a:buNone/>
              <a:defRPr sz="2000" b="1">
                <a:solidFill>
                  <a:schemeClr val="accent5">
                    <a:lumMod val="50000"/>
                  </a:schemeClr>
                </a:solidFill>
              </a:defRPr>
            </a:lvl2pPr>
            <a:lvl3pPr marL="914400" indent="0">
              <a:buNone/>
              <a:defRPr sz="1800" b="1">
                <a:solidFill>
                  <a:schemeClr val="accent5">
                    <a:lumMod val="50000"/>
                  </a:schemeClr>
                </a:solidFill>
              </a:defRPr>
            </a:lvl3pPr>
            <a:lvl4pPr marL="13716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4pPr>
            <a:lvl5pPr marL="18288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5pPr>
            <a:lvl6pPr marL="22860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6pPr>
            <a:lvl7pPr marL="27432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7pPr>
            <a:lvl8pPr marL="32004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8pPr>
            <a:lvl9pPr marL="3657600" indent="0">
              <a:buNone/>
              <a:defRPr sz="1600" b="1">
                <a:solidFill>
                  <a:schemeClr val="accent5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5711141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3498686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99223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4084042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207932" name=""/>
          <p:cNvPicPr>
            <a:picLocks noChangeAspect="1"/>
          </p:cNvPicPr>
          <p:nvPr/>
        </p:nvPicPr>
        <p:blipFill rotWithShape="1">
          <a:blip r:embed="rId2">
            <a:alphaModFix amt="99999"/>
          </a:blip>
          <a:srcRect l="0" t="1663" r="456" b="194"/>
          <a:stretch/>
        </p:blipFill>
        <p:spPr bwMode="auto">
          <a:xfrm flipH="0" flipV="0">
            <a:off x="0" y="62119"/>
            <a:ext cx="12191999" cy="6845576"/>
          </a:xfrm>
          <a:prstGeom prst="rect">
            <a:avLst/>
          </a:prstGeom>
        </p:spPr>
      </p:pic>
      <p:sp>
        <p:nvSpPr>
          <p:cNvPr id="1124483583" name=""/>
          <p:cNvSpPr/>
          <p:nvPr/>
        </p:nvSpPr>
        <p:spPr bwMode="auto">
          <a:xfrm rot="0" flipH="0" flipV="0">
            <a:off x="0" y="0"/>
            <a:ext cx="12191999" cy="2012673"/>
          </a:xfrm>
          <a:prstGeom prst="rect">
            <a:avLst/>
          </a:prstGeom>
          <a:gradFill>
            <a:gsLst>
              <a:gs pos="0">
                <a:schemeClr val="tx1">
                  <a:alpha val="84000"/>
                </a:schemeClr>
              </a:gs>
              <a:gs pos="100000">
                <a:schemeClr val="tx2">
                  <a:lumMod val="50000"/>
                  <a:alpha val="84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601403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ctr"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 algn="ctr"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 algn="ctr"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 algn="ctr"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 algn="ctr">
              <a:defRPr>
                <a:solidFill>
                  <a:schemeClr val="bg1">
                    <a:lumMod val="95000"/>
                  </a:schemeClr>
                </a:solidFill>
              </a:defRPr>
            </a:lvl5pPr>
            <a:lvl6pPr algn="ctr">
              <a:defRPr>
                <a:solidFill>
                  <a:schemeClr val="bg1">
                    <a:lumMod val="95000"/>
                  </a:schemeClr>
                </a:solidFill>
              </a:defRPr>
            </a:lvl6pPr>
            <a:lvl7pPr algn="ctr">
              <a:defRPr>
                <a:solidFill>
                  <a:schemeClr val="bg1">
                    <a:lumMod val="95000"/>
                  </a:schemeClr>
                </a:solidFill>
              </a:defRPr>
            </a:lvl7pPr>
            <a:lvl8pPr algn="ctr">
              <a:defRPr>
                <a:solidFill>
                  <a:schemeClr val="bg1">
                    <a:lumMod val="95000"/>
                  </a:schemeClr>
                </a:solidFill>
              </a:defRPr>
            </a:lvl8pPr>
            <a:lvl9pPr algn="ctr">
              <a:defRPr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6313925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035175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87322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gradFill>
          <a:gsLst>
            <a:gs pos="0">
              <a:schemeClr val="tx2">
                <a:lumMod val="40000"/>
                <a:lumOff val="60000"/>
                <a:alpha val="30000"/>
              </a:schemeClr>
            </a:gs>
            <a:gs pos="100000">
              <a:srgbClr val="FFFFFF">
                <a:alpha val="30000"/>
              </a:srgbClr>
            </a:gs>
          </a:gsLst>
          <a:lin ang="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13758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29613795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67471843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2200"/>
            </a:lvl2pPr>
            <a:lvl3pPr marL="914400" indent="0">
              <a:buNone/>
              <a:defRPr sz="2200"/>
            </a:lvl3pPr>
            <a:lvl4pPr marL="1371600" indent="0">
              <a:buNone/>
              <a:defRPr sz="2200"/>
            </a:lvl4pPr>
            <a:lvl5pPr marL="1828800" indent="0">
              <a:buNone/>
              <a:defRPr sz="2200"/>
            </a:lvl5pPr>
            <a:lvl6pPr marL="2286000" indent="0">
              <a:buNone/>
              <a:defRPr sz="2200"/>
            </a:lvl6pPr>
            <a:lvl7pPr marL="2743200" indent="0">
              <a:buNone/>
              <a:defRPr sz="2200"/>
            </a:lvl7pPr>
            <a:lvl8pPr marL="3200400" indent="0">
              <a:buNone/>
              <a:defRPr sz="2200"/>
            </a:lvl8pPr>
            <a:lvl9pPr marL="3657600" indent="0">
              <a:buNone/>
              <a:defRPr sz="2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047787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32589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486222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103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2904159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6521054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1541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7997346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466835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396417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1860421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294083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3799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528938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814496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263213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288119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20857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46993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8204097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522981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68335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accent1">
            <a:lumMod val="20000"/>
            <a:lumOff val="80000"/>
            <a:alpha val="4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769758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>
                <a:solidFill>
                  <a:schemeClr val="accent5">
                    <a:lumMod val="50000"/>
                  </a:schemeClr>
                </a:solidFill>
                <a:latin typeface="Arial"/>
                <a:ea typeface="Arial"/>
                <a:cs typeface="Arial"/>
              </a:defRPr>
            </a:lvl1pPr>
            <a:lvl2pPr>
              <a:defRPr>
                <a:latin typeface="Arial"/>
                <a:ea typeface="Arial"/>
                <a:cs typeface="Arial"/>
              </a:defRPr>
            </a:lvl2pPr>
            <a:lvl3pPr>
              <a:defRPr>
                <a:latin typeface="Arial"/>
                <a:ea typeface="Arial"/>
                <a:cs typeface="Arial"/>
              </a:defRPr>
            </a:lvl3pPr>
            <a:lvl4pPr>
              <a:defRPr>
                <a:latin typeface="Arial"/>
                <a:ea typeface="Arial"/>
                <a:cs typeface="Arial"/>
              </a:defRPr>
            </a:lvl4pPr>
            <a:lvl5pPr>
              <a:defRPr>
                <a:latin typeface="Arial"/>
                <a:ea typeface="Arial"/>
                <a:cs typeface="Arial"/>
              </a:defRPr>
            </a:lvl5pPr>
            <a:lvl6pPr>
              <a:defRPr>
                <a:latin typeface="Arial"/>
                <a:ea typeface="Arial"/>
                <a:cs typeface="Arial"/>
              </a:defRPr>
            </a:lvl6pPr>
            <a:lvl7pPr>
              <a:defRPr>
                <a:latin typeface="Arial"/>
                <a:ea typeface="Arial"/>
                <a:cs typeface="Arial"/>
              </a:defRPr>
            </a:lvl7pPr>
            <a:lvl8pPr>
              <a:defRPr>
                <a:latin typeface="Arial"/>
                <a:ea typeface="Arial"/>
                <a:cs typeface="Arial"/>
              </a:defRPr>
            </a:lvl8pPr>
            <a:lvl9pPr>
              <a:defRPr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1016656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None/>
              <a:defRPr sz="2600">
                <a:solidFill>
                  <a:schemeClr val="tx1">
                    <a:lumMod val="90000"/>
                    <a:lumOff val="5000"/>
                  </a:schemeClr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00">
                <a:latin typeface="Arial"/>
                <a:ea typeface="Arial"/>
                <a:cs typeface="Arial"/>
              </a:defRPr>
            </a:lvl2pPr>
            <a:lvl3pPr>
              <a:buNone/>
              <a:defRPr sz="1800">
                <a:latin typeface="Arial"/>
                <a:ea typeface="Arial"/>
                <a:cs typeface="Arial"/>
              </a:defRPr>
            </a:lvl3pPr>
            <a:lvl4pPr>
              <a:buNone/>
              <a:defRPr sz="1600">
                <a:latin typeface="Arial"/>
                <a:ea typeface="Arial"/>
                <a:cs typeface="Arial"/>
              </a:defRPr>
            </a:lvl4pPr>
            <a:lvl5pPr>
              <a:buNone/>
              <a:defRPr sz="1400">
                <a:latin typeface="Arial"/>
                <a:ea typeface="Arial"/>
                <a:cs typeface="Arial"/>
              </a:defRPr>
            </a:lvl5pPr>
            <a:lvl6pPr>
              <a:buNone/>
              <a:defRPr>
                <a:latin typeface="Arial"/>
                <a:ea typeface="Arial"/>
                <a:cs typeface="Arial"/>
              </a:defRPr>
            </a:lvl6pPr>
            <a:lvl7pPr>
              <a:buNone/>
              <a:defRPr>
                <a:latin typeface="Arial"/>
                <a:ea typeface="Arial"/>
                <a:cs typeface="Arial"/>
              </a:defRPr>
            </a:lvl7pPr>
            <a:lvl8pPr>
              <a:buNone/>
              <a:defRPr>
                <a:latin typeface="Arial"/>
                <a:ea typeface="Arial"/>
                <a:cs typeface="Arial"/>
              </a:defRPr>
            </a:lvl8pPr>
            <a:lvl9pPr>
              <a:buNone/>
              <a:defRPr>
                <a:latin typeface="Arial"/>
                <a:ea typeface="Arial"/>
                <a:cs typeface="Arial"/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567410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5684233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1346129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481905" name="Title 1"/>
          <p:cNvSpPr>
            <a:spLocks noGrp="1"/>
          </p:cNvSpPr>
          <p:nvPr>
            <p:ph type="ctrTitle"/>
          </p:nvPr>
        </p:nvSpPr>
        <p:spPr bwMode="auto">
          <a:xfrm>
            <a:off x="838198" y="565149"/>
            <a:ext cx="9144000" cy="238759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3799634" name="Subtitle 2"/>
          <p:cNvSpPr>
            <a:spLocks noGrp="1"/>
          </p:cNvSpPr>
          <p:nvPr>
            <p:ph type="subTitle" idx="1"/>
          </p:nvPr>
        </p:nvSpPr>
        <p:spPr bwMode="auto">
          <a:xfrm>
            <a:off x="838198" y="2952749"/>
            <a:ext cx="9144000" cy="1655761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he Strategy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17</cp:revision>
  <dcterms:modified xsi:type="dcterms:W3CDTF">2026-03-19T15:32:30Z</dcterms:modified>
</cp:coreProperties>
</file>
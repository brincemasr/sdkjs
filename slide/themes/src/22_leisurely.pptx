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46163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395511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0095468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6077949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820150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284687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08E502-69D5-310E-F618-EDAC4D8110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1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82051" name=""/>
          <p:cNvSpPr/>
          <p:nvPr/>
        </p:nvSpPr>
        <p:spPr bwMode="auto">
          <a:xfrm flipH="0" flipV="0">
            <a:off x="10339155" y="522082"/>
            <a:ext cx="1231967" cy="1231967"/>
          </a:xfrm>
          <a:prstGeom prst="ellipse">
            <a:avLst/>
          </a:prstGeom>
          <a:pattFill prst="cross">
            <a:fgClr>
              <a:schemeClr val="bg1">
                <a:alpha val="99999"/>
              </a:schemeClr>
            </a:fgClr>
            <a:bgClr>
              <a:schemeClr val="bg2">
                <a:alpha val="99999"/>
              </a:schemeClr>
            </a:bgClr>
          </a:patt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84233648" name=""/>
          <p:cNvSpPr/>
          <p:nvPr/>
        </p:nvSpPr>
        <p:spPr bwMode="auto">
          <a:xfrm flipH="0" flipV="0">
            <a:off x="0" y="5973535"/>
            <a:ext cx="789210" cy="884461"/>
          </a:xfrm>
          <a:custGeom>
            <a:avLst/>
            <a:gdLst/>
            <a:ahLst/>
            <a:cxnLst/>
            <a:rect l="0" t="0" r="r" b="b"/>
            <a:pathLst>
              <a:path w="789212" h="884464" fill="norm" stroke="1" extrusionOk="0">
                <a:moveTo>
                  <a:pt x="149677" y="0"/>
                </a:moveTo>
                <a:cubicBezTo>
                  <a:pt x="500515" y="0"/>
                  <a:pt x="789212" y="288696"/>
                  <a:pt x="789212" y="639535"/>
                </a:cubicBezTo>
                <a:cubicBezTo>
                  <a:pt x="789212" y="726094"/>
                  <a:pt x="771638" y="808872"/>
                  <a:pt x="739893" y="884464"/>
                </a:cubicBezTo>
                <a:cubicBezTo>
                  <a:pt x="739893" y="884464"/>
                  <a:pt x="0" y="884464"/>
                  <a:pt x="0" y="884464"/>
                </a:cubicBezTo>
                <a:cubicBezTo>
                  <a:pt x="0" y="884464"/>
                  <a:pt x="0" y="17924"/>
                  <a:pt x="0" y="17924"/>
                </a:cubicBezTo>
                <a:cubicBezTo>
                  <a:pt x="48076" y="6213"/>
                  <a:pt x="98207" y="0"/>
                  <a:pt x="149677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441161130" name=""/>
          <p:cNvSpPr/>
          <p:nvPr/>
        </p:nvSpPr>
        <p:spPr bwMode="auto">
          <a:xfrm>
            <a:off x="6961423" y="3089271"/>
            <a:ext cx="5230573" cy="3768724"/>
          </a:xfrm>
          <a:custGeom>
            <a:avLst/>
            <a:gdLst/>
            <a:ahLst/>
            <a:cxnLst/>
            <a:rect l="0" t="0" r="r" b="b"/>
            <a:pathLst>
              <a:path w="5230575" h="3768727" fill="norm" stroke="1" extrusionOk="0">
                <a:moveTo>
                  <a:pt x="1440001" y="445453"/>
                </a:moveTo>
                <a:cubicBezTo>
                  <a:pt x="2486409" y="-286754"/>
                  <a:pt x="4027380" y="-47855"/>
                  <a:pt x="5230575" y="665906"/>
                </a:cubicBezTo>
                <a:cubicBezTo>
                  <a:pt x="5230575" y="665906"/>
                  <a:pt x="5230575" y="2845209"/>
                  <a:pt x="5230575" y="2845209"/>
                </a:cubicBezTo>
                <a:cubicBezTo>
                  <a:pt x="4235531" y="1509154"/>
                  <a:pt x="2989616" y="1373234"/>
                  <a:pt x="2241039" y="1897041"/>
                </a:cubicBezTo>
                <a:cubicBezTo>
                  <a:pt x="1768249" y="2227869"/>
                  <a:pt x="1368695" y="2950719"/>
                  <a:pt x="1491517" y="3768726"/>
                </a:cubicBezTo>
                <a:cubicBezTo>
                  <a:pt x="1491517" y="3768726"/>
                  <a:pt x="43724" y="3768726"/>
                  <a:pt x="43724" y="3768726"/>
                </a:cubicBezTo>
                <a:cubicBezTo>
                  <a:pt x="-158175" y="2527697"/>
                  <a:pt x="344524" y="1211997"/>
                  <a:pt x="1440001" y="445453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709796882" name=""/>
          <p:cNvSpPr/>
          <p:nvPr/>
        </p:nvSpPr>
        <p:spPr bwMode="auto">
          <a:xfrm flipH="0" flipV="0">
            <a:off x="8460468" y="959143"/>
            <a:ext cx="2635644" cy="26356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031910994" name=""/>
          <p:cNvSpPr/>
          <p:nvPr/>
        </p:nvSpPr>
        <p:spPr bwMode="auto">
          <a:xfrm>
            <a:off x="0" y="0"/>
            <a:ext cx="2816074" cy="1372560"/>
          </a:xfrm>
          <a:custGeom>
            <a:avLst/>
            <a:gdLst/>
            <a:ahLst/>
            <a:cxnLst/>
            <a:rect l="0" t="0" r="r" b="b"/>
            <a:pathLst>
              <a:path w="2816075" h="1372562" fill="norm" stroke="1" extrusionOk="0">
                <a:moveTo>
                  <a:pt x="1408042" y="1372562"/>
                </a:moveTo>
                <a:cubicBezTo>
                  <a:pt x="645175" y="1372563"/>
                  <a:pt x="15728" y="755718"/>
                  <a:pt x="0" y="0"/>
                </a:cubicBezTo>
                <a:cubicBezTo>
                  <a:pt x="0" y="0"/>
                  <a:pt x="701073" y="0"/>
                  <a:pt x="701073" y="0"/>
                </a:cubicBezTo>
                <a:cubicBezTo>
                  <a:pt x="716633" y="371224"/>
                  <a:pt x="1029674" y="671794"/>
                  <a:pt x="1408040" y="671794"/>
                </a:cubicBezTo>
                <a:cubicBezTo>
                  <a:pt x="1786405" y="671793"/>
                  <a:pt x="2099442" y="371221"/>
                  <a:pt x="2115003" y="0"/>
                </a:cubicBezTo>
                <a:cubicBezTo>
                  <a:pt x="2115003" y="0"/>
                  <a:pt x="2816075" y="0"/>
                  <a:pt x="2816075" y="0"/>
                </a:cubicBezTo>
                <a:cubicBezTo>
                  <a:pt x="2800347" y="755714"/>
                  <a:pt x="2170906" y="1372560"/>
                  <a:pt x="1408042" y="1372562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2016623546" name="Subtitle 2"/>
          <p:cNvSpPr>
            <a:spLocks noGrp="1"/>
          </p:cNvSpPr>
          <p:nvPr>
            <p:ph type="subTitle" idx="1"/>
          </p:nvPr>
        </p:nvSpPr>
        <p:spPr bwMode="auto">
          <a:xfrm rot="0" flipH="0" flipV="0">
            <a:off x="1527048" y="3520440"/>
            <a:ext cx="7680960" cy="164592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9810668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1110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28886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422398495" name="Picture 4"/>
          <p:cNvSpPr/>
          <p:nvPr/>
        </p:nvSpPr>
        <p:spPr bwMode="auto">
          <a:xfrm flipH="0" flipV="0">
            <a:off x="7778241" y="1372560"/>
            <a:ext cx="2452899" cy="201277"/>
          </a:xfrm>
          <a:custGeom>
            <a:avLst/>
            <a:gdLst>
              <a:gd name="csX0" fmla="*/ 0 w 4522628"/>
              <a:gd name="csY0" fmla="*/ 12576 h 201278"/>
              <a:gd name="csX1" fmla="*/ 464945 w 4522628"/>
              <a:gd name="csY1" fmla="*/ 201208 h 201278"/>
              <a:gd name="csX2" fmla="*/ 901710 w 4522628"/>
              <a:gd name="csY2" fmla="*/ 12576 h 201278"/>
              <a:gd name="csX3" fmla="*/ 1366655 w 4522628"/>
              <a:gd name="csY3" fmla="*/ 201208 h 201278"/>
              <a:gd name="csX4" fmla="*/ 1817510 w 4522628"/>
              <a:gd name="csY4" fmla="*/ 12576 h 201278"/>
              <a:gd name="csX5" fmla="*/ 2268365 w 4522628"/>
              <a:gd name="csY5" fmla="*/ 201208 h 201278"/>
              <a:gd name="csX6" fmla="*/ 2719220 w 4522628"/>
              <a:gd name="csY6" fmla="*/ 12576 h 201278"/>
              <a:gd name="csX7" fmla="*/ 3170064 w 4522628"/>
              <a:gd name="csY7" fmla="*/ 201208 h 201278"/>
              <a:gd name="csX8" fmla="*/ 3620919 w 4522628"/>
              <a:gd name="csY8" fmla="*/ 0 h 201278"/>
              <a:gd name="csX9" fmla="*/ 4071774 w 4522628"/>
              <a:gd name="csY9" fmla="*/ 201208 h 201278"/>
              <a:gd name="csX10" fmla="*/ 4522629 w 4522628"/>
              <a:gd name="csY10" fmla="*/ 0 h 201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522628" h="201278" fill="norm" stroke="1" extrusionOk="0">
                <a:moveTo>
                  <a:pt x="0" y="12576"/>
                </a:moveTo>
                <a:cubicBezTo>
                  <a:pt x="0" y="12576"/>
                  <a:pt x="265552" y="205486"/>
                  <a:pt x="464945" y="201208"/>
                </a:cubicBezTo>
                <a:cubicBezTo>
                  <a:pt x="654374" y="197144"/>
                  <a:pt x="712278" y="16640"/>
                  <a:pt x="901710" y="12576"/>
                </a:cubicBezTo>
                <a:cubicBezTo>
                  <a:pt x="1101101" y="8297"/>
                  <a:pt x="1167219" y="203293"/>
                  <a:pt x="1366655" y="201208"/>
                </a:cubicBezTo>
                <a:cubicBezTo>
                  <a:pt x="1561094" y="199176"/>
                  <a:pt x="1623056" y="12576"/>
                  <a:pt x="1817510" y="12576"/>
                </a:cubicBezTo>
                <a:cubicBezTo>
                  <a:pt x="2011964" y="12576"/>
                  <a:pt x="2073911" y="201208"/>
                  <a:pt x="2268365" y="201208"/>
                </a:cubicBezTo>
                <a:cubicBezTo>
                  <a:pt x="2462819" y="201208"/>
                  <a:pt x="2524766" y="12576"/>
                  <a:pt x="2719220" y="12576"/>
                </a:cubicBezTo>
                <a:cubicBezTo>
                  <a:pt x="2913668" y="12576"/>
                  <a:pt x="2975632" y="202889"/>
                  <a:pt x="3170064" y="201208"/>
                </a:cubicBezTo>
                <a:cubicBezTo>
                  <a:pt x="3366918" y="199506"/>
                  <a:pt x="3424064" y="0"/>
                  <a:pt x="3620919" y="0"/>
                </a:cubicBezTo>
                <a:cubicBezTo>
                  <a:pt x="3817773" y="0"/>
                  <a:pt x="3874919" y="201208"/>
                  <a:pt x="4071774" y="201208"/>
                </a:cubicBezTo>
                <a:cubicBezTo>
                  <a:pt x="4268628" y="201208"/>
                  <a:pt x="4522629" y="0"/>
                  <a:pt x="4522629" y="0"/>
                </a:cubicBezTo>
              </a:path>
            </a:pathLst>
          </a:custGeom>
          <a:noFill/>
          <a:ln w="44450" cap="flat">
            <a:solidFill>
              <a:schemeClr val="bg1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239782" name="Picture 4"/>
          <p:cNvSpPr/>
          <p:nvPr/>
        </p:nvSpPr>
        <p:spPr bwMode="auto">
          <a:xfrm flipH="0" flipV="0">
            <a:off x="7654942" y="5710281"/>
            <a:ext cx="3698855" cy="263253"/>
          </a:xfrm>
          <a:custGeom>
            <a:avLst/>
            <a:gdLst>
              <a:gd name="csX0" fmla="*/ 0 w 4522628"/>
              <a:gd name="csY0" fmla="*/ 12576 h 201278"/>
              <a:gd name="csX1" fmla="*/ 464945 w 4522628"/>
              <a:gd name="csY1" fmla="*/ 201208 h 201278"/>
              <a:gd name="csX2" fmla="*/ 901710 w 4522628"/>
              <a:gd name="csY2" fmla="*/ 12576 h 201278"/>
              <a:gd name="csX3" fmla="*/ 1366655 w 4522628"/>
              <a:gd name="csY3" fmla="*/ 201208 h 201278"/>
              <a:gd name="csX4" fmla="*/ 1817510 w 4522628"/>
              <a:gd name="csY4" fmla="*/ 12576 h 201278"/>
              <a:gd name="csX5" fmla="*/ 2268365 w 4522628"/>
              <a:gd name="csY5" fmla="*/ 201208 h 201278"/>
              <a:gd name="csX6" fmla="*/ 2719220 w 4522628"/>
              <a:gd name="csY6" fmla="*/ 12576 h 201278"/>
              <a:gd name="csX7" fmla="*/ 3170064 w 4522628"/>
              <a:gd name="csY7" fmla="*/ 201208 h 201278"/>
              <a:gd name="csX8" fmla="*/ 3620919 w 4522628"/>
              <a:gd name="csY8" fmla="*/ 0 h 201278"/>
              <a:gd name="csX9" fmla="*/ 4071774 w 4522628"/>
              <a:gd name="csY9" fmla="*/ 201208 h 201278"/>
              <a:gd name="csX10" fmla="*/ 4522629 w 4522628"/>
              <a:gd name="csY10" fmla="*/ 0 h 201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522628" h="201278" fill="norm" stroke="1" extrusionOk="0">
                <a:moveTo>
                  <a:pt x="0" y="12576"/>
                </a:moveTo>
                <a:cubicBezTo>
                  <a:pt x="0" y="12576"/>
                  <a:pt x="265552" y="205486"/>
                  <a:pt x="464945" y="201208"/>
                </a:cubicBezTo>
                <a:cubicBezTo>
                  <a:pt x="654374" y="197144"/>
                  <a:pt x="712278" y="16640"/>
                  <a:pt x="901710" y="12576"/>
                </a:cubicBezTo>
                <a:cubicBezTo>
                  <a:pt x="1101101" y="8297"/>
                  <a:pt x="1167219" y="203293"/>
                  <a:pt x="1366655" y="201208"/>
                </a:cubicBezTo>
                <a:cubicBezTo>
                  <a:pt x="1561094" y="199176"/>
                  <a:pt x="1623056" y="12576"/>
                  <a:pt x="1817510" y="12576"/>
                </a:cubicBezTo>
                <a:cubicBezTo>
                  <a:pt x="2011964" y="12576"/>
                  <a:pt x="2073911" y="201208"/>
                  <a:pt x="2268365" y="201208"/>
                </a:cubicBezTo>
                <a:cubicBezTo>
                  <a:pt x="2462819" y="201208"/>
                  <a:pt x="2524766" y="12576"/>
                  <a:pt x="2719220" y="12576"/>
                </a:cubicBezTo>
                <a:cubicBezTo>
                  <a:pt x="2913668" y="12576"/>
                  <a:pt x="2975632" y="202889"/>
                  <a:pt x="3170064" y="201208"/>
                </a:cubicBezTo>
                <a:cubicBezTo>
                  <a:pt x="3366918" y="199506"/>
                  <a:pt x="3424064" y="0"/>
                  <a:pt x="3620919" y="0"/>
                </a:cubicBezTo>
                <a:cubicBezTo>
                  <a:pt x="3817773" y="0"/>
                  <a:pt x="3874919" y="201208"/>
                  <a:pt x="4071774" y="201208"/>
                </a:cubicBezTo>
                <a:cubicBezTo>
                  <a:pt x="4268628" y="201208"/>
                  <a:pt x="4522629" y="0"/>
                  <a:pt x="4522629" y="0"/>
                </a:cubicBezTo>
              </a:path>
            </a:pathLst>
          </a:custGeom>
          <a:noFill/>
          <a:ln w="44450" cap="flat">
            <a:solidFill>
              <a:srgbClr val="000000">
                <a:alpha val="60000"/>
              </a:srgb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92975" name="Picture 4"/>
          <p:cNvSpPr/>
          <p:nvPr/>
        </p:nvSpPr>
        <p:spPr bwMode="auto">
          <a:xfrm flipH="0" flipV="0">
            <a:off x="7654942" y="6041585"/>
            <a:ext cx="3698855" cy="263253"/>
          </a:xfrm>
          <a:custGeom>
            <a:avLst/>
            <a:gdLst>
              <a:gd name="csX0" fmla="*/ 0 w 4522628"/>
              <a:gd name="csY0" fmla="*/ 12576 h 201278"/>
              <a:gd name="csX1" fmla="*/ 464945 w 4522628"/>
              <a:gd name="csY1" fmla="*/ 201208 h 201278"/>
              <a:gd name="csX2" fmla="*/ 901710 w 4522628"/>
              <a:gd name="csY2" fmla="*/ 12576 h 201278"/>
              <a:gd name="csX3" fmla="*/ 1366655 w 4522628"/>
              <a:gd name="csY3" fmla="*/ 201208 h 201278"/>
              <a:gd name="csX4" fmla="*/ 1817510 w 4522628"/>
              <a:gd name="csY4" fmla="*/ 12576 h 201278"/>
              <a:gd name="csX5" fmla="*/ 2268365 w 4522628"/>
              <a:gd name="csY5" fmla="*/ 201208 h 201278"/>
              <a:gd name="csX6" fmla="*/ 2719220 w 4522628"/>
              <a:gd name="csY6" fmla="*/ 12576 h 201278"/>
              <a:gd name="csX7" fmla="*/ 3170064 w 4522628"/>
              <a:gd name="csY7" fmla="*/ 201208 h 201278"/>
              <a:gd name="csX8" fmla="*/ 3620919 w 4522628"/>
              <a:gd name="csY8" fmla="*/ 0 h 201278"/>
              <a:gd name="csX9" fmla="*/ 4071774 w 4522628"/>
              <a:gd name="csY9" fmla="*/ 201208 h 201278"/>
              <a:gd name="csX10" fmla="*/ 4522629 w 4522628"/>
              <a:gd name="csY10" fmla="*/ 0 h 201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522628" h="201278" fill="norm" stroke="1" extrusionOk="0">
                <a:moveTo>
                  <a:pt x="0" y="12576"/>
                </a:moveTo>
                <a:cubicBezTo>
                  <a:pt x="0" y="12576"/>
                  <a:pt x="265552" y="205486"/>
                  <a:pt x="464945" y="201208"/>
                </a:cubicBezTo>
                <a:cubicBezTo>
                  <a:pt x="654374" y="197144"/>
                  <a:pt x="712278" y="16640"/>
                  <a:pt x="901710" y="12576"/>
                </a:cubicBezTo>
                <a:cubicBezTo>
                  <a:pt x="1101101" y="8297"/>
                  <a:pt x="1167219" y="203293"/>
                  <a:pt x="1366655" y="201208"/>
                </a:cubicBezTo>
                <a:cubicBezTo>
                  <a:pt x="1561094" y="199176"/>
                  <a:pt x="1623056" y="12576"/>
                  <a:pt x="1817510" y="12576"/>
                </a:cubicBezTo>
                <a:cubicBezTo>
                  <a:pt x="2011964" y="12576"/>
                  <a:pt x="2073911" y="201208"/>
                  <a:pt x="2268365" y="201208"/>
                </a:cubicBezTo>
                <a:cubicBezTo>
                  <a:pt x="2462819" y="201208"/>
                  <a:pt x="2524766" y="12576"/>
                  <a:pt x="2719220" y="12576"/>
                </a:cubicBezTo>
                <a:cubicBezTo>
                  <a:pt x="2913668" y="12576"/>
                  <a:pt x="2975632" y="202889"/>
                  <a:pt x="3170064" y="201208"/>
                </a:cubicBezTo>
                <a:cubicBezTo>
                  <a:pt x="3366918" y="199506"/>
                  <a:pt x="3424064" y="0"/>
                  <a:pt x="3620919" y="0"/>
                </a:cubicBezTo>
                <a:cubicBezTo>
                  <a:pt x="3817773" y="0"/>
                  <a:pt x="3874919" y="201208"/>
                  <a:pt x="4071774" y="201208"/>
                </a:cubicBezTo>
                <a:cubicBezTo>
                  <a:pt x="4268628" y="201208"/>
                  <a:pt x="4522629" y="0"/>
                  <a:pt x="4522629" y="0"/>
                </a:cubicBezTo>
              </a:path>
            </a:pathLst>
          </a:custGeom>
          <a:noFill/>
          <a:ln w="44450" cap="flat">
            <a:solidFill>
              <a:srgbClr val="000000">
                <a:alpha val="99999"/>
              </a:srgb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721775" name="Picture 4"/>
          <p:cNvSpPr/>
          <p:nvPr/>
        </p:nvSpPr>
        <p:spPr bwMode="auto">
          <a:xfrm flipH="0" flipV="0">
            <a:off x="5659505" y="4759437"/>
            <a:ext cx="5694293" cy="414130"/>
          </a:xfrm>
          <a:custGeom>
            <a:avLst/>
            <a:gdLst>
              <a:gd name="csX0" fmla="*/ 0 w 4522628"/>
              <a:gd name="csY0" fmla="*/ 12576 h 201278"/>
              <a:gd name="csX1" fmla="*/ 464945 w 4522628"/>
              <a:gd name="csY1" fmla="*/ 201208 h 201278"/>
              <a:gd name="csX2" fmla="*/ 901710 w 4522628"/>
              <a:gd name="csY2" fmla="*/ 12576 h 201278"/>
              <a:gd name="csX3" fmla="*/ 1366655 w 4522628"/>
              <a:gd name="csY3" fmla="*/ 201208 h 201278"/>
              <a:gd name="csX4" fmla="*/ 1817510 w 4522628"/>
              <a:gd name="csY4" fmla="*/ 12576 h 201278"/>
              <a:gd name="csX5" fmla="*/ 2268365 w 4522628"/>
              <a:gd name="csY5" fmla="*/ 201208 h 201278"/>
              <a:gd name="csX6" fmla="*/ 2719220 w 4522628"/>
              <a:gd name="csY6" fmla="*/ 12576 h 201278"/>
              <a:gd name="csX7" fmla="*/ 3170064 w 4522628"/>
              <a:gd name="csY7" fmla="*/ 201208 h 201278"/>
              <a:gd name="csX8" fmla="*/ 3620919 w 4522628"/>
              <a:gd name="csY8" fmla="*/ 0 h 201278"/>
              <a:gd name="csX9" fmla="*/ 4071774 w 4522628"/>
              <a:gd name="csY9" fmla="*/ 201208 h 201278"/>
              <a:gd name="csX10" fmla="*/ 4522629 w 4522628"/>
              <a:gd name="csY10" fmla="*/ 0 h 201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522628" h="201278" fill="norm" stroke="1" extrusionOk="0">
                <a:moveTo>
                  <a:pt x="0" y="12576"/>
                </a:moveTo>
                <a:cubicBezTo>
                  <a:pt x="0" y="12576"/>
                  <a:pt x="265552" y="205486"/>
                  <a:pt x="464945" y="201208"/>
                </a:cubicBezTo>
                <a:cubicBezTo>
                  <a:pt x="654374" y="197144"/>
                  <a:pt x="712278" y="16640"/>
                  <a:pt x="901710" y="12576"/>
                </a:cubicBezTo>
                <a:cubicBezTo>
                  <a:pt x="1101101" y="8297"/>
                  <a:pt x="1167219" y="203293"/>
                  <a:pt x="1366655" y="201208"/>
                </a:cubicBezTo>
                <a:cubicBezTo>
                  <a:pt x="1561094" y="199176"/>
                  <a:pt x="1623056" y="12576"/>
                  <a:pt x="1817510" y="12576"/>
                </a:cubicBezTo>
                <a:cubicBezTo>
                  <a:pt x="2011964" y="12576"/>
                  <a:pt x="2073911" y="201208"/>
                  <a:pt x="2268365" y="201208"/>
                </a:cubicBezTo>
                <a:cubicBezTo>
                  <a:pt x="2462819" y="201208"/>
                  <a:pt x="2524766" y="12576"/>
                  <a:pt x="2719220" y="12576"/>
                </a:cubicBezTo>
                <a:cubicBezTo>
                  <a:pt x="2913668" y="12576"/>
                  <a:pt x="2975632" y="202889"/>
                  <a:pt x="3170064" y="201208"/>
                </a:cubicBezTo>
                <a:cubicBezTo>
                  <a:pt x="3366918" y="199506"/>
                  <a:pt x="3424064" y="0"/>
                  <a:pt x="3620919" y="0"/>
                </a:cubicBezTo>
                <a:cubicBezTo>
                  <a:pt x="3817773" y="0"/>
                  <a:pt x="3874919" y="201208"/>
                  <a:pt x="4071774" y="201208"/>
                </a:cubicBezTo>
                <a:cubicBezTo>
                  <a:pt x="4268628" y="201208"/>
                  <a:pt x="4522629" y="0"/>
                  <a:pt x="4522629" y="0"/>
                </a:cubicBezTo>
              </a:path>
            </a:pathLst>
          </a:custGeom>
          <a:noFill/>
          <a:ln w="76200" cap="flat">
            <a:solidFill>
              <a:srgbClr val="000000">
                <a:alpha val="49999"/>
              </a:srgb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708395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1527048" y="1124711"/>
            <a:ext cx="7680960" cy="237743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>
              <a:defRPr sz="5600"/>
            </a:lvl1pPr>
            <a:lvl2pPr algn="l">
              <a:defRPr sz="5600"/>
            </a:lvl2pPr>
            <a:lvl3pPr algn="l">
              <a:defRPr sz="5600"/>
            </a:lvl3pPr>
            <a:lvl4pPr algn="l">
              <a:defRPr sz="5600"/>
            </a:lvl4pPr>
            <a:lvl5pPr algn="l">
              <a:defRPr sz="5600"/>
            </a:lvl5pPr>
            <a:lvl6pPr algn="l">
              <a:defRPr sz="5600"/>
            </a:lvl6pPr>
            <a:lvl7pPr algn="l">
              <a:defRPr sz="5600"/>
            </a:lvl7pPr>
            <a:lvl8pPr algn="l">
              <a:defRPr sz="5600"/>
            </a:lvl8pPr>
            <a:lvl9pPr algn="l">
              <a:defRPr sz="56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3713345" name="Subtitle 2"/>
          <p:cNvSpPr>
            <a:spLocks noGrp="1"/>
          </p:cNvSpPr>
          <p:nvPr>
            <p:ph type="subTitle" idx="1"/>
          </p:nvPr>
        </p:nvSpPr>
        <p:spPr bwMode="auto">
          <a:xfrm rot="0" flipH="0" flipV="0">
            <a:off x="1527048" y="3520440"/>
            <a:ext cx="7680960" cy="164592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1844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223246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12920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960282081" name=""/>
          <p:cNvSpPr/>
          <p:nvPr/>
        </p:nvSpPr>
        <p:spPr bwMode="auto">
          <a:xfrm flipH="0" flipV="0">
            <a:off x="7886945" y="2737198"/>
            <a:ext cx="3938913" cy="3938913"/>
          </a:xfrm>
          <a:prstGeom prst="ellipse">
            <a:avLst/>
          </a:prstGeom>
          <a:pattFill prst="cross">
            <a:fgClr>
              <a:schemeClr val="bg1">
                <a:alpha val="52999"/>
              </a:schemeClr>
            </a:fgClr>
            <a:bgClr>
              <a:schemeClr val="bg2">
                <a:alpha val="52999"/>
              </a:schemeClr>
            </a:bgClr>
          </a:patt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8268731" name=""/>
          <p:cNvSpPr/>
          <p:nvPr/>
        </p:nvSpPr>
        <p:spPr bwMode="auto">
          <a:xfrm>
            <a:off x="9465845" y="0"/>
            <a:ext cx="2726154" cy="2640915"/>
          </a:xfrm>
          <a:custGeom>
            <a:avLst/>
            <a:gdLst/>
            <a:ahLst/>
            <a:cxnLst/>
            <a:rect l="0" t="0" r="r" b="b"/>
            <a:pathLst>
              <a:path w="2726155" h="2640917" fill="norm" stroke="1" extrusionOk="0">
                <a:moveTo>
                  <a:pt x="692987" y="2160726"/>
                </a:moveTo>
                <a:cubicBezTo>
                  <a:pt x="58921" y="1615653"/>
                  <a:pt x="-148374" y="747684"/>
                  <a:pt x="105626" y="0"/>
                </a:cubicBezTo>
                <a:cubicBezTo>
                  <a:pt x="105626" y="0"/>
                  <a:pt x="1225452" y="0"/>
                  <a:pt x="1225452" y="0"/>
                </a:cubicBezTo>
                <a:cubicBezTo>
                  <a:pt x="1225452" y="0"/>
                  <a:pt x="1227207" y="1508"/>
                  <a:pt x="1227207" y="1508"/>
                </a:cubicBezTo>
                <a:cubicBezTo>
                  <a:pt x="872164" y="414519"/>
                  <a:pt x="923164" y="1049367"/>
                  <a:pt x="1340185" y="1407858"/>
                </a:cubicBezTo>
                <a:cubicBezTo>
                  <a:pt x="1748952" y="1759253"/>
                  <a:pt x="2367457" y="1723100"/>
                  <a:pt x="2726155" y="1332560"/>
                </a:cubicBezTo>
                <a:cubicBezTo>
                  <a:pt x="2726155" y="1332560"/>
                  <a:pt x="2726155" y="2503660"/>
                  <a:pt x="2726155" y="2503660"/>
                </a:cubicBezTo>
                <a:cubicBezTo>
                  <a:pt x="2060125" y="2763462"/>
                  <a:pt x="1270653" y="2657313"/>
                  <a:pt x="692987" y="2160726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802661902" name="Picture 4"/>
          <p:cNvSpPr/>
          <p:nvPr/>
        </p:nvSpPr>
        <p:spPr bwMode="auto">
          <a:xfrm flipH="0" flipV="0">
            <a:off x="6359021" y="5880651"/>
            <a:ext cx="5408907" cy="475697"/>
          </a:xfrm>
          <a:custGeom>
            <a:avLst/>
            <a:gdLst>
              <a:gd name="csX0" fmla="*/ 0 w 4522628"/>
              <a:gd name="csY0" fmla="*/ 12576 h 201278"/>
              <a:gd name="csX1" fmla="*/ 464945 w 4522628"/>
              <a:gd name="csY1" fmla="*/ 201208 h 201278"/>
              <a:gd name="csX2" fmla="*/ 901710 w 4522628"/>
              <a:gd name="csY2" fmla="*/ 12576 h 201278"/>
              <a:gd name="csX3" fmla="*/ 1366655 w 4522628"/>
              <a:gd name="csY3" fmla="*/ 201208 h 201278"/>
              <a:gd name="csX4" fmla="*/ 1817510 w 4522628"/>
              <a:gd name="csY4" fmla="*/ 12576 h 201278"/>
              <a:gd name="csX5" fmla="*/ 2268365 w 4522628"/>
              <a:gd name="csY5" fmla="*/ 201208 h 201278"/>
              <a:gd name="csX6" fmla="*/ 2719220 w 4522628"/>
              <a:gd name="csY6" fmla="*/ 12576 h 201278"/>
              <a:gd name="csX7" fmla="*/ 3170064 w 4522628"/>
              <a:gd name="csY7" fmla="*/ 201208 h 201278"/>
              <a:gd name="csX8" fmla="*/ 3620919 w 4522628"/>
              <a:gd name="csY8" fmla="*/ 0 h 201278"/>
              <a:gd name="csX9" fmla="*/ 4071774 w 4522628"/>
              <a:gd name="csY9" fmla="*/ 201208 h 201278"/>
              <a:gd name="csX10" fmla="*/ 4522629 w 4522628"/>
              <a:gd name="csY10" fmla="*/ 0 h 201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522628" h="201278" fill="norm" stroke="1" extrusionOk="0">
                <a:moveTo>
                  <a:pt x="0" y="12576"/>
                </a:moveTo>
                <a:cubicBezTo>
                  <a:pt x="0" y="12576"/>
                  <a:pt x="265552" y="205486"/>
                  <a:pt x="464945" y="201208"/>
                </a:cubicBezTo>
                <a:cubicBezTo>
                  <a:pt x="654374" y="197144"/>
                  <a:pt x="712278" y="16640"/>
                  <a:pt x="901710" y="12576"/>
                </a:cubicBezTo>
                <a:cubicBezTo>
                  <a:pt x="1101101" y="8297"/>
                  <a:pt x="1167219" y="203293"/>
                  <a:pt x="1366655" y="201208"/>
                </a:cubicBezTo>
                <a:cubicBezTo>
                  <a:pt x="1561094" y="199176"/>
                  <a:pt x="1623056" y="12576"/>
                  <a:pt x="1817510" y="12576"/>
                </a:cubicBezTo>
                <a:cubicBezTo>
                  <a:pt x="2011964" y="12576"/>
                  <a:pt x="2073911" y="201208"/>
                  <a:pt x="2268365" y="201208"/>
                </a:cubicBezTo>
                <a:cubicBezTo>
                  <a:pt x="2462819" y="201208"/>
                  <a:pt x="2524766" y="12576"/>
                  <a:pt x="2719220" y="12576"/>
                </a:cubicBezTo>
                <a:cubicBezTo>
                  <a:pt x="2913668" y="12576"/>
                  <a:pt x="2975632" y="202889"/>
                  <a:pt x="3170064" y="201208"/>
                </a:cubicBezTo>
                <a:cubicBezTo>
                  <a:pt x="3366918" y="199506"/>
                  <a:pt x="3424064" y="0"/>
                  <a:pt x="3620919" y="0"/>
                </a:cubicBezTo>
                <a:cubicBezTo>
                  <a:pt x="3817773" y="0"/>
                  <a:pt x="3874919" y="201208"/>
                  <a:pt x="4071774" y="201208"/>
                </a:cubicBezTo>
                <a:cubicBezTo>
                  <a:pt x="4268628" y="201208"/>
                  <a:pt x="4522629" y="0"/>
                  <a:pt x="4522629" y="0"/>
                </a:cubicBezTo>
              </a:path>
            </a:pathLst>
          </a:custGeom>
          <a:noFill/>
          <a:ln w="44450" cap="flat">
            <a:solidFill>
              <a:srgbClr val="000000">
                <a:alpha val="99999"/>
              </a:srgb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5068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613807" name="Content Placeholder 2"/>
          <p:cNvSpPr>
            <a:spLocks noGrp="1"/>
          </p:cNvSpPr>
          <p:nvPr>
            <p:ph idx="1"/>
          </p:nvPr>
        </p:nvSpPr>
        <p:spPr bwMode="auto">
          <a:xfrm rot="0" flipH="0" flipV="0">
            <a:off x="841248" y="1828800"/>
            <a:ext cx="10515599" cy="402336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1">
            <a:lumMod val="5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347591" name=""/>
          <p:cNvSpPr/>
          <p:nvPr/>
        </p:nvSpPr>
        <p:spPr bwMode="auto">
          <a:xfrm>
            <a:off x="8047264" y="5200575"/>
            <a:ext cx="3306534" cy="1657423"/>
          </a:xfrm>
          <a:custGeom>
            <a:avLst/>
            <a:gdLst/>
            <a:ahLst/>
            <a:cxnLst/>
            <a:rect l="0" t="0" r="r" b="b"/>
            <a:pathLst>
              <a:path w="3306536" h="1657425" fill="norm" stroke="1" extrusionOk="0">
                <a:moveTo>
                  <a:pt x="0" y="1653268"/>
                </a:moveTo>
                <a:cubicBezTo>
                  <a:pt x="0" y="746312"/>
                  <a:pt x="746312" y="0"/>
                  <a:pt x="1653268" y="0"/>
                </a:cubicBezTo>
                <a:cubicBezTo>
                  <a:pt x="2560224" y="0"/>
                  <a:pt x="3306536" y="746312"/>
                  <a:pt x="3306536" y="1653268"/>
                </a:cubicBezTo>
                <a:cubicBezTo>
                  <a:pt x="3306536" y="1654654"/>
                  <a:pt x="3306534" y="1656039"/>
                  <a:pt x="3306530" y="1657425"/>
                </a:cubicBezTo>
                <a:cubicBezTo>
                  <a:pt x="3306530" y="1657425"/>
                  <a:pt x="5" y="1657425"/>
                  <a:pt x="5" y="1657425"/>
                </a:cubicBezTo>
                <a:cubicBezTo>
                  <a:pt x="1" y="1656039"/>
                  <a:pt x="0" y="1654654"/>
                  <a:pt x="0" y="1653268"/>
                </a:cubicBezTo>
                <a:cubicBezTo>
                  <a:pt x="0" y="1653268"/>
                  <a:pt x="0" y="1653268"/>
                  <a:pt x="0" y="165326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7023416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9410451-14F0-A607-C55A-949D5A9C0E6F}" type="datetimeFigureOut">
              <a:rPr lang="en-US"/>
              <a:t/>
            </a:fld>
            <a:endParaRPr lang="en-US"/>
          </a:p>
        </p:txBody>
      </p:sp>
      <p:sp>
        <p:nvSpPr>
          <p:cNvPr id="11630861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24994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AD5C2B1-D013-7FC5-41E6-19FE932426B6}" type="slidenum">
              <a:rPr lang="en-US"/>
              <a:t/>
            </a:fld>
            <a:endParaRPr lang="en-US"/>
          </a:p>
        </p:txBody>
      </p:sp>
      <p:sp>
        <p:nvSpPr>
          <p:cNvPr id="8720979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0392660" name="Content Placeholder 2"/>
          <p:cNvSpPr>
            <a:spLocks noGrp="1"/>
          </p:cNvSpPr>
          <p:nvPr>
            <p:ph idx="1"/>
          </p:nvPr>
        </p:nvSpPr>
        <p:spPr bwMode="auto">
          <a:xfrm rot="0" flipH="0" flipV="0">
            <a:off x="841248" y="1828800"/>
            <a:ext cx="10515597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accent1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654784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832103" y="1709927"/>
            <a:ext cx="7680960" cy="147887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00178144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9" y="3188804"/>
            <a:ext cx="7681212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buNone/>
              <a:defRPr sz="1800">
                <a:solidFill>
                  <a:schemeClr val="tx1"/>
                </a:solidFill>
              </a:defRPr>
            </a:lvl3pPr>
            <a:lvl4pPr marL="1371600" indent="0">
              <a:buNone/>
              <a:defRPr sz="1600">
                <a:solidFill>
                  <a:schemeClr val="tx1"/>
                </a:solidFill>
              </a:defRPr>
            </a:lvl4pPr>
            <a:lvl5pPr marL="1828800" indent="0">
              <a:buNone/>
              <a:defRPr sz="16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/>
                </a:solidFill>
              </a:defRPr>
            </a:lvl6pPr>
            <a:lvl7pPr marL="2743200" indent="0">
              <a:buNone/>
              <a:defRPr sz="1600">
                <a:solidFill>
                  <a:schemeClr val="tx1"/>
                </a:solidFill>
              </a:defRPr>
            </a:lvl7pPr>
            <a:lvl8pPr marL="3200400" indent="0">
              <a:buNone/>
              <a:defRPr sz="1600">
                <a:solidFill>
                  <a:schemeClr val="tx1"/>
                </a:solidFill>
              </a:defRPr>
            </a:lvl8pPr>
            <a:lvl9pPr marL="3657600" indent="0"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159120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963064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0549980" name=""/>
          <p:cNvSpPr/>
          <p:nvPr/>
        </p:nvSpPr>
        <p:spPr bwMode="auto">
          <a:xfrm flipH="1" flipV="1">
            <a:off x="7954533" y="0"/>
            <a:ext cx="4237464" cy="4748891"/>
          </a:xfrm>
          <a:custGeom>
            <a:avLst/>
            <a:gdLst/>
            <a:ahLst/>
            <a:cxnLst/>
            <a:rect l="0" t="0" r="r" b="b"/>
            <a:pathLst>
              <a:path w="789212" h="884464" fill="norm" stroke="1" extrusionOk="0">
                <a:moveTo>
                  <a:pt x="149677" y="0"/>
                </a:moveTo>
                <a:cubicBezTo>
                  <a:pt x="500515" y="0"/>
                  <a:pt x="789212" y="288696"/>
                  <a:pt x="789212" y="639535"/>
                </a:cubicBezTo>
                <a:cubicBezTo>
                  <a:pt x="789212" y="726094"/>
                  <a:pt x="771638" y="808872"/>
                  <a:pt x="739893" y="884464"/>
                </a:cubicBezTo>
                <a:cubicBezTo>
                  <a:pt x="739893" y="884464"/>
                  <a:pt x="0" y="884464"/>
                  <a:pt x="0" y="884464"/>
                </a:cubicBezTo>
                <a:cubicBezTo>
                  <a:pt x="0" y="884464"/>
                  <a:pt x="0" y="17924"/>
                  <a:pt x="0" y="17924"/>
                </a:cubicBezTo>
                <a:cubicBezTo>
                  <a:pt x="48076" y="6213"/>
                  <a:pt x="98207" y="0"/>
                  <a:pt x="149677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920403162" name=""/>
          <p:cNvSpPr/>
          <p:nvPr/>
        </p:nvSpPr>
        <p:spPr bwMode="auto">
          <a:xfrm flipH="0" flipV="0">
            <a:off x="9361033" y="4816927"/>
            <a:ext cx="1584546" cy="1584546"/>
          </a:xfrm>
          <a:prstGeom prst="ellipse">
            <a:avLst/>
          </a:prstGeom>
          <a:pattFill prst="cross">
            <a:fgClr>
              <a:schemeClr val="bg1">
                <a:alpha val="52999"/>
              </a:schemeClr>
            </a:fgClr>
            <a:bgClr>
              <a:schemeClr val="bg2">
                <a:alpha val="52999"/>
              </a:schemeClr>
            </a:bgClr>
          </a:patt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79024553" name=""/>
          <p:cNvSpPr/>
          <p:nvPr/>
        </p:nvSpPr>
        <p:spPr bwMode="auto">
          <a:xfrm rot="16199969" flipH="0" flipV="0">
            <a:off x="11355161" y="6021161"/>
            <a:ext cx="789210" cy="884459"/>
          </a:xfrm>
          <a:custGeom>
            <a:avLst/>
            <a:gdLst/>
            <a:ahLst/>
            <a:cxnLst/>
            <a:rect l="0" t="0" r="r" b="b"/>
            <a:pathLst>
              <a:path w="789212" h="884464" fill="norm" stroke="1" extrusionOk="0">
                <a:moveTo>
                  <a:pt x="149677" y="0"/>
                </a:moveTo>
                <a:cubicBezTo>
                  <a:pt x="500515" y="0"/>
                  <a:pt x="789212" y="288696"/>
                  <a:pt x="789212" y="639535"/>
                </a:cubicBezTo>
                <a:cubicBezTo>
                  <a:pt x="789212" y="726094"/>
                  <a:pt x="771638" y="808872"/>
                  <a:pt x="739893" y="884464"/>
                </a:cubicBezTo>
                <a:cubicBezTo>
                  <a:pt x="739893" y="884464"/>
                  <a:pt x="0" y="884464"/>
                  <a:pt x="0" y="884464"/>
                </a:cubicBezTo>
                <a:cubicBezTo>
                  <a:pt x="0" y="884464"/>
                  <a:pt x="0" y="17924"/>
                  <a:pt x="0" y="17924"/>
                </a:cubicBezTo>
                <a:cubicBezTo>
                  <a:pt x="48076" y="6213"/>
                  <a:pt x="98207" y="0"/>
                  <a:pt x="149677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596688288" name="Picture 4"/>
          <p:cNvSpPr/>
          <p:nvPr/>
        </p:nvSpPr>
        <p:spPr bwMode="auto">
          <a:xfrm flipH="0" flipV="0">
            <a:off x="4869550" y="1248320"/>
            <a:ext cx="2452898" cy="201276"/>
          </a:xfrm>
          <a:custGeom>
            <a:avLst/>
            <a:gdLst>
              <a:gd name="csX0" fmla="*/ 0 w 4522628"/>
              <a:gd name="csY0" fmla="*/ 12576 h 201278"/>
              <a:gd name="csX1" fmla="*/ 464945 w 4522628"/>
              <a:gd name="csY1" fmla="*/ 201208 h 201278"/>
              <a:gd name="csX2" fmla="*/ 901710 w 4522628"/>
              <a:gd name="csY2" fmla="*/ 12576 h 201278"/>
              <a:gd name="csX3" fmla="*/ 1366655 w 4522628"/>
              <a:gd name="csY3" fmla="*/ 201208 h 201278"/>
              <a:gd name="csX4" fmla="*/ 1817510 w 4522628"/>
              <a:gd name="csY4" fmla="*/ 12576 h 201278"/>
              <a:gd name="csX5" fmla="*/ 2268365 w 4522628"/>
              <a:gd name="csY5" fmla="*/ 201208 h 201278"/>
              <a:gd name="csX6" fmla="*/ 2719220 w 4522628"/>
              <a:gd name="csY6" fmla="*/ 12576 h 201278"/>
              <a:gd name="csX7" fmla="*/ 3170064 w 4522628"/>
              <a:gd name="csY7" fmla="*/ 201208 h 201278"/>
              <a:gd name="csX8" fmla="*/ 3620919 w 4522628"/>
              <a:gd name="csY8" fmla="*/ 0 h 201278"/>
              <a:gd name="csX9" fmla="*/ 4071774 w 4522628"/>
              <a:gd name="csY9" fmla="*/ 201208 h 201278"/>
              <a:gd name="csX10" fmla="*/ 4522629 w 4522628"/>
              <a:gd name="csY10" fmla="*/ 0 h 201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522628" h="201278" fill="norm" stroke="1" extrusionOk="0">
                <a:moveTo>
                  <a:pt x="0" y="12576"/>
                </a:moveTo>
                <a:cubicBezTo>
                  <a:pt x="0" y="12576"/>
                  <a:pt x="265552" y="205486"/>
                  <a:pt x="464945" y="201208"/>
                </a:cubicBezTo>
                <a:cubicBezTo>
                  <a:pt x="654374" y="197144"/>
                  <a:pt x="712278" y="16640"/>
                  <a:pt x="901710" y="12576"/>
                </a:cubicBezTo>
                <a:cubicBezTo>
                  <a:pt x="1101101" y="8297"/>
                  <a:pt x="1167219" y="203293"/>
                  <a:pt x="1366655" y="201208"/>
                </a:cubicBezTo>
                <a:cubicBezTo>
                  <a:pt x="1561094" y="199176"/>
                  <a:pt x="1623056" y="12576"/>
                  <a:pt x="1817510" y="12576"/>
                </a:cubicBezTo>
                <a:cubicBezTo>
                  <a:pt x="2011964" y="12576"/>
                  <a:pt x="2073911" y="201208"/>
                  <a:pt x="2268365" y="201208"/>
                </a:cubicBezTo>
                <a:cubicBezTo>
                  <a:pt x="2462819" y="201208"/>
                  <a:pt x="2524766" y="12576"/>
                  <a:pt x="2719220" y="12576"/>
                </a:cubicBezTo>
                <a:cubicBezTo>
                  <a:pt x="2913668" y="12576"/>
                  <a:pt x="2975632" y="202889"/>
                  <a:pt x="3170064" y="201208"/>
                </a:cubicBezTo>
                <a:cubicBezTo>
                  <a:pt x="3366918" y="199506"/>
                  <a:pt x="3424064" y="0"/>
                  <a:pt x="3620919" y="0"/>
                </a:cubicBezTo>
                <a:cubicBezTo>
                  <a:pt x="3817773" y="0"/>
                  <a:pt x="3874919" y="201208"/>
                  <a:pt x="4071774" y="201208"/>
                </a:cubicBezTo>
                <a:cubicBezTo>
                  <a:pt x="4268628" y="201208"/>
                  <a:pt x="4522629" y="0"/>
                  <a:pt x="4522629" y="0"/>
                </a:cubicBezTo>
              </a:path>
            </a:pathLst>
          </a:custGeom>
          <a:noFill/>
          <a:ln w="44450" cap="flat">
            <a:solidFill>
              <a:schemeClr val="bg1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619792" name="Picture 4"/>
          <p:cNvSpPr/>
          <p:nvPr/>
        </p:nvSpPr>
        <p:spPr bwMode="auto">
          <a:xfrm flipH="0" flipV="0">
            <a:off x="6095999" y="390360"/>
            <a:ext cx="5694292" cy="414129"/>
          </a:xfrm>
          <a:custGeom>
            <a:avLst/>
            <a:gdLst>
              <a:gd name="csX0" fmla="*/ 0 w 4522628"/>
              <a:gd name="csY0" fmla="*/ 12576 h 201278"/>
              <a:gd name="csX1" fmla="*/ 464945 w 4522628"/>
              <a:gd name="csY1" fmla="*/ 201208 h 201278"/>
              <a:gd name="csX2" fmla="*/ 901710 w 4522628"/>
              <a:gd name="csY2" fmla="*/ 12576 h 201278"/>
              <a:gd name="csX3" fmla="*/ 1366655 w 4522628"/>
              <a:gd name="csY3" fmla="*/ 201208 h 201278"/>
              <a:gd name="csX4" fmla="*/ 1817510 w 4522628"/>
              <a:gd name="csY4" fmla="*/ 12576 h 201278"/>
              <a:gd name="csX5" fmla="*/ 2268365 w 4522628"/>
              <a:gd name="csY5" fmla="*/ 201208 h 201278"/>
              <a:gd name="csX6" fmla="*/ 2719220 w 4522628"/>
              <a:gd name="csY6" fmla="*/ 12576 h 201278"/>
              <a:gd name="csX7" fmla="*/ 3170064 w 4522628"/>
              <a:gd name="csY7" fmla="*/ 201208 h 201278"/>
              <a:gd name="csX8" fmla="*/ 3620919 w 4522628"/>
              <a:gd name="csY8" fmla="*/ 0 h 201278"/>
              <a:gd name="csX9" fmla="*/ 4071774 w 4522628"/>
              <a:gd name="csY9" fmla="*/ 201208 h 201278"/>
              <a:gd name="csX10" fmla="*/ 4522629 w 4522628"/>
              <a:gd name="csY10" fmla="*/ 0 h 201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522628" h="201278" fill="norm" stroke="1" extrusionOk="0">
                <a:moveTo>
                  <a:pt x="0" y="12576"/>
                </a:moveTo>
                <a:cubicBezTo>
                  <a:pt x="0" y="12576"/>
                  <a:pt x="265552" y="205486"/>
                  <a:pt x="464945" y="201208"/>
                </a:cubicBezTo>
                <a:cubicBezTo>
                  <a:pt x="654374" y="197144"/>
                  <a:pt x="712278" y="16640"/>
                  <a:pt x="901710" y="12576"/>
                </a:cubicBezTo>
                <a:cubicBezTo>
                  <a:pt x="1101101" y="8297"/>
                  <a:pt x="1167219" y="203293"/>
                  <a:pt x="1366655" y="201208"/>
                </a:cubicBezTo>
                <a:cubicBezTo>
                  <a:pt x="1561094" y="199176"/>
                  <a:pt x="1623056" y="12576"/>
                  <a:pt x="1817510" y="12576"/>
                </a:cubicBezTo>
                <a:cubicBezTo>
                  <a:pt x="2011964" y="12576"/>
                  <a:pt x="2073911" y="201208"/>
                  <a:pt x="2268365" y="201208"/>
                </a:cubicBezTo>
                <a:cubicBezTo>
                  <a:pt x="2462819" y="201208"/>
                  <a:pt x="2524766" y="12576"/>
                  <a:pt x="2719220" y="12576"/>
                </a:cubicBezTo>
                <a:cubicBezTo>
                  <a:pt x="2913668" y="12576"/>
                  <a:pt x="2975632" y="202889"/>
                  <a:pt x="3170064" y="201208"/>
                </a:cubicBezTo>
                <a:cubicBezTo>
                  <a:pt x="3366918" y="199506"/>
                  <a:pt x="3424064" y="0"/>
                  <a:pt x="3620919" y="0"/>
                </a:cubicBezTo>
                <a:cubicBezTo>
                  <a:pt x="3817773" y="0"/>
                  <a:pt x="3874919" y="201208"/>
                  <a:pt x="4071774" y="201208"/>
                </a:cubicBezTo>
                <a:cubicBezTo>
                  <a:pt x="4268628" y="201208"/>
                  <a:pt x="4522629" y="0"/>
                  <a:pt x="4522629" y="0"/>
                </a:cubicBezTo>
              </a:path>
            </a:pathLst>
          </a:custGeom>
          <a:noFill/>
          <a:ln w="76200" cap="flat">
            <a:solidFill>
              <a:srgbClr val="000000">
                <a:alpha val="49999"/>
              </a:srgb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11172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746213" name=""/>
          <p:cNvSpPr/>
          <p:nvPr/>
        </p:nvSpPr>
        <p:spPr bwMode="auto">
          <a:xfrm flipH="0" flipV="1">
            <a:off x="-5839" y="0"/>
            <a:ext cx="986946" cy="1106064"/>
          </a:xfrm>
          <a:custGeom>
            <a:avLst/>
            <a:gdLst/>
            <a:ahLst/>
            <a:cxnLst/>
            <a:rect l="0" t="0" r="r" b="b"/>
            <a:pathLst>
              <a:path w="789212" h="884464" fill="norm" stroke="1" extrusionOk="0">
                <a:moveTo>
                  <a:pt x="149677" y="0"/>
                </a:moveTo>
                <a:cubicBezTo>
                  <a:pt x="500515" y="0"/>
                  <a:pt x="789212" y="288696"/>
                  <a:pt x="789212" y="639535"/>
                </a:cubicBezTo>
                <a:cubicBezTo>
                  <a:pt x="789212" y="726094"/>
                  <a:pt x="771638" y="808872"/>
                  <a:pt x="739893" y="884464"/>
                </a:cubicBezTo>
                <a:cubicBezTo>
                  <a:pt x="739893" y="884464"/>
                  <a:pt x="0" y="884464"/>
                  <a:pt x="0" y="884464"/>
                </a:cubicBezTo>
                <a:cubicBezTo>
                  <a:pt x="0" y="884464"/>
                  <a:pt x="0" y="17924"/>
                  <a:pt x="0" y="17924"/>
                </a:cubicBezTo>
                <a:cubicBezTo>
                  <a:pt x="48076" y="6213"/>
                  <a:pt x="98207" y="0"/>
                  <a:pt x="149677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685012806" name=""/>
          <p:cNvSpPr/>
          <p:nvPr/>
        </p:nvSpPr>
        <p:spPr bwMode="auto">
          <a:xfrm flipV="1">
            <a:off x="8416015" y="0"/>
            <a:ext cx="3306533" cy="1657421"/>
          </a:xfrm>
          <a:custGeom>
            <a:avLst/>
            <a:gdLst/>
            <a:ahLst/>
            <a:cxnLst/>
            <a:rect l="0" t="0" r="r" b="b"/>
            <a:pathLst>
              <a:path w="3306536" h="1657425" fill="norm" stroke="1" extrusionOk="0">
                <a:moveTo>
                  <a:pt x="0" y="1653268"/>
                </a:moveTo>
                <a:cubicBezTo>
                  <a:pt x="0" y="746312"/>
                  <a:pt x="746312" y="0"/>
                  <a:pt x="1653268" y="0"/>
                </a:cubicBezTo>
                <a:cubicBezTo>
                  <a:pt x="2560224" y="0"/>
                  <a:pt x="3306536" y="746312"/>
                  <a:pt x="3306536" y="1653268"/>
                </a:cubicBezTo>
                <a:cubicBezTo>
                  <a:pt x="3306536" y="1654654"/>
                  <a:pt x="3306534" y="1656039"/>
                  <a:pt x="3306530" y="1657425"/>
                </a:cubicBezTo>
                <a:cubicBezTo>
                  <a:pt x="3306530" y="1657425"/>
                  <a:pt x="5" y="1657425"/>
                  <a:pt x="5" y="1657425"/>
                </a:cubicBezTo>
                <a:cubicBezTo>
                  <a:pt x="1" y="1656039"/>
                  <a:pt x="0" y="1654654"/>
                  <a:pt x="0" y="1653268"/>
                </a:cubicBezTo>
                <a:cubicBezTo>
                  <a:pt x="0" y="1653268"/>
                  <a:pt x="0" y="1653268"/>
                  <a:pt x="0" y="165326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307618710" name=""/>
          <p:cNvSpPr/>
          <p:nvPr/>
        </p:nvSpPr>
        <p:spPr bwMode="auto">
          <a:xfrm flipV="1">
            <a:off x="981105" y="5490681"/>
            <a:ext cx="2816073" cy="1372559"/>
          </a:xfrm>
          <a:custGeom>
            <a:avLst/>
            <a:gdLst/>
            <a:ahLst/>
            <a:cxnLst/>
            <a:rect l="0" t="0" r="r" b="b"/>
            <a:pathLst>
              <a:path w="2816075" h="1372562" fill="norm" stroke="1" extrusionOk="0">
                <a:moveTo>
                  <a:pt x="1408042" y="1372562"/>
                </a:moveTo>
                <a:cubicBezTo>
                  <a:pt x="645175" y="1372563"/>
                  <a:pt x="15728" y="755718"/>
                  <a:pt x="0" y="0"/>
                </a:cubicBezTo>
                <a:cubicBezTo>
                  <a:pt x="0" y="0"/>
                  <a:pt x="701073" y="0"/>
                  <a:pt x="701073" y="0"/>
                </a:cubicBezTo>
                <a:cubicBezTo>
                  <a:pt x="716633" y="371224"/>
                  <a:pt x="1029674" y="671794"/>
                  <a:pt x="1408040" y="671794"/>
                </a:cubicBezTo>
                <a:cubicBezTo>
                  <a:pt x="1786405" y="671793"/>
                  <a:pt x="2099442" y="371221"/>
                  <a:pt x="2115003" y="0"/>
                </a:cubicBezTo>
                <a:cubicBezTo>
                  <a:pt x="2115003" y="0"/>
                  <a:pt x="2816075" y="0"/>
                  <a:pt x="2816075" y="0"/>
                </a:cubicBezTo>
                <a:cubicBezTo>
                  <a:pt x="2800347" y="755714"/>
                  <a:pt x="2170906" y="1372560"/>
                  <a:pt x="1408042" y="1372562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5322771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2180921" name="Content Placeholder 2"/>
          <p:cNvSpPr>
            <a:spLocks noGrp="1"/>
          </p:cNvSpPr>
          <p:nvPr>
            <p:ph sz="half" idx="1"/>
          </p:nvPr>
        </p:nvSpPr>
        <p:spPr bwMode="auto">
          <a:xfrm rot="0" flipH="0" flipV="0">
            <a:off x="841248" y="1828800"/>
            <a:ext cx="5184648" cy="402336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04270665" name="Content Placeholder 3"/>
          <p:cNvSpPr>
            <a:spLocks noGrp="1"/>
          </p:cNvSpPr>
          <p:nvPr>
            <p:ph sz="half" idx="2"/>
          </p:nvPr>
        </p:nvSpPr>
        <p:spPr bwMode="auto">
          <a:xfrm rot="0" flipH="0" flipV="0">
            <a:off x="6172200" y="1828800"/>
            <a:ext cx="5184648" cy="402336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978083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3075712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82067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843717780" name="Picture 4"/>
          <p:cNvSpPr/>
          <p:nvPr/>
        </p:nvSpPr>
        <p:spPr bwMode="auto">
          <a:xfrm flipH="0" flipV="0">
            <a:off x="7654941" y="6041584"/>
            <a:ext cx="3698854" cy="263252"/>
          </a:xfrm>
          <a:custGeom>
            <a:avLst/>
            <a:gdLst>
              <a:gd name="csX0" fmla="*/ 0 w 4522628"/>
              <a:gd name="csY0" fmla="*/ 12576 h 201278"/>
              <a:gd name="csX1" fmla="*/ 464945 w 4522628"/>
              <a:gd name="csY1" fmla="*/ 201208 h 201278"/>
              <a:gd name="csX2" fmla="*/ 901710 w 4522628"/>
              <a:gd name="csY2" fmla="*/ 12576 h 201278"/>
              <a:gd name="csX3" fmla="*/ 1366655 w 4522628"/>
              <a:gd name="csY3" fmla="*/ 201208 h 201278"/>
              <a:gd name="csX4" fmla="*/ 1817510 w 4522628"/>
              <a:gd name="csY4" fmla="*/ 12576 h 201278"/>
              <a:gd name="csX5" fmla="*/ 2268365 w 4522628"/>
              <a:gd name="csY5" fmla="*/ 201208 h 201278"/>
              <a:gd name="csX6" fmla="*/ 2719220 w 4522628"/>
              <a:gd name="csY6" fmla="*/ 12576 h 201278"/>
              <a:gd name="csX7" fmla="*/ 3170064 w 4522628"/>
              <a:gd name="csY7" fmla="*/ 201208 h 201278"/>
              <a:gd name="csX8" fmla="*/ 3620919 w 4522628"/>
              <a:gd name="csY8" fmla="*/ 0 h 201278"/>
              <a:gd name="csX9" fmla="*/ 4071774 w 4522628"/>
              <a:gd name="csY9" fmla="*/ 201208 h 201278"/>
              <a:gd name="csX10" fmla="*/ 4522629 w 4522628"/>
              <a:gd name="csY10" fmla="*/ 0 h 201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522628" h="201278" fill="norm" stroke="1" extrusionOk="0">
                <a:moveTo>
                  <a:pt x="0" y="12576"/>
                </a:moveTo>
                <a:cubicBezTo>
                  <a:pt x="0" y="12576"/>
                  <a:pt x="265552" y="205486"/>
                  <a:pt x="464945" y="201208"/>
                </a:cubicBezTo>
                <a:cubicBezTo>
                  <a:pt x="654374" y="197144"/>
                  <a:pt x="712278" y="16640"/>
                  <a:pt x="901710" y="12576"/>
                </a:cubicBezTo>
                <a:cubicBezTo>
                  <a:pt x="1101101" y="8297"/>
                  <a:pt x="1167219" y="203293"/>
                  <a:pt x="1366655" y="201208"/>
                </a:cubicBezTo>
                <a:cubicBezTo>
                  <a:pt x="1561094" y="199176"/>
                  <a:pt x="1623056" y="12576"/>
                  <a:pt x="1817510" y="12576"/>
                </a:cubicBezTo>
                <a:cubicBezTo>
                  <a:pt x="2011964" y="12576"/>
                  <a:pt x="2073911" y="201208"/>
                  <a:pt x="2268365" y="201208"/>
                </a:cubicBezTo>
                <a:cubicBezTo>
                  <a:pt x="2462819" y="201208"/>
                  <a:pt x="2524766" y="12576"/>
                  <a:pt x="2719220" y="12576"/>
                </a:cubicBezTo>
                <a:cubicBezTo>
                  <a:pt x="2913668" y="12576"/>
                  <a:pt x="2975632" y="202889"/>
                  <a:pt x="3170064" y="201208"/>
                </a:cubicBezTo>
                <a:cubicBezTo>
                  <a:pt x="3366918" y="199506"/>
                  <a:pt x="3424064" y="0"/>
                  <a:pt x="3620919" y="0"/>
                </a:cubicBezTo>
                <a:cubicBezTo>
                  <a:pt x="3817773" y="0"/>
                  <a:pt x="3874919" y="201208"/>
                  <a:pt x="4071774" y="201208"/>
                </a:cubicBezTo>
                <a:cubicBezTo>
                  <a:pt x="4268628" y="201208"/>
                  <a:pt x="4522629" y="0"/>
                  <a:pt x="4522629" y="0"/>
                </a:cubicBezTo>
              </a:path>
            </a:pathLst>
          </a:custGeom>
          <a:noFill/>
          <a:ln w="44450" cap="flat">
            <a:solidFill>
              <a:srgbClr val="000000">
                <a:alpha val="99999"/>
              </a:srgb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780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4168006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39035822" name="Text Placeholder 3"/>
          <p:cNvSpPr>
            <a:spLocks noGrp="1"/>
          </p:cNvSpPr>
          <p:nvPr>
            <p:ph type="body" sz="half" idx="2"/>
          </p:nvPr>
        </p:nvSpPr>
        <p:spPr bwMode="auto">
          <a:xfrm rot="0" flipH="0" flipV="0">
            <a:off x="841248" y="2057400"/>
            <a:ext cx="3932237" cy="3811588"/>
          </a:xfrm>
        </p:spPr>
        <p:txBody>
          <a:bodyPr vertOverflow="overflow" horzOverflow="overflow" vert="horz" wrap="square" lIns="91440" tIns="182880" rIns="91440" bIns="45720" numCol="1" spcCol="0" rtlCol="0" fromWordArt="0" anchor="t" anchorCtr="0" forceAA="0" upright="0" compatLnSpc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4389111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430762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31828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256517222" name=""/>
          <p:cNvSpPr/>
          <p:nvPr/>
        </p:nvSpPr>
        <p:spPr bwMode="auto">
          <a:xfrm rot="5399999" flipH="0" flipV="0">
            <a:off x="47625" y="-47625"/>
            <a:ext cx="789210" cy="884459"/>
          </a:xfrm>
          <a:custGeom>
            <a:avLst/>
            <a:gdLst/>
            <a:ahLst/>
            <a:cxnLst/>
            <a:rect l="0" t="0" r="r" b="b"/>
            <a:pathLst>
              <a:path w="789212" h="884464" fill="norm" stroke="1" extrusionOk="0">
                <a:moveTo>
                  <a:pt x="149677" y="0"/>
                </a:moveTo>
                <a:cubicBezTo>
                  <a:pt x="500515" y="0"/>
                  <a:pt x="789212" y="288696"/>
                  <a:pt x="789212" y="639535"/>
                </a:cubicBezTo>
                <a:cubicBezTo>
                  <a:pt x="789212" y="726094"/>
                  <a:pt x="771638" y="808872"/>
                  <a:pt x="739893" y="884464"/>
                </a:cubicBezTo>
                <a:cubicBezTo>
                  <a:pt x="739893" y="884464"/>
                  <a:pt x="0" y="884464"/>
                  <a:pt x="0" y="884464"/>
                </a:cubicBezTo>
                <a:cubicBezTo>
                  <a:pt x="0" y="884464"/>
                  <a:pt x="0" y="17924"/>
                  <a:pt x="0" y="17924"/>
                </a:cubicBezTo>
                <a:cubicBezTo>
                  <a:pt x="48076" y="6213"/>
                  <a:pt x="98207" y="0"/>
                  <a:pt x="149677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accent5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877128" name=""/>
          <p:cNvSpPr/>
          <p:nvPr/>
        </p:nvSpPr>
        <p:spPr bwMode="auto">
          <a:xfrm flipH="1" flipV="1">
            <a:off x="11015946" y="0"/>
            <a:ext cx="1176052" cy="1317992"/>
          </a:xfrm>
          <a:custGeom>
            <a:avLst/>
            <a:gdLst/>
            <a:ahLst/>
            <a:cxnLst/>
            <a:rect l="0" t="0" r="r" b="b"/>
            <a:pathLst>
              <a:path w="789212" h="884464" fill="norm" stroke="1" extrusionOk="0">
                <a:moveTo>
                  <a:pt x="149677" y="0"/>
                </a:moveTo>
                <a:cubicBezTo>
                  <a:pt x="500515" y="0"/>
                  <a:pt x="789212" y="288696"/>
                  <a:pt x="789212" y="639535"/>
                </a:cubicBezTo>
                <a:cubicBezTo>
                  <a:pt x="789212" y="726094"/>
                  <a:pt x="771638" y="808872"/>
                  <a:pt x="739893" y="884464"/>
                </a:cubicBezTo>
                <a:cubicBezTo>
                  <a:pt x="739893" y="884464"/>
                  <a:pt x="0" y="884464"/>
                  <a:pt x="0" y="884464"/>
                </a:cubicBezTo>
                <a:cubicBezTo>
                  <a:pt x="0" y="884464"/>
                  <a:pt x="0" y="17924"/>
                  <a:pt x="0" y="17924"/>
                </a:cubicBezTo>
                <a:cubicBezTo>
                  <a:pt x="48076" y="6213"/>
                  <a:pt x="98207" y="0"/>
                  <a:pt x="149677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711842836" name="Title 1"/>
          <p:cNvSpPr>
            <a:spLocks noGrp="1"/>
          </p:cNvSpPr>
          <p:nvPr>
            <p:ph type="title"/>
          </p:nvPr>
        </p:nvSpPr>
        <p:spPr bwMode="auto">
          <a:xfrm>
            <a:off x="839787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5811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7" y="1681162"/>
            <a:ext cx="5157785" cy="82391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000" b="1">
                <a:solidFill>
                  <a:schemeClr val="accent1"/>
                </a:solidFill>
              </a:defRPr>
            </a:lvl1pPr>
            <a:lvl2pPr marL="457200" indent="0">
              <a:buNone/>
              <a:defRPr sz="3000" b="1">
                <a:solidFill>
                  <a:schemeClr val="accent1"/>
                </a:solidFill>
              </a:defRPr>
            </a:lvl2pPr>
            <a:lvl3pPr marL="914400" indent="0">
              <a:buNone/>
              <a:defRPr sz="3000" b="1">
                <a:solidFill>
                  <a:schemeClr val="accent1"/>
                </a:solidFill>
              </a:defRPr>
            </a:lvl3pPr>
            <a:lvl4pPr marL="1371600" indent="0">
              <a:buNone/>
              <a:defRPr sz="3000" b="1">
                <a:solidFill>
                  <a:schemeClr val="accent1"/>
                </a:solidFill>
              </a:defRPr>
            </a:lvl4pPr>
            <a:lvl5pPr marL="1828800" indent="0">
              <a:buNone/>
              <a:defRPr sz="3000" b="1">
                <a:solidFill>
                  <a:schemeClr val="accent1"/>
                </a:solidFill>
              </a:defRPr>
            </a:lvl5pPr>
            <a:lvl6pPr marL="2286000" indent="0">
              <a:buNone/>
              <a:defRPr sz="3000" b="1">
                <a:solidFill>
                  <a:schemeClr val="accent1"/>
                </a:solidFill>
              </a:defRPr>
            </a:lvl6pPr>
            <a:lvl7pPr marL="2743200" indent="0">
              <a:buNone/>
              <a:defRPr sz="3000" b="1">
                <a:solidFill>
                  <a:schemeClr val="accent1"/>
                </a:solidFill>
              </a:defRPr>
            </a:lvl7pPr>
            <a:lvl8pPr marL="3200400" indent="0">
              <a:buNone/>
              <a:defRPr sz="3000" b="1">
                <a:solidFill>
                  <a:schemeClr val="accent1"/>
                </a:solidFill>
              </a:defRPr>
            </a:lvl8pPr>
            <a:lvl9pPr marL="3657600" indent="0">
              <a:buNone/>
              <a:defRPr sz="3000" b="1">
                <a:solidFill>
                  <a:schemeClr val="accent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</a:t>
            </a:r>
            <a:endParaRPr/>
          </a:p>
        </p:txBody>
      </p:sp>
      <p:sp>
        <p:nvSpPr>
          <p:cNvPr id="571826001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839787" y="2505073"/>
            <a:ext cx="5157785" cy="333416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33537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000" b="1">
                <a:solidFill>
                  <a:schemeClr val="accent1"/>
                </a:solidFill>
              </a:defRPr>
            </a:lvl1pPr>
            <a:lvl2pPr marL="457200" indent="0">
              <a:buNone/>
              <a:defRPr sz="3000" b="1">
                <a:solidFill>
                  <a:schemeClr val="accent1"/>
                </a:solidFill>
              </a:defRPr>
            </a:lvl2pPr>
            <a:lvl3pPr marL="914400" indent="0">
              <a:buNone/>
              <a:defRPr sz="3000" b="1">
                <a:solidFill>
                  <a:schemeClr val="accent1"/>
                </a:solidFill>
              </a:defRPr>
            </a:lvl3pPr>
            <a:lvl4pPr marL="1371600" indent="0">
              <a:buNone/>
              <a:defRPr sz="3000" b="1">
                <a:solidFill>
                  <a:schemeClr val="accent1"/>
                </a:solidFill>
              </a:defRPr>
            </a:lvl4pPr>
            <a:lvl5pPr marL="1828800" indent="0">
              <a:buNone/>
              <a:defRPr sz="3000" b="1">
                <a:solidFill>
                  <a:schemeClr val="accent1"/>
                </a:solidFill>
              </a:defRPr>
            </a:lvl5pPr>
            <a:lvl6pPr marL="2286000" indent="0">
              <a:buNone/>
              <a:defRPr sz="3000" b="1">
                <a:solidFill>
                  <a:schemeClr val="accent1"/>
                </a:solidFill>
              </a:defRPr>
            </a:lvl6pPr>
            <a:lvl7pPr marL="2743200" indent="0">
              <a:buNone/>
              <a:defRPr sz="3000" b="1">
                <a:solidFill>
                  <a:schemeClr val="accent1"/>
                </a:solidFill>
              </a:defRPr>
            </a:lvl7pPr>
            <a:lvl8pPr marL="3200400" indent="0">
              <a:buNone/>
              <a:defRPr sz="3000" b="1">
                <a:solidFill>
                  <a:schemeClr val="accent1"/>
                </a:solidFill>
              </a:defRPr>
            </a:lvl8pPr>
            <a:lvl9pPr marL="3657600" indent="0">
              <a:buNone/>
              <a:defRPr sz="3000" b="1">
                <a:solidFill>
                  <a:schemeClr val="accent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46532726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6172200" y="2505073"/>
            <a:ext cx="5183187" cy="333416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1507924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52BB0C6-C1E7-F8B2-669B-A2D21F081214}" type="datetimeFigureOut">
              <a:rPr lang="en-US"/>
              <a:t/>
            </a:fld>
            <a:endParaRPr lang="en-US"/>
          </a:p>
        </p:txBody>
      </p:sp>
      <p:sp>
        <p:nvSpPr>
          <p:cNvPr id="152918355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703585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96A64A9-8352-088B-70AB-AD5D15272D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chemeClr val="accent1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983994" name=""/>
          <p:cNvSpPr/>
          <p:nvPr/>
        </p:nvSpPr>
        <p:spPr bwMode="auto">
          <a:xfrm flipV="0">
            <a:off x="8416015" y="5200576"/>
            <a:ext cx="3306533" cy="1657421"/>
          </a:xfrm>
          <a:custGeom>
            <a:avLst/>
            <a:gdLst/>
            <a:ahLst/>
            <a:cxnLst/>
            <a:rect l="0" t="0" r="r" b="b"/>
            <a:pathLst>
              <a:path w="3306536" h="1657425" fill="norm" stroke="1" extrusionOk="0">
                <a:moveTo>
                  <a:pt x="0" y="1653268"/>
                </a:moveTo>
                <a:cubicBezTo>
                  <a:pt x="0" y="746312"/>
                  <a:pt x="746312" y="0"/>
                  <a:pt x="1653268" y="0"/>
                </a:cubicBezTo>
                <a:cubicBezTo>
                  <a:pt x="2560224" y="0"/>
                  <a:pt x="3306536" y="746312"/>
                  <a:pt x="3306536" y="1653268"/>
                </a:cubicBezTo>
                <a:cubicBezTo>
                  <a:pt x="3306536" y="1654654"/>
                  <a:pt x="3306534" y="1656039"/>
                  <a:pt x="3306530" y="1657425"/>
                </a:cubicBezTo>
                <a:cubicBezTo>
                  <a:pt x="3306530" y="1657425"/>
                  <a:pt x="5" y="1657425"/>
                  <a:pt x="5" y="1657425"/>
                </a:cubicBezTo>
                <a:cubicBezTo>
                  <a:pt x="1" y="1656039"/>
                  <a:pt x="0" y="1654654"/>
                  <a:pt x="0" y="1653268"/>
                </a:cubicBezTo>
                <a:cubicBezTo>
                  <a:pt x="0" y="1653268"/>
                  <a:pt x="0" y="1653268"/>
                  <a:pt x="0" y="165326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659110143" name=""/>
          <p:cNvSpPr/>
          <p:nvPr/>
        </p:nvSpPr>
        <p:spPr bwMode="auto">
          <a:xfrm flipH="1" flipV="0">
            <a:off x="0" y="2323870"/>
            <a:ext cx="6292870" cy="4534128"/>
          </a:xfrm>
          <a:custGeom>
            <a:avLst/>
            <a:gdLst/>
            <a:ahLst/>
            <a:cxnLst/>
            <a:rect l="0" t="0" r="r" b="b"/>
            <a:pathLst>
              <a:path w="5230575" h="3768727" fill="norm" stroke="1" extrusionOk="0">
                <a:moveTo>
                  <a:pt x="1440001" y="445453"/>
                </a:moveTo>
                <a:cubicBezTo>
                  <a:pt x="2486409" y="-286754"/>
                  <a:pt x="4027380" y="-47855"/>
                  <a:pt x="5230575" y="665906"/>
                </a:cubicBezTo>
                <a:cubicBezTo>
                  <a:pt x="5230575" y="665906"/>
                  <a:pt x="5230575" y="2845209"/>
                  <a:pt x="5230575" y="2845209"/>
                </a:cubicBezTo>
                <a:cubicBezTo>
                  <a:pt x="4235531" y="1509154"/>
                  <a:pt x="2989616" y="1373234"/>
                  <a:pt x="2241039" y="1897041"/>
                </a:cubicBezTo>
                <a:cubicBezTo>
                  <a:pt x="1768249" y="2227869"/>
                  <a:pt x="1368695" y="2950719"/>
                  <a:pt x="1491517" y="3768726"/>
                </a:cubicBezTo>
                <a:cubicBezTo>
                  <a:pt x="1491517" y="3768726"/>
                  <a:pt x="43724" y="3768726"/>
                  <a:pt x="43724" y="3768726"/>
                </a:cubicBezTo>
                <a:cubicBezTo>
                  <a:pt x="-158175" y="2527697"/>
                  <a:pt x="344524" y="1211997"/>
                  <a:pt x="1440001" y="445453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210955541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9144000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203586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1162984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890979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199018637" name=""/>
          <p:cNvSpPr/>
          <p:nvPr/>
        </p:nvSpPr>
        <p:spPr bwMode="auto">
          <a:xfrm flipH="0" flipV="0">
            <a:off x="6413431" y="1897752"/>
            <a:ext cx="3568768" cy="3568768"/>
          </a:xfrm>
          <a:prstGeom prst="ellipse">
            <a:avLst/>
          </a:prstGeom>
          <a:pattFill prst="cross">
            <a:fgClr>
              <a:schemeClr val="bg1">
                <a:alpha val="99999"/>
              </a:schemeClr>
            </a:fgClr>
            <a:bgClr>
              <a:schemeClr val="bg2">
                <a:alpha val="99999"/>
              </a:schemeClr>
            </a:bgClr>
          </a:patt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5095190" name="Picture 4"/>
          <p:cNvSpPr/>
          <p:nvPr/>
        </p:nvSpPr>
        <p:spPr bwMode="auto">
          <a:xfrm flipH="0" flipV="0">
            <a:off x="1815702" y="5399682"/>
            <a:ext cx="3698854" cy="263252"/>
          </a:xfrm>
          <a:custGeom>
            <a:avLst/>
            <a:gdLst>
              <a:gd name="csX0" fmla="*/ 0 w 4522628"/>
              <a:gd name="csY0" fmla="*/ 12576 h 201278"/>
              <a:gd name="csX1" fmla="*/ 464945 w 4522628"/>
              <a:gd name="csY1" fmla="*/ 201208 h 201278"/>
              <a:gd name="csX2" fmla="*/ 901710 w 4522628"/>
              <a:gd name="csY2" fmla="*/ 12576 h 201278"/>
              <a:gd name="csX3" fmla="*/ 1366655 w 4522628"/>
              <a:gd name="csY3" fmla="*/ 201208 h 201278"/>
              <a:gd name="csX4" fmla="*/ 1817510 w 4522628"/>
              <a:gd name="csY4" fmla="*/ 12576 h 201278"/>
              <a:gd name="csX5" fmla="*/ 2268365 w 4522628"/>
              <a:gd name="csY5" fmla="*/ 201208 h 201278"/>
              <a:gd name="csX6" fmla="*/ 2719220 w 4522628"/>
              <a:gd name="csY6" fmla="*/ 12576 h 201278"/>
              <a:gd name="csX7" fmla="*/ 3170064 w 4522628"/>
              <a:gd name="csY7" fmla="*/ 201208 h 201278"/>
              <a:gd name="csX8" fmla="*/ 3620919 w 4522628"/>
              <a:gd name="csY8" fmla="*/ 0 h 201278"/>
              <a:gd name="csX9" fmla="*/ 4071774 w 4522628"/>
              <a:gd name="csY9" fmla="*/ 201208 h 201278"/>
              <a:gd name="csX10" fmla="*/ 4522629 w 4522628"/>
              <a:gd name="csY10" fmla="*/ 0 h 201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522628" h="201278" fill="norm" stroke="1" extrusionOk="0">
                <a:moveTo>
                  <a:pt x="0" y="12576"/>
                </a:moveTo>
                <a:cubicBezTo>
                  <a:pt x="0" y="12576"/>
                  <a:pt x="265552" y="205486"/>
                  <a:pt x="464945" y="201208"/>
                </a:cubicBezTo>
                <a:cubicBezTo>
                  <a:pt x="654374" y="197144"/>
                  <a:pt x="712278" y="16640"/>
                  <a:pt x="901710" y="12576"/>
                </a:cubicBezTo>
                <a:cubicBezTo>
                  <a:pt x="1101101" y="8297"/>
                  <a:pt x="1167219" y="203293"/>
                  <a:pt x="1366655" y="201208"/>
                </a:cubicBezTo>
                <a:cubicBezTo>
                  <a:pt x="1561094" y="199176"/>
                  <a:pt x="1623056" y="12576"/>
                  <a:pt x="1817510" y="12576"/>
                </a:cubicBezTo>
                <a:cubicBezTo>
                  <a:pt x="2011964" y="12576"/>
                  <a:pt x="2073911" y="201208"/>
                  <a:pt x="2268365" y="201208"/>
                </a:cubicBezTo>
                <a:cubicBezTo>
                  <a:pt x="2462819" y="201208"/>
                  <a:pt x="2524766" y="12576"/>
                  <a:pt x="2719220" y="12576"/>
                </a:cubicBezTo>
                <a:cubicBezTo>
                  <a:pt x="2913668" y="12576"/>
                  <a:pt x="2975632" y="202889"/>
                  <a:pt x="3170064" y="201208"/>
                </a:cubicBezTo>
                <a:cubicBezTo>
                  <a:pt x="3366918" y="199506"/>
                  <a:pt x="3424064" y="0"/>
                  <a:pt x="3620919" y="0"/>
                </a:cubicBezTo>
                <a:cubicBezTo>
                  <a:pt x="3817773" y="0"/>
                  <a:pt x="3874919" y="201208"/>
                  <a:pt x="4071774" y="201208"/>
                </a:cubicBezTo>
                <a:cubicBezTo>
                  <a:pt x="4268628" y="201208"/>
                  <a:pt x="4522629" y="0"/>
                  <a:pt x="4522629" y="0"/>
                </a:cubicBezTo>
              </a:path>
            </a:pathLst>
          </a:custGeom>
          <a:noFill/>
          <a:ln w="44450" cap="flat">
            <a:solidFill>
              <a:srgbClr val="000000">
                <a:alpha val="60000"/>
              </a:srgb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5801867" name="Picture 4"/>
          <p:cNvSpPr/>
          <p:nvPr/>
        </p:nvSpPr>
        <p:spPr bwMode="auto">
          <a:xfrm flipH="0" flipV="0">
            <a:off x="8900901" y="1696475"/>
            <a:ext cx="2452898" cy="201276"/>
          </a:xfrm>
          <a:custGeom>
            <a:avLst/>
            <a:gdLst>
              <a:gd name="csX0" fmla="*/ 0 w 4522628"/>
              <a:gd name="csY0" fmla="*/ 12576 h 201278"/>
              <a:gd name="csX1" fmla="*/ 464945 w 4522628"/>
              <a:gd name="csY1" fmla="*/ 201208 h 201278"/>
              <a:gd name="csX2" fmla="*/ 901710 w 4522628"/>
              <a:gd name="csY2" fmla="*/ 12576 h 201278"/>
              <a:gd name="csX3" fmla="*/ 1366655 w 4522628"/>
              <a:gd name="csY3" fmla="*/ 201208 h 201278"/>
              <a:gd name="csX4" fmla="*/ 1817510 w 4522628"/>
              <a:gd name="csY4" fmla="*/ 12576 h 201278"/>
              <a:gd name="csX5" fmla="*/ 2268365 w 4522628"/>
              <a:gd name="csY5" fmla="*/ 201208 h 201278"/>
              <a:gd name="csX6" fmla="*/ 2719220 w 4522628"/>
              <a:gd name="csY6" fmla="*/ 12576 h 201278"/>
              <a:gd name="csX7" fmla="*/ 3170064 w 4522628"/>
              <a:gd name="csY7" fmla="*/ 201208 h 201278"/>
              <a:gd name="csX8" fmla="*/ 3620919 w 4522628"/>
              <a:gd name="csY8" fmla="*/ 0 h 201278"/>
              <a:gd name="csX9" fmla="*/ 4071774 w 4522628"/>
              <a:gd name="csY9" fmla="*/ 201208 h 201278"/>
              <a:gd name="csX10" fmla="*/ 4522629 w 4522628"/>
              <a:gd name="csY10" fmla="*/ 0 h 201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522628" h="201278" fill="norm" stroke="1" extrusionOk="0">
                <a:moveTo>
                  <a:pt x="0" y="12576"/>
                </a:moveTo>
                <a:cubicBezTo>
                  <a:pt x="0" y="12576"/>
                  <a:pt x="265552" y="205486"/>
                  <a:pt x="464945" y="201208"/>
                </a:cubicBezTo>
                <a:cubicBezTo>
                  <a:pt x="654374" y="197144"/>
                  <a:pt x="712278" y="16640"/>
                  <a:pt x="901710" y="12576"/>
                </a:cubicBezTo>
                <a:cubicBezTo>
                  <a:pt x="1101101" y="8297"/>
                  <a:pt x="1167219" y="203293"/>
                  <a:pt x="1366655" y="201208"/>
                </a:cubicBezTo>
                <a:cubicBezTo>
                  <a:pt x="1561094" y="199176"/>
                  <a:pt x="1623056" y="12576"/>
                  <a:pt x="1817510" y="12576"/>
                </a:cubicBezTo>
                <a:cubicBezTo>
                  <a:pt x="2011964" y="12576"/>
                  <a:pt x="2073911" y="201208"/>
                  <a:pt x="2268365" y="201208"/>
                </a:cubicBezTo>
                <a:cubicBezTo>
                  <a:pt x="2462819" y="201208"/>
                  <a:pt x="2524766" y="12576"/>
                  <a:pt x="2719220" y="12576"/>
                </a:cubicBezTo>
                <a:cubicBezTo>
                  <a:pt x="2913668" y="12576"/>
                  <a:pt x="2975632" y="202889"/>
                  <a:pt x="3170064" y="201208"/>
                </a:cubicBezTo>
                <a:cubicBezTo>
                  <a:pt x="3366918" y="199506"/>
                  <a:pt x="3424064" y="0"/>
                  <a:pt x="3620919" y="0"/>
                </a:cubicBezTo>
                <a:cubicBezTo>
                  <a:pt x="3817773" y="0"/>
                  <a:pt x="3874919" y="201208"/>
                  <a:pt x="4071774" y="201208"/>
                </a:cubicBezTo>
                <a:cubicBezTo>
                  <a:pt x="4268628" y="201208"/>
                  <a:pt x="4522629" y="0"/>
                  <a:pt x="4522629" y="0"/>
                </a:cubicBezTo>
              </a:path>
            </a:pathLst>
          </a:custGeom>
          <a:noFill/>
          <a:ln w="44450" cap="flat">
            <a:solidFill>
              <a:schemeClr val="bg1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9145383" name=""/>
          <p:cNvSpPr/>
          <p:nvPr/>
        </p:nvSpPr>
        <p:spPr bwMode="auto">
          <a:xfrm flipH="0" flipV="0">
            <a:off x="10324054" y="3858055"/>
            <a:ext cx="938610" cy="938610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29109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2059872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623119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20693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90808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0899427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7145730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671568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604032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5433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8327204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919131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92399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8250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28471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9612065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46205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989104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24673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1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561333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08782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797951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466897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8610693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366133" name="Subtitle 2"/>
          <p:cNvSpPr>
            <a:spLocks noGrp="1"/>
          </p:cNvSpPr>
          <p:nvPr>
            <p:ph type="subTitle" idx="1"/>
          </p:nvPr>
        </p:nvSpPr>
        <p:spPr bwMode="auto">
          <a:xfrm rot="0" flipH="0" flipV="0">
            <a:off x="1527048" y="3520440"/>
            <a:ext cx="7680960" cy="164592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729575878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1527048" y="1124710"/>
            <a:ext cx="7680960" cy="2377438"/>
          </a:xfrm>
        </p:spPr>
        <p:txBody>
          <a:bodyPr/>
          <a:lstStyle>
            <a:lvl1pPr algn="l">
              <a:defRPr sz="5600"/>
            </a:lvl1pPr>
            <a:lvl2pPr algn="l">
              <a:defRPr sz="5600"/>
            </a:lvl2pPr>
            <a:lvl3pPr algn="l">
              <a:defRPr sz="5600"/>
            </a:lvl3pPr>
            <a:lvl4pPr algn="l">
              <a:defRPr sz="5600"/>
            </a:lvl4pPr>
            <a:lvl5pPr algn="l">
              <a:defRPr sz="5600"/>
            </a:lvl5pPr>
            <a:lvl6pPr algn="l">
              <a:defRPr sz="5600"/>
            </a:lvl6pPr>
            <a:lvl7pPr algn="l">
              <a:defRPr sz="5600"/>
            </a:lvl7pPr>
            <a:lvl8pPr algn="l">
              <a:defRPr sz="5600"/>
            </a:lvl8pPr>
            <a:lvl9pPr algn="l">
              <a:defRPr sz="5600"/>
            </a:lvl9pPr>
          </a:lstStyle>
          <a:p>
            <a:pPr>
              <a:defRPr/>
            </a:pPr>
            <a:endParaRPr/>
          </a:p>
        </p:txBody>
      </p:sp>
      <p:sp>
        <p:nvSpPr>
          <p:cNvPr id="1490958064" name="Subtitle 2"/>
          <p:cNvSpPr>
            <a:spLocks noGrp="1"/>
          </p:cNvSpPr>
          <p:nvPr>
            <p:ph type="subTitle" idx="1"/>
          </p:nvPr>
        </p:nvSpPr>
        <p:spPr bwMode="auto">
          <a:xfrm rot="0" flipH="0" flipV="0">
            <a:off x="1527048" y="3520440"/>
            <a:ext cx="7680960" cy="164592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Leisurely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Theme">
      <a:majorFont>
        <a:latin typeface="Verdana"/>
        <a:ea typeface="Microsoft YaHei"/>
        <a:cs typeface="Tahoma"/>
      </a:majorFont>
      <a:minorFont>
        <a:latin typeface="Verdana"/>
        <a:ea typeface="Microsoft YaHei"/>
        <a:cs typeface="Tahoma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Verdana"/>
        <a:ea typeface="Microsoft YaHei"/>
        <a:cs typeface="Tahoma"/>
      </a:majorFont>
      <a:minorFont>
        <a:latin typeface="Verdana"/>
        <a:ea typeface="Microsoft YaHei"/>
        <a:cs typeface="Tahoma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
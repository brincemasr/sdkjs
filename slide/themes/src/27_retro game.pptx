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7025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82371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462114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56631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09239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654427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145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2464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251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994588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3" y="0"/>
            <a:ext cx="12181172" cy="6858000"/>
          </a:xfrm>
          <a:prstGeom prst="rect">
            <a:avLst/>
          </a:prstGeom>
        </p:spPr>
      </p:pic>
      <p:sp>
        <p:nvSpPr>
          <p:cNvPr id="131532649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6" y="1697934"/>
            <a:ext cx="6791739" cy="181202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3813527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850767816" name=""/>
          <p:cNvGrpSpPr/>
          <p:nvPr/>
        </p:nvGrpSpPr>
        <p:grpSpPr bwMode="auto">
          <a:xfrm rot="5399942" flipH="0" flipV="0">
            <a:off x="3087260" y="-3087187"/>
            <a:ext cx="1169968" cy="7344469"/>
            <a:chOff x="0" y="0"/>
            <a:chExt cx="1169968" cy="7344469"/>
          </a:xfrm>
        </p:grpSpPr>
        <p:sp>
          <p:nvSpPr>
            <p:cNvPr id="1856331003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884680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4757295" name=""/>
            <p:cNvSpPr/>
            <p:nvPr/>
          </p:nvSpPr>
          <p:spPr bwMode="auto">
            <a:xfrm rot="0" flipH="0" flipV="0">
              <a:off x="779977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359609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32343940" name=""/>
          <p:cNvGrpSpPr/>
          <p:nvPr/>
        </p:nvGrpSpPr>
        <p:grpSpPr bwMode="auto">
          <a:xfrm rot="5399942" flipH="0" flipV="0">
            <a:off x="7934769" y="2600718"/>
            <a:ext cx="1169968" cy="7344469"/>
            <a:chOff x="0" y="0"/>
            <a:chExt cx="1169968" cy="7344469"/>
          </a:xfrm>
        </p:grpSpPr>
        <p:sp>
          <p:nvSpPr>
            <p:cNvPr id="81283727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523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06685883" name=""/>
            <p:cNvSpPr/>
            <p:nvPr/>
          </p:nvSpPr>
          <p:spPr bwMode="auto">
            <a:xfrm rot="0" flipH="0" flipV="0">
              <a:off x="779977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236800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48105377" name=""/>
          <p:cNvGrpSpPr/>
          <p:nvPr/>
        </p:nvGrpSpPr>
        <p:grpSpPr bwMode="auto">
          <a:xfrm>
            <a:off x="2897792" y="892490"/>
            <a:ext cx="714375" cy="714375"/>
            <a:chOff x="0" y="0"/>
            <a:chExt cx="714375" cy="714375"/>
          </a:xfrm>
        </p:grpSpPr>
        <p:sp>
          <p:nvSpPr>
            <p:cNvPr id="1260520628" name=""/>
            <p:cNvSpPr/>
            <p:nvPr/>
          </p:nvSpPr>
          <p:spPr bwMode="auto">
            <a:xfrm rot="0" flipH="0" flipV="0">
              <a:off x="0" y="476247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6737450" name=""/>
            <p:cNvSpPr/>
            <p:nvPr/>
          </p:nvSpPr>
          <p:spPr bwMode="auto">
            <a:xfrm rot="0" flipH="0" flipV="0">
              <a:off x="238125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13958411" name=""/>
            <p:cNvSpPr/>
            <p:nvPr/>
          </p:nvSpPr>
          <p:spPr bwMode="auto">
            <a:xfrm rot="0" flipH="0" flipV="0">
              <a:off x="476248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573032488" name=""/>
          <p:cNvGrpSpPr/>
          <p:nvPr/>
        </p:nvGrpSpPr>
        <p:grpSpPr bwMode="auto">
          <a:xfrm flipH="0" flipV="0">
            <a:off x="8932" y="3111288"/>
            <a:ext cx="511515" cy="3211038"/>
            <a:chOff x="0" y="0"/>
            <a:chExt cx="511515" cy="3211038"/>
          </a:xfrm>
        </p:grpSpPr>
        <p:sp>
          <p:nvSpPr>
            <p:cNvPr id="856714868" name=""/>
            <p:cNvSpPr/>
            <p:nvPr/>
          </p:nvSpPr>
          <p:spPr bwMode="auto">
            <a:xfrm rot="0" flipH="0" flipV="0">
              <a:off x="0" y="1070339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1002247" name=""/>
            <p:cNvSpPr/>
            <p:nvPr/>
          </p:nvSpPr>
          <p:spPr bwMode="auto">
            <a:xfrm rot="0" flipH="0" flipV="0">
              <a:off x="170505" y="0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49923855" name=""/>
            <p:cNvSpPr/>
            <p:nvPr/>
          </p:nvSpPr>
          <p:spPr bwMode="auto">
            <a:xfrm rot="0" flipH="0" flipV="0">
              <a:off x="341010" y="1070339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0122336" name=""/>
            <p:cNvSpPr/>
            <p:nvPr/>
          </p:nvSpPr>
          <p:spPr bwMode="auto">
            <a:xfrm rot="0" flipH="0" flipV="0">
              <a:off x="170505" y="2140687"/>
              <a:ext cx="170505" cy="10703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434889660" name=""/>
          <p:cNvGrpSpPr/>
          <p:nvPr/>
        </p:nvGrpSpPr>
        <p:grpSpPr bwMode="auto">
          <a:xfrm flipH="0" flipV="0">
            <a:off x="2834127" y="525062"/>
            <a:ext cx="3480996" cy="1591632"/>
            <a:chOff x="0" y="0"/>
            <a:chExt cx="3480996" cy="1591632"/>
          </a:xfrm>
        </p:grpSpPr>
        <p:sp>
          <p:nvSpPr>
            <p:cNvPr id="1473888337" name=""/>
            <p:cNvSpPr/>
            <p:nvPr/>
          </p:nvSpPr>
          <p:spPr bwMode="auto">
            <a:xfrm rot="0" flipH="0" flipV="0">
              <a:off x="0" y="0"/>
              <a:ext cx="3480996" cy="1591632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54664832" name=""/>
            <p:cNvSpPr/>
            <p:nvPr/>
          </p:nvSpPr>
          <p:spPr bwMode="auto">
            <a:xfrm rot="0" flipH="0" flipV="0">
              <a:off x="235328" y="815330"/>
              <a:ext cx="3245663" cy="776299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1601186548" name=""/>
          <p:cNvGrpSpPr/>
          <p:nvPr/>
        </p:nvGrpSpPr>
        <p:grpSpPr bwMode="auto">
          <a:xfrm flipH="0" flipV="0">
            <a:off x="9086904" y="1157674"/>
            <a:ext cx="2718612" cy="1243044"/>
            <a:chOff x="0" y="0"/>
            <a:chExt cx="2718612" cy="1243044"/>
          </a:xfrm>
        </p:grpSpPr>
        <p:sp>
          <p:nvSpPr>
            <p:cNvPr id="1635740569" name=""/>
            <p:cNvSpPr/>
            <p:nvPr/>
          </p:nvSpPr>
          <p:spPr bwMode="auto">
            <a:xfrm rot="0" flipH="0" flipV="0">
              <a:off x="0" y="0"/>
              <a:ext cx="2718612" cy="124304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08035821" name=""/>
            <p:cNvSpPr/>
            <p:nvPr/>
          </p:nvSpPr>
          <p:spPr bwMode="auto">
            <a:xfrm rot="0" flipH="0" flipV="0">
              <a:off x="183789" y="636762"/>
              <a:ext cx="2534823" cy="606279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202876410" name=""/>
          <p:cNvGrpSpPr/>
          <p:nvPr/>
        </p:nvGrpSpPr>
        <p:grpSpPr bwMode="auto">
          <a:xfrm flipH="0" flipV="0">
            <a:off x="7016162" y="185510"/>
            <a:ext cx="511515" cy="511515"/>
            <a:chOff x="0" y="0"/>
            <a:chExt cx="511515" cy="511515"/>
          </a:xfrm>
        </p:grpSpPr>
        <p:sp>
          <p:nvSpPr>
            <p:cNvPr id="197780600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1313870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536865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8384422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23998868" name=""/>
          <p:cNvGrpSpPr/>
          <p:nvPr/>
        </p:nvGrpSpPr>
        <p:grpSpPr bwMode="auto">
          <a:xfrm flipH="0" flipV="0">
            <a:off x="865296" y="142390"/>
            <a:ext cx="2105496" cy="962705"/>
            <a:chOff x="0" y="0"/>
            <a:chExt cx="2105496" cy="962705"/>
          </a:xfrm>
        </p:grpSpPr>
        <p:sp>
          <p:nvSpPr>
            <p:cNvPr id="1333599344" name=""/>
            <p:cNvSpPr/>
            <p:nvPr/>
          </p:nvSpPr>
          <p:spPr bwMode="auto">
            <a:xfrm rot="0" flipH="0" flipV="0">
              <a:off x="0" y="0"/>
              <a:ext cx="2105496" cy="962705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095302488" name=""/>
            <p:cNvSpPr/>
            <p:nvPr/>
          </p:nvSpPr>
          <p:spPr bwMode="auto">
            <a:xfrm rot="0" flipH="0" flipV="0">
              <a:off x="142339" y="493155"/>
              <a:ext cx="1963154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897629781" name=""/>
          <p:cNvSpPr/>
          <p:nvPr/>
        </p:nvSpPr>
        <p:spPr bwMode="auto">
          <a:xfrm>
            <a:off x="1070346" y="4271213"/>
            <a:ext cx="1302798" cy="1421077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350592650" name=""/>
          <p:cNvGrpSpPr/>
          <p:nvPr/>
        </p:nvGrpSpPr>
        <p:grpSpPr bwMode="auto">
          <a:xfrm rot="19308310" flipH="0" flipV="0">
            <a:off x="695877" y="4114146"/>
            <a:ext cx="901116" cy="1572687"/>
            <a:chOff x="0" y="0"/>
            <a:chExt cx="901116" cy="1572687"/>
          </a:xfrm>
        </p:grpSpPr>
        <p:sp>
          <p:nvSpPr>
            <p:cNvPr id="113857203" name=""/>
            <p:cNvSpPr/>
            <p:nvPr/>
          </p:nvSpPr>
          <p:spPr bwMode="auto">
            <a:xfrm>
              <a:off x="0" y="389"/>
              <a:ext cx="777627" cy="1572296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47536144" name=""/>
            <p:cNvSpPr/>
            <p:nvPr/>
          </p:nvSpPr>
          <p:spPr bwMode="auto">
            <a:xfrm rot="0" flipH="0" flipV="0">
              <a:off x="687101" y="0"/>
              <a:ext cx="214011" cy="398505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36566867" name=""/>
            <p:cNvSpPr/>
            <p:nvPr/>
          </p:nvSpPr>
          <p:spPr bwMode="auto">
            <a:xfrm rot="0" flipH="0" flipV="0">
              <a:off x="687101" y="1174180"/>
              <a:ext cx="214011" cy="398505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672338333" name=""/>
          <p:cNvSpPr/>
          <p:nvPr/>
        </p:nvSpPr>
        <p:spPr bwMode="auto">
          <a:xfrm flipH="1" flipV="0">
            <a:off x="9590526" y="3065986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191448730" name=""/>
          <p:cNvGrpSpPr/>
          <p:nvPr/>
        </p:nvGrpSpPr>
        <p:grpSpPr bwMode="auto">
          <a:xfrm rot="10083219" flipH="0" flipV="0">
            <a:off x="9810115" y="2580230"/>
            <a:ext cx="718567" cy="1254096"/>
            <a:chOff x="0" y="0"/>
            <a:chExt cx="718567" cy="1254096"/>
          </a:xfrm>
        </p:grpSpPr>
        <p:sp>
          <p:nvSpPr>
            <p:cNvPr id="1969561316" name=""/>
            <p:cNvSpPr/>
            <p:nvPr/>
          </p:nvSpPr>
          <p:spPr bwMode="auto">
            <a:xfrm>
              <a:off x="0" y="310"/>
              <a:ext cx="620096" cy="1253783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673898281" name=""/>
            <p:cNvSpPr/>
            <p:nvPr/>
          </p:nvSpPr>
          <p:spPr bwMode="auto">
            <a:xfrm rot="0" flipH="0" flipV="0">
              <a:off x="547911" y="0"/>
              <a:ext cx="170658" cy="317776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6603133" name=""/>
            <p:cNvSpPr/>
            <p:nvPr/>
          </p:nvSpPr>
          <p:spPr bwMode="auto">
            <a:xfrm rot="0" flipH="0" flipV="0">
              <a:off x="547911" y="936316"/>
              <a:ext cx="170658" cy="317776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186287366" name=""/>
          <p:cNvSpPr/>
          <p:nvPr/>
        </p:nvSpPr>
        <p:spPr bwMode="auto">
          <a:xfrm rot="0" flipH="0" flipV="0">
            <a:off x="740227" y="6340590"/>
            <a:ext cx="371472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331732" name=""/>
          <p:cNvSpPr/>
          <p:nvPr/>
        </p:nvSpPr>
        <p:spPr bwMode="auto">
          <a:xfrm rot="0" flipH="0" flipV="0">
            <a:off x="325622" y="6340590"/>
            <a:ext cx="371472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5406462" name=""/>
          <p:cNvSpPr/>
          <p:nvPr/>
        </p:nvSpPr>
        <p:spPr bwMode="auto">
          <a:xfrm rot="1685424">
            <a:off x="10001724" y="4777776"/>
            <a:ext cx="1396995" cy="1476371"/>
          </a:xfrm>
          <a:custGeom>
            <a:avLst/>
            <a:gdLst/>
            <a:ahLst/>
            <a:cxnLst/>
            <a:rect l="0" t="0" r="r" b="b"/>
            <a:pathLst>
              <a:path w="1396998" h="1476374" fill="norm" stroke="1" extrusionOk="0">
                <a:moveTo>
                  <a:pt x="0" y="0"/>
                </a:moveTo>
                <a:cubicBezTo>
                  <a:pt x="0" y="0"/>
                  <a:pt x="1080696" y="0"/>
                  <a:pt x="1080696" y="0"/>
                </a:cubicBezTo>
                <a:cubicBezTo>
                  <a:pt x="1080696" y="0"/>
                  <a:pt x="1396997" y="297693"/>
                  <a:pt x="1396997" y="297693"/>
                </a:cubicBezTo>
                <a:cubicBezTo>
                  <a:pt x="1396997" y="297693"/>
                  <a:pt x="1396997" y="1476373"/>
                  <a:pt x="1396997" y="1476373"/>
                </a:cubicBezTo>
                <a:cubicBezTo>
                  <a:pt x="1396997" y="1476373"/>
                  <a:pt x="0" y="1476373"/>
                  <a:pt x="0" y="1476373"/>
                </a:cubicBezTo>
                <a:cubicBezTo>
                  <a:pt x="0" y="1476373"/>
                  <a:pt x="0" y="0"/>
                  <a:pt x="0" y="0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774673942" name=""/>
          <p:cNvGrpSpPr/>
          <p:nvPr/>
        </p:nvGrpSpPr>
        <p:grpSpPr bwMode="auto">
          <a:xfrm rot="1546195">
            <a:off x="9827910" y="4789575"/>
            <a:ext cx="1396998" cy="1476372"/>
            <a:chOff x="0" y="0"/>
            <a:chExt cx="1396998" cy="1476372"/>
          </a:xfrm>
        </p:grpSpPr>
        <p:grpSp>
          <p:nvGrpSpPr>
            <p:cNvPr id="1467041002" name=""/>
            <p:cNvGrpSpPr/>
            <p:nvPr/>
          </p:nvGrpSpPr>
          <p:grpSpPr bwMode="auto">
            <a:xfrm>
              <a:off x="0" y="0"/>
              <a:ext cx="1396998" cy="1476372"/>
              <a:chOff x="0" y="0"/>
              <a:chExt cx="1396998" cy="1476372"/>
            </a:xfrm>
          </p:grpSpPr>
          <p:sp>
            <p:nvSpPr>
              <p:cNvPr id="192016780" name=""/>
              <p:cNvSpPr/>
              <p:nvPr/>
            </p:nvSpPr>
            <p:spPr bwMode="auto">
              <a:xfrm>
                <a:off x="0" y="0"/>
                <a:ext cx="1396998" cy="1476372"/>
              </a:xfrm>
              <a:custGeom>
                <a:avLst/>
                <a:gdLst/>
                <a:ahLst/>
                <a:cxnLst/>
                <a:rect l="0" t="0" r="r" b="b"/>
                <a:pathLst>
                  <a:path w="1396999" h="1476375" fill="norm" stroke="1" extrusionOk="0">
                    <a:moveTo>
                      <a:pt x="0" y="0"/>
                    </a:moveTo>
                    <a:cubicBezTo>
                      <a:pt x="0" y="0"/>
                      <a:pt x="1080697" y="0"/>
                      <a:pt x="1080697" y="0"/>
                    </a:cubicBezTo>
                    <a:cubicBezTo>
                      <a:pt x="1080697" y="0"/>
                      <a:pt x="1396998" y="297694"/>
                      <a:pt x="1396998" y="297694"/>
                    </a:cubicBezTo>
                    <a:cubicBezTo>
                      <a:pt x="1396998" y="297694"/>
                      <a:pt x="1396998" y="1476374"/>
                      <a:pt x="1396998" y="1476374"/>
                    </a:cubicBezTo>
                    <a:cubicBezTo>
                      <a:pt x="1396998" y="1476374"/>
                      <a:pt x="0" y="1476374"/>
                      <a:pt x="0" y="1476374"/>
                    </a:cubicBezTo>
                    <a:cubicBezTo>
                      <a:pt x="0" y="147637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1744633153" name=""/>
              <p:cNvSpPr/>
              <p:nvPr/>
            </p:nvSpPr>
            <p:spPr bwMode="auto">
              <a:xfrm rot="0" flipH="0" flipV="0">
                <a:off x="1091232" y="41985"/>
                <a:ext cx="270486" cy="257526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0" y="43200"/>
                    </a:moveTo>
                    <a:lnTo>
                      <a:pt x="892" y="0"/>
                    </a:lnTo>
                    <a:lnTo>
                      <a:pt x="43200" y="40572"/>
                    </a:lnTo>
                    <a:lnTo>
                      <a:pt x="0" y="43200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874169131" name=""/>
            <p:cNvGrpSpPr/>
            <p:nvPr/>
          </p:nvGrpSpPr>
          <p:grpSpPr bwMode="auto">
            <a:xfrm rot="0" flipH="0" flipV="0">
              <a:off x="230770" y="260007"/>
              <a:ext cx="935450" cy="956353"/>
              <a:chOff x="0" y="0"/>
              <a:chExt cx="935450" cy="956353"/>
            </a:xfrm>
          </p:grpSpPr>
          <p:sp>
            <p:nvSpPr>
              <p:cNvPr id="1635995407" name=""/>
              <p:cNvSpPr/>
              <p:nvPr/>
            </p:nvSpPr>
            <p:spPr bwMode="auto">
              <a:xfrm rot="0" flipH="0" flipV="0">
                <a:off x="198516" y="67674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1145667436" name=""/>
              <p:cNvSpPr/>
              <p:nvPr/>
            </p:nvSpPr>
            <p:spPr bwMode="auto">
              <a:xfrm rot="0" flipH="0" flipV="0">
                <a:off x="264691" y="0"/>
                <a:ext cx="406062" cy="6767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9419113" name=""/>
              <p:cNvSpPr/>
              <p:nvPr/>
            </p:nvSpPr>
            <p:spPr bwMode="auto">
              <a:xfrm rot="0" flipH="0" flipV="0">
                <a:off x="670757" y="67674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255275" name=""/>
              <p:cNvSpPr/>
              <p:nvPr/>
            </p:nvSpPr>
            <p:spPr bwMode="auto">
              <a:xfrm rot="0" flipH="0" flipV="0">
                <a:off x="736931" y="13384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140650" name=""/>
              <p:cNvSpPr/>
              <p:nvPr/>
            </p:nvSpPr>
            <p:spPr bwMode="auto">
              <a:xfrm rot="0" flipH="0" flipV="0">
                <a:off x="132345" y="13384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50166165" name=""/>
              <p:cNvSpPr/>
              <p:nvPr/>
            </p:nvSpPr>
            <p:spPr bwMode="auto">
              <a:xfrm rot="0" flipH="0" flipV="0">
                <a:off x="66170" y="200021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4576520" name=""/>
              <p:cNvSpPr/>
              <p:nvPr/>
            </p:nvSpPr>
            <p:spPr bwMode="auto">
              <a:xfrm rot="0" flipH="0" flipV="0">
                <a:off x="803106" y="200021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14390450" name=""/>
              <p:cNvSpPr/>
              <p:nvPr/>
            </p:nvSpPr>
            <p:spPr bwMode="auto">
              <a:xfrm rot="0" flipH="0" flipV="0">
                <a:off x="869277" y="350343"/>
                <a:ext cx="66170" cy="25566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5107809" name=""/>
              <p:cNvSpPr/>
              <p:nvPr/>
            </p:nvSpPr>
            <p:spPr bwMode="auto">
              <a:xfrm rot="0" flipH="0" flipV="0">
                <a:off x="0" y="350343"/>
                <a:ext cx="66170" cy="25566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0703981" name=""/>
              <p:cNvSpPr/>
              <p:nvPr/>
            </p:nvSpPr>
            <p:spPr bwMode="auto">
              <a:xfrm rot="0" flipH="0" flipV="0">
                <a:off x="66170" y="606009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4445592" name=""/>
              <p:cNvSpPr/>
              <p:nvPr/>
            </p:nvSpPr>
            <p:spPr bwMode="auto">
              <a:xfrm rot="0" flipH="0" flipV="0">
                <a:off x="803106" y="606009"/>
                <a:ext cx="66170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8417564" name=""/>
              <p:cNvSpPr/>
              <p:nvPr/>
            </p:nvSpPr>
            <p:spPr bwMode="auto">
              <a:xfrm rot="0" flipH="0" flipV="0">
                <a:off x="736931" y="75632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3754378" name=""/>
              <p:cNvSpPr/>
              <p:nvPr/>
            </p:nvSpPr>
            <p:spPr bwMode="auto">
              <a:xfrm rot="0" flipH="0" flipV="0">
                <a:off x="136596" y="756328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5476454" name=""/>
              <p:cNvSpPr/>
              <p:nvPr/>
            </p:nvSpPr>
            <p:spPr bwMode="auto">
              <a:xfrm rot="0" flipH="0" flipV="0">
                <a:off x="605056" y="822502"/>
                <a:ext cx="131871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81945789" name=""/>
              <p:cNvSpPr/>
              <p:nvPr/>
            </p:nvSpPr>
            <p:spPr bwMode="auto">
              <a:xfrm rot="0" flipH="0" flipV="0">
                <a:off x="202770" y="822502"/>
                <a:ext cx="131871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81029366" name=""/>
              <p:cNvSpPr/>
              <p:nvPr/>
            </p:nvSpPr>
            <p:spPr bwMode="auto">
              <a:xfrm rot="0" flipH="0" flipV="0">
                <a:off x="334647" y="888678"/>
                <a:ext cx="270409" cy="6767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3929163" name=""/>
              <p:cNvSpPr/>
              <p:nvPr/>
            </p:nvSpPr>
            <p:spPr bwMode="auto">
              <a:xfrm rot="0" flipH="0" flipV="0">
                <a:off x="330867" y="276823"/>
                <a:ext cx="66170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14631664" name=""/>
              <p:cNvSpPr/>
              <p:nvPr/>
            </p:nvSpPr>
            <p:spPr bwMode="auto">
              <a:xfrm rot="0" flipH="0" flipV="0">
                <a:off x="538410" y="276823"/>
                <a:ext cx="66170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8794785" name=""/>
              <p:cNvSpPr/>
              <p:nvPr/>
            </p:nvSpPr>
            <p:spPr bwMode="auto">
              <a:xfrm rot="0" flipH="0" flipV="0">
                <a:off x="334647" y="617451"/>
                <a:ext cx="270409" cy="6767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3943785" name=""/>
              <p:cNvSpPr/>
              <p:nvPr/>
            </p:nvSpPr>
            <p:spPr bwMode="auto">
              <a:xfrm rot="0" flipH="0" flipV="0">
                <a:off x="268707" y="551277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84210" name=""/>
              <p:cNvSpPr/>
              <p:nvPr/>
            </p:nvSpPr>
            <p:spPr bwMode="auto">
              <a:xfrm rot="0" flipH="0" flipV="0">
                <a:off x="604584" y="551277"/>
                <a:ext cx="66170" cy="661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1599043930" name=""/>
          <p:cNvGrpSpPr/>
          <p:nvPr/>
        </p:nvGrpSpPr>
        <p:grpSpPr bwMode="auto">
          <a:xfrm rot="16199932">
            <a:off x="10967783" y="16005"/>
            <a:ext cx="714375" cy="714375"/>
            <a:chOff x="0" y="0"/>
            <a:chExt cx="714375" cy="714375"/>
          </a:xfrm>
        </p:grpSpPr>
        <p:sp>
          <p:nvSpPr>
            <p:cNvPr id="1215690826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25460087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50425860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233587612" name=""/>
          <p:cNvGrpSpPr/>
          <p:nvPr/>
        </p:nvGrpSpPr>
        <p:grpSpPr bwMode="auto">
          <a:xfrm flipH="0" flipV="0">
            <a:off x="10668841" y="2714231"/>
            <a:ext cx="1536021" cy="1351359"/>
            <a:chOff x="0" y="0"/>
            <a:chExt cx="1536021" cy="1351359"/>
          </a:xfrm>
        </p:grpSpPr>
        <p:sp>
          <p:nvSpPr>
            <p:cNvPr id="339555941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1204598660" name=""/>
            <p:cNvSpPr/>
            <p:nvPr/>
          </p:nvSpPr>
          <p:spPr bwMode="auto">
            <a:xfrm>
              <a:off x="188250" y="684075"/>
              <a:ext cx="1347768" cy="659108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613945445" name=""/>
          <p:cNvSpPr/>
          <p:nvPr/>
        </p:nvSpPr>
        <p:spPr bwMode="auto">
          <a:xfrm rot="0" flipH="0" flipV="0">
            <a:off x="11684269" y="702479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288839" name=""/>
          <p:cNvSpPr/>
          <p:nvPr/>
        </p:nvSpPr>
        <p:spPr bwMode="auto">
          <a:xfrm rot="0" flipH="0" flipV="0">
            <a:off x="11922393" y="904308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0111360" name=""/>
          <p:cNvSpPr/>
          <p:nvPr/>
        </p:nvSpPr>
        <p:spPr bwMode="auto">
          <a:xfrm rot="2452144" flipH="0" flipV="0">
            <a:off x="10103821" y="82114"/>
            <a:ext cx="516622" cy="14150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336854798" name=""/>
          <p:cNvGrpSpPr/>
          <p:nvPr/>
        </p:nvGrpSpPr>
        <p:grpSpPr bwMode="auto">
          <a:xfrm rot="2452144" flipH="0" flipV="0">
            <a:off x="9899011" y="-42402"/>
            <a:ext cx="582696" cy="1367226"/>
            <a:chOff x="0" y="0"/>
            <a:chExt cx="582696" cy="1367226"/>
          </a:xfrm>
        </p:grpSpPr>
        <p:sp>
          <p:nvSpPr>
            <p:cNvPr id="1234352602" name=""/>
            <p:cNvSpPr/>
            <p:nvPr/>
          </p:nvSpPr>
          <p:spPr bwMode="auto">
            <a:xfrm rot="0" flipH="0" flipV="0">
              <a:off x="66072" y="0"/>
              <a:ext cx="516622" cy="1367226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1298697433" name=""/>
            <p:cNvSpPr/>
            <p:nvPr/>
          </p:nvSpPr>
          <p:spPr bwMode="auto">
            <a:xfrm rot="0">
              <a:off x="0" y="10042"/>
              <a:ext cx="516627" cy="1347137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824566400" name=""/>
          <p:cNvGrpSpPr/>
          <p:nvPr/>
        </p:nvGrpSpPr>
        <p:grpSpPr bwMode="auto">
          <a:xfrm flipH="0" flipV="0">
            <a:off x="310460" y="2568988"/>
            <a:ext cx="2715096" cy="1241436"/>
            <a:chOff x="0" y="0"/>
            <a:chExt cx="2715096" cy="1241436"/>
          </a:xfrm>
        </p:grpSpPr>
        <p:sp>
          <p:nvSpPr>
            <p:cNvPr id="1854969131" name=""/>
            <p:cNvSpPr/>
            <p:nvPr/>
          </p:nvSpPr>
          <p:spPr bwMode="auto">
            <a:xfrm rot="0" flipH="0" flipV="0">
              <a:off x="0" y="0"/>
              <a:ext cx="2715096" cy="1241436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21717891" name=""/>
            <p:cNvSpPr/>
            <p:nvPr/>
          </p:nvSpPr>
          <p:spPr bwMode="auto">
            <a:xfrm rot="0" flipH="0" flipV="0">
              <a:off x="183550" y="635940"/>
              <a:ext cx="2531543" cy="605495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384444680" name=""/>
          <p:cNvGrpSpPr/>
          <p:nvPr/>
        </p:nvGrpSpPr>
        <p:grpSpPr bwMode="auto">
          <a:xfrm flipH="0" flipV="0">
            <a:off x="11428511" y="6176038"/>
            <a:ext cx="511515" cy="511515"/>
            <a:chOff x="0" y="0"/>
            <a:chExt cx="511515" cy="511515"/>
          </a:xfrm>
        </p:grpSpPr>
        <p:sp>
          <p:nvSpPr>
            <p:cNvPr id="285253466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979498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8535190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75163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61785451" name=""/>
          <p:cNvGrpSpPr/>
          <p:nvPr/>
        </p:nvGrpSpPr>
        <p:grpSpPr bwMode="auto">
          <a:xfrm flipH="0" flipV="0">
            <a:off x="464877" y="907670"/>
            <a:ext cx="1697346" cy="1469088"/>
            <a:chOff x="0" y="0"/>
            <a:chExt cx="1697346" cy="1469088"/>
          </a:xfrm>
        </p:grpSpPr>
        <p:sp>
          <p:nvSpPr>
            <p:cNvPr id="231139105" name=""/>
            <p:cNvSpPr/>
            <p:nvPr/>
          </p:nvSpPr>
          <p:spPr bwMode="auto">
            <a:xfrm rot="19628502" flipH="0" flipV="0">
              <a:off x="479817" y="182376"/>
              <a:ext cx="1217529" cy="1286708"/>
            </a:xfrm>
            <a:custGeom>
              <a:avLst/>
              <a:gdLst/>
              <a:ahLst/>
              <a:cxnLst/>
              <a:rect l="0" t="0" r="r" b="b"/>
              <a:pathLst>
                <a:path w="1396999" h="1476375" fill="norm" stroke="1" extrusionOk="0">
                  <a:moveTo>
                    <a:pt x="0" y="0"/>
                  </a:moveTo>
                  <a:cubicBezTo>
                    <a:pt x="0" y="0"/>
                    <a:pt x="1080697" y="0"/>
                    <a:pt x="1080697" y="0"/>
                  </a:cubicBezTo>
                  <a:cubicBezTo>
                    <a:pt x="1080697" y="0"/>
                    <a:pt x="1396998" y="297694"/>
                    <a:pt x="1396998" y="297694"/>
                  </a:cubicBezTo>
                  <a:cubicBezTo>
                    <a:pt x="1396998" y="297694"/>
                    <a:pt x="1396998" y="1476374"/>
                    <a:pt x="1396998" y="1476374"/>
                  </a:cubicBezTo>
                  <a:cubicBezTo>
                    <a:pt x="1396998" y="1476374"/>
                    <a:pt x="0" y="1476374"/>
                    <a:pt x="0" y="1476374"/>
                  </a:cubicBezTo>
                  <a:cubicBezTo>
                    <a:pt x="0" y="147637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665670994" name=""/>
            <p:cNvGrpSpPr/>
            <p:nvPr/>
          </p:nvGrpSpPr>
          <p:grpSpPr bwMode="auto">
            <a:xfrm flipH="0" flipV="0">
              <a:off x="0" y="0"/>
              <a:ext cx="1369359" cy="1447164"/>
              <a:chOff x="0" y="0"/>
              <a:chExt cx="1369359" cy="1447164"/>
            </a:xfrm>
          </p:grpSpPr>
          <p:grpSp>
            <p:nvGrpSpPr>
              <p:cNvPr id="1122202473" name=""/>
              <p:cNvGrpSpPr/>
              <p:nvPr/>
            </p:nvGrpSpPr>
            <p:grpSpPr bwMode="auto">
              <a:xfrm rot="19628502" flipH="0" flipV="0">
                <a:off x="0" y="0"/>
                <a:ext cx="1369359" cy="1447164"/>
                <a:chOff x="0" y="0"/>
                <a:chExt cx="1369359" cy="1447164"/>
              </a:xfrm>
            </p:grpSpPr>
            <p:sp>
              <p:nvSpPr>
                <p:cNvPr id="1950852081" name=""/>
                <p:cNvSpPr/>
                <p:nvPr/>
              </p:nvSpPr>
              <p:spPr bwMode="auto">
                <a:xfrm>
                  <a:off x="0" y="0"/>
                  <a:ext cx="1369359" cy="14471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40000"/>
                    <a:lumOff val="60000"/>
                  </a:schemeClr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1836586597" name=""/>
                <p:cNvSpPr/>
                <p:nvPr/>
              </p:nvSpPr>
              <p:spPr bwMode="auto">
                <a:xfrm rot="0" flipH="0" flipV="0">
                  <a:off x="1069642" y="41157"/>
                  <a:ext cx="265132" cy="25242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878151451" name=""/>
              <p:cNvSpPr/>
              <p:nvPr/>
            </p:nvSpPr>
            <p:spPr bwMode="auto">
              <a:xfrm rot="19631286" flipH="0" flipV="0">
                <a:off x="94150" y="201362"/>
                <a:ext cx="1044550" cy="951057"/>
              </a:xfrm>
              <a:prstGeom prst="star5">
                <a:avLst>
                  <a:gd name="adj" fmla="val 22949"/>
                  <a:gd name="hf" fmla="val 105146"/>
                  <a:gd name="vf" fmla="val 110557"/>
                </a:avLst>
              </a:pr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400626552" name=""/>
          <p:cNvSpPr/>
          <p:nvPr/>
        </p:nvSpPr>
        <p:spPr bwMode="auto">
          <a:xfrm flipH="0" flipV="0">
            <a:off x="6061072" y="6032925"/>
            <a:ext cx="2876342" cy="528431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1268720459" name=""/>
          <p:cNvGrpSpPr/>
          <p:nvPr/>
        </p:nvGrpSpPr>
        <p:grpSpPr bwMode="auto">
          <a:xfrm flipH="0" flipV="0">
            <a:off x="1345618" y="5831916"/>
            <a:ext cx="511515" cy="511515"/>
            <a:chOff x="0" y="0"/>
            <a:chExt cx="511515" cy="511515"/>
          </a:xfrm>
        </p:grpSpPr>
        <p:sp>
          <p:nvSpPr>
            <p:cNvPr id="37538153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8807881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5573076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953526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34393259" name=""/>
          <p:cNvGrpSpPr/>
          <p:nvPr/>
        </p:nvGrpSpPr>
        <p:grpSpPr bwMode="auto">
          <a:xfrm flipH="0" flipV="0">
            <a:off x="245088" y="287805"/>
            <a:ext cx="511515" cy="511515"/>
            <a:chOff x="0" y="0"/>
            <a:chExt cx="511515" cy="511515"/>
          </a:xfrm>
        </p:grpSpPr>
        <p:sp>
          <p:nvSpPr>
            <p:cNvPr id="209894441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867924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53555379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2243085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31250652" name=""/>
          <p:cNvSpPr/>
          <p:nvPr/>
        </p:nvSpPr>
        <p:spPr bwMode="auto">
          <a:xfrm flipH="0" flipV="0">
            <a:off x="5083977" y="616430"/>
            <a:ext cx="1487793" cy="273331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75778430" name=""/>
          <p:cNvSpPr/>
          <p:nvPr/>
        </p:nvSpPr>
        <p:spPr bwMode="auto">
          <a:xfrm rot="13903070" flipH="1" flipV="0">
            <a:off x="7927706" y="318477"/>
            <a:ext cx="621429" cy="677848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752199021" name=""/>
          <p:cNvGrpSpPr/>
          <p:nvPr/>
        </p:nvGrpSpPr>
        <p:grpSpPr bwMode="auto">
          <a:xfrm rot="5399942" flipH="0" flipV="0">
            <a:off x="8181506" y="167275"/>
            <a:ext cx="513882" cy="896859"/>
            <a:chOff x="0" y="0"/>
            <a:chExt cx="513882" cy="896859"/>
          </a:xfrm>
        </p:grpSpPr>
        <p:sp>
          <p:nvSpPr>
            <p:cNvPr id="90343349" name=""/>
            <p:cNvSpPr/>
            <p:nvPr/>
          </p:nvSpPr>
          <p:spPr bwMode="auto">
            <a:xfrm>
              <a:off x="0" y="221"/>
              <a:ext cx="443458" cy="896637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669929498" name=""/>
            <p:cNvSpPr/>
            <p:nvPr/>
          </p:nvSpPr>
          <p:spPr bwMode="auto">
            <a:xfrm rot="0" flipH="0" flipV="0">
              <a:off x="391834" y="0"/>
              <a:ext cx="122042" cy="22725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8683106" name=""/>
            <p:cNvSpPr/>
            <p:nvPr/>
          </p:nvSpPr>
          <p:spPr bwMode="auto">
            <a:xfrm rot="0" flipH="0" flipV="0">
              <a:off x="391834" y="669602"/>
              <a:ext cx="122042" cy="22725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034436751" name=""/>
          <p:cNvGrpSpPr/>
          <p:nvPr/>
        </p:nvGrpSpPr>
        <p:grpSpPr bwMode="auto">
          <a:xfrm>
            <a:off x="10886589" y="863563"/>
            <a:ext cx="724851" cy="693506"/>
            <a:chOff x="0" y="0"/>
            <a:chExt cx="724851" cy="693506"/>
          </a:xfrm>
        </p:grpSpPr>
        <p:sp>
          <p:nvSpPr>
            <p:cNvPr id="1102925155" name=""/>
            <p:cNvSpPr/>
            <p:nvPr/>
          </p:nvSpPr>
          <p:spPr bwMode="auto">
            <a:xfrm rot="1070892" flipH="0" flipV="0">
              <a:off x="183888" y="198414"/>
              <a:ext cx="540958" cy="495092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1190683565" name=""/>
            <p:cNvGrpSpPr/>
            <p:nvPr/>
          </p:nvGrpSpPr>
          <p:grpSpPr bwMode="auto">
            <a:xfrm rot="663311" flipH="0" flipV="0">
              <a:off x="0" y="0"/>
              <a:ext cx="628024" cy="581788"/>
              <a:chOff x="0" y="0"/>
              <a:chExt cx="628024" cy="581788"/>
            </a:xfrm>
          </p:grpSpPr>
          <p:sp>
            <p:nvSpPr>
              <p:cNvPr id="911477126" name=""/>
              <p:cNvSpPr/>
              <p:nvPr/>
            </p:nvSpPr>
            <p:spPr bwMode="auto">
              <a:xfrm>
                <a:off x="43345" y="43345"/>
                <a:ext cx="540958" cy="495092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634271065" name=""/>
              <p:cNvSpPr/>
              <p:nvPr/>
            </p:nvSpPr>
            <p:spPr bwMode="auto">
              <a:xfrm>
                <a:off x="120398" y="140634"/>
                <a:ext cx="85423" cy="86693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22146542" name=""/>
              <p:cNvSpPr/>
              <p:nvPr/>
            </p:nvSpPr>
            <p:spPr bwMode="auto">
              <a:xfrm>
                <a:off x="260085" y="89533"/>
                <a:ext cx="324588" cy="448904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656261540" name=""/>
              <p:cNvGrpSpPr/>
              <p:nvPr/>
            </p:nvGrpSpPr>
            <p:grpSpPr bwMode="auto">
              <a:xfrm flipH="0" flipV="0">
                <a:off x="0" y="0"/>
                <a:ext cx="628024" cy="581788"/>
                <a:chOff x="0" y="0"/>
                <a:chExt cx="628024" cy="581788"/>
              </a:xfrm>
            </p:grpSpPr>
            <p:sp>
              <p:nvSpPr>
                <p:cNvPr id="529015584" name=""/>
                <p:cNvSpPr/>
                <p:nvPr/>
              </p:nvSpPr>
              <p:spPr bwMode="auto">
                <a:xfrm rot="0" flipH="0" flipV="0">
                  <a:off x="86693" y="0"/>
                  <a:ext cx="119128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558474" name=""/>
                <p:cNvSpPr/>
                <p:nvPr/>
              </p:nvSpPr>
              <p:spPr bwMode="auto">
                <a:xfrm rot="0" flipH="0" flipV="0">
                  <a:off x="43345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2208828" name=""/>
                <p:cNvSpPr/>
                <p:nvPr/>
              </p:nvSpPr>
              <p:spPr bwMode="auto">
                <a:xfrm rot="0" flipH="0" flipV="0">
                  <a:off x="205824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5375949" name=""/>
                <p:cNvSpPr/>
                <p:nvPr/>
              </p:nvSpPr>
              <p:spPr bwMode="auto">
                <a:xfrm rot="0" flipH="0" flipV="0">
                  <a:off x="0" y="89613"/>
                  <a:ext cx="43345" cy="1887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75144119" name=""/>
                <p:cNvSpPr/>
                <p:nvPr/>
              </p:nvSpPr>
              <p:spPr bwMode="auto">
                <a:xfrm rot="0" flipH="0" flipV="0">
                  <a:off x="248805" y="89613"/>
                  <a:ext cx="43345" cy="7561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8865190" name=""/>
                <p:cNvSpPr/>
                <p:nvPr/>
              </p:nvSpPr>
              <p:spPr bwMode="auto">
                <a:xfrm rot="0" flipH="0" flipV="0">
                  <a:off x="292153" y="162307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884863" name=""/>
                <p:cNvSpPr/>
                <p:nvPr/>
              </p:nvSpPr>
              <p:spPr bwMode="auto">
                <a:xfrm rot="0" flipH="0" flipV="0">
                  <a:off x="335502" y="89613"/>
                  <a:ext cx="43345" cy="7561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32986183" name=""/>
                <p:cNvSpPr/>
                <p:nvPr/>
              </p:nvSpPr>
              <p:spPr bwMode="auto">
                <a:xfrm rot="0" flipH="0" flipV="0">
                  <a:off x="378849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63391215" name=""/>
                <p:cNvSpPr/>
                <p:nvPr/>
              </p:nvSpPr>
              <p:spPr bwMode="auto">
                <a:xfrm rot="0" flipH="0" flipV="0">
                  <a:off x="422199" y="2836"/>
                  <a:ext cx="119128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28169628" name=""/>
                <p:cNvSpPr/>
                <p:nvPr/>
              </p:nvSpPr>
              <p:spPr bwMode="auto">
                <a:xfrm rot="0" flipH="0" flipV="0">
                  <a:off x="541327" y="46185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56562582" name=""/>
                <p:cNvSpPr/>
                <p:nvPr/>
              </p:nvSpPr>
              <p:spPr bwMode="auto">
                <a:xfrm rot="0" flipH="0" flipV="0">
                  <a:off x="584676" y="89613"/>
                  <a:ext cx="43345" cy="1887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1953469" name=""/>
                <p:cNvSpPr/>
                <p:nvPr/>
              </p:nvSpPr>
              <p:spPr bwMode="auto">
                <a:xfrm rot="0" flipH="0" flipV="0">
                  <a:off x="43345" y="27835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4902157" name=""/>
                <p:cNvSpPr/>
                <p:nvPr/>
              </p:nvSpPr>
              <p:spPr bwMode="auto">
                <a:xfrm rot="0" flipH="0" flipV="0">
                  <a:off x="545143" y="27835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5306580" name=""/>
                <p:cNvSpPr/>
                <p:nvPr/>
              </p:nvSpPr>
              <p:spPr bwMode="auto">
                <a:xfrm rot="0" flipH="0" flipV="0">
                  <a:off x="501795" y="321698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2546355" name=""/>
                <p:cNvSpPr/>
                <p:nvPr/>
              </p:nvSpPr>
              <p:spPr bwMode="auto">
                <a:xfrm rot="0" flipH="0" flipV="0">
                  <a:off x="465066" y="365049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4593136" name=""/>
                <p:cNvSpPr/>
                <p:nvPr/>
              </p:nvSpPr>
              <p:spPr bwMode="auto">
                <a:xfrm rot="0" flipH="0" flipV="0">
                  <a:off x="422199" y="40839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1288929" name=""/>
                <p:cNvSpPr/>
                <p:nvPr/>
              </p:nvSpPr>
              <p:spPr bwMode="auto">
                <a:xfrm rot="0" flipH="0" flipV="0">
                  <a:off x="86693" y="321698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3771296" name=""/>
                <p:cNvSpPr/>
                <p:nvPr/>
              </p:nvSpPr>
              <p:spPr bwMode="auto">
                <a:xfrm rot="0" flipH="0" flipV="0">
                  <a:off x="130041" y="365049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2331315" name=""/>
                <p:cNvSpPr/>
                <p:nvPr/>
              </p:nvSpPr>
              <p:spPr bwMode="auto">
                <a:xfrm rot="0" flipH="0" flipV="0">
                  <a:off x="173389" y="40839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32834020" name=""/>
                <p:cNvSpPr/>
                <p:nvPr/>
              </p:nvSpPr>
              <p:spPr bwMode="auto">
                <a:xfrm rot="0" flipH="0" flipV="0">
                  <a:off x="216738" y="45174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7138567" name=""/>
                <p:cNvSpPr/>
                <p:nvPr/>
              </p:nvSpPr>
              <p:spPr bwMode="auto">
                <a:xfrm rot="0" flipH="0" flipV="0">
                  <a:off x="260085" y="49509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09866222" name=""/>
                <p:cNvSpPr/>
                <p:nvPr/>
              </p:nvSpPr>
              <p:spPr bwMode="auto">
                <a:xfrm rot="0" flipH="0" flipV="0">
                  <a:off x="303435" y="538440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50944728" name=""/>
                <p:cNvSpPr/>
                <p:nvPr/>
              </p:nvSpPr>
              <p:spPr bwMode="auto">
                <a:xfrm rot="0" flipH="0" flipV="0">
                  <a:off x="346780" y="495092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7708053" name=""/>
                <p:cNvSpPr/>
                <p:nvPr/>
              </p:nvSpPr>
              <p:spPr bwMode="auto">
                <a:xfrm rot="0" flipH="0" flipV="0">
                  <a:off x="390129" y="451746"/>
                  <a:ext cx="43345" cy="4334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984672075" name=""/>
          <p:cNvGrpSpPr/>
          <p:nvPr/>
        </p:nvGrpSpPr>
        <p:grpSpPr bwMode="auto">
          <a:xfrm flipH="1" flipV="0">
            <a:off x="1989797" y="2384568"/>
            <a:ext cx="499412" cy="477819"/>
            <a:chOff x="0" y="0"/>
            <a:chExt cx="499412" cy="477819"/>
          </a:xfrm>
        </p:grpSpPr>
        <p:sp>
          <p:nvSpPr>
            <p:cNvPr id="1755698994" name=""/>
            <p:cNvSpPr/>
            <p:nvPr/>
          </p:nvSpPr>
          <p:spPr bwMode="auto">
            <a:xfrm rot="1070892" flipH="0" flipV="0">
              <a:off x="126696" y="136703"/>
              <a:ext cx="372713" cy="341112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97547423" name=""/>
            <p:cNvGrpSpPr/>
            <p:nvPr/>
          </p:nvGrpSpPr>
          <p:grpSpPr bwMode="auto">
            <a:xfrm rot="663311" flipH="0" flipV="0">
              <a:off x="0" y="0"/>
              <a:ext cx="432702" cy="400845"/>
              <a:chOff x="0" y="0"/>
              <a:chExt cx="432702" cy="400845"/>
            </a:xfrm>
          </p:grpSpPr>
          <p:sp>
            <p:nvSpPr>
              <p:cNvPr id="255772595" name=""/>
              <p:cNvSpPr/>
              <p:nvPr/>
            </p:nvSpPr>
            <p:spPr bwMode="auto">
              <a:xfrm>
                <a:off x="29863" y="29863"/>
                <a:ext cx="372713" cy="341112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320638299" name=""/>
              <p:cNvSpPr/>
              <p:nvPr/>
            </p:nvSpPr>
            <p:spPr bwMode="auto">
              <a:xfrm>
                <a:off x="82953" y="96894"/>
                <a:ext cx="58855" cy="59730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81953158" name=""/>
              <p:cNvSpPr/>
              <p:nvPr/>
            </p:nvSpPr>
            <p:spPr bwMode="auto">
              <a:xfrm>
                <a:off x="179195" y="61686"/>
                <a:ext cx="223637" cy="309288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794241960" name=""/>
              <p:cNvGrpSpPr/>
              <p:nvPr/>
            </p:nvGrpSpPr>
            <p:grpSpPr bwMode="auto">
              <a:xfrm flipH="0" flipV="0">
                <a:off x="0" y="0"/>
                <a:ext cx="432702" cy="400845"/>
                <a:chOff x="0" y="0"/>
                <a:chExt cx="432702" cy="400845"/>
              </a:xfrm>
            </p:grpSpPr>
            <p:sp>
              <p:nvSpPr>
                <p:cNvPr id="453574019" name=""/>
                <p:cNvSpPr/>
                <p:nvPr/>
              </p:nvSpPr>
              <p:spPr bwMode="auto">
                <a:xfrm rot="0" flipH="0" flipV="0">
                  <a:off x="59730" y="0"/>
                  <a:ext cx="82077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201943" name=""/>
                <p:cNvSpPr/>
                <p:nvPr/>
              </p:nvSpPr>
              <p:spPr bwMode="auto">
                <a:xfrm rot="0" flipH="0" flipV="0">
                  <a:off x="29863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79990450" name=""/>
                <p:cNvSpPr/>
                <p:nvPr/>
              </p:nvSpPr>
              <p:spPr bwMode="auto">
                <a:xfrm rot="0" flipH="0" flipV="0">
                  <a:off x="141810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93288113" name=""/>
                <p:cNvSpPr/>
                <p:nvPr/>
              </p:nvSpPr>
              <p:spPr bwMode="auto">
                <a:xfrm rot="0" flipH="0" flipV="0">
                  <a:off x="0" y="61741"/>
                  <a:ext cx="29863" cy="1300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54129847" name=""/>
                <p:cNvSpPr/>
                <p:nvPr/>
              </p:nvSpPr>
              <p:spPr bwMode="auto">
                <a:xfrm rot="0" flipH="0" flipV="0">
                  <a:off x="171423" y="61741"/>
                  <a:ext cx="29863" cy="52098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7907778" name=""/>
                <p:cNvSpPr/>
                <p:nvPr/>
              </p:nvSpPr>
              <p:spPr bwMode="auto">
                <a:xfrm rot="0" flipH="0" flipV="0">
                  <a:off x="201289" y="111828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103499" name=""/>
                <p:cNvSpPr/>
                <p:nvPr/>
              </p:nvSpPr>
              <p:spPr bwMode="auto">
                <a:xfrm rot="0" flipH="0" flipV="0">
                  <a:off x="231156" y="61741"/>
                  <a:ext cx="29863" cy="52098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8765333" name=""/>
                <p:cNvSpPr/>
                <p:nvPr/>
              </p:nvSpPr>
              <p:spPr bwMode="auto">
                <a:xfrm rot="0" flipH="0" flipV="0">
                  <a:off x="261021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08312" name=""/>
                <p:cNvSpPr/>
                <p:nvPr/>
              </p:nvSpPr>
              <p:spPr bwMode="auto">
                <a:xfrm rot="0" flipH="0" flipV="0">
                  <a:off x="290889" y="1954"/>
                  <a:ext cx="82077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59621139" name=""/>
                <p:cNvSpPr/>
                <p:nvPr/>
              </p:nvSpPr>
              <p:spPr bwMode="auto">
                <a:xfrm rot="0" flipH="0" flipV="0">
                  <a:off x="372969" y="31819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72789498" name=""/>
                <p:cNvSpPr/>
                <p:nvPr/>
              </p:nvSpPr>
              <p:spPr bwMode="auto">
                <a:xfrm rot="0" flipH="0" flipV="0">
                  <a:off x="402834" y="61741"/>
                  <a:ext cx="29863" cy="13003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2345352" name=""/>
                <p:cNvSpPr/>
                <p:nvPr/>
              </p:nvSpPr>
              <p:spPr bwMode="auto">
                <a:xfrm rot="0" flipH="0" flipV="0">
                  <a:off x="29863" y="191781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6509796" name=""/>
                <p:cNvSpPr/>
                <p:nvPr/>
              </p:nvSpPr>
              <p:spPr bwMode="auto">
                <a:xfrm rot="0" flipH="0" flipV="0">
                  <a:off x="375596" y="191781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85963018" name=""/>
                <p:cNvSpPr/>
                <p:nvPr/>
              </p:nvSpPr>
              <p:spPr bwMode="auto">
                <a:xfrm rot="0" flipH="0" flipV="0">
                  <a:off x="345730" y="221646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7418705" name=""/>
                <p:cNvSpPr/>
                <p:nvPr/>
              </p:nvSpPr>
              <p:spPr bwMode="auto">
                <a:xfrm rot="0" flipH="0" flipV="0">
                  <a:off x="320423" y="251514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4435332" name=""/>
                <p:cNvSpPr/>
                <p:nvPr/>
              </p:nvSpPr>
              <p:spPr bwMode="auto">
                <a:xfrm rot="0" flipH="0" flipV="0">
                  <a:off x="290889" y="281380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5886643" name=""/>
                <p:cNvSpPr/>
                <p:nvPr/>
              </p:nvSpPr>
              <p:spPr bwMode="auto">
                <a:xfrm rot="0" flipH="0" flipV="0">
                  <a:off x="59729" y="221646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3441514" name=""/>
                <p:cNvSpPr/>
                <p:nvPr/>
              </p:nvSpPr>
              <p:spPr bwMode="auto">
                <a:xfrm rot="0" flipH="0" flipV="0">
                  <a:off x="89596" y="251514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2733710" name=""/>
                <p:cNvSpPr/>
                <p:nvPr/>
              </p:nvSpPr>
              <p:spPr bwMode="auto">
                <a:xfrm rot="0" flipH="0" flipV="0">
                  <a:off x="119462" y="281380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50596991" name=""/>
                <p:cNvSpPr/>
                <p:nvPr/>
              </p:nvSpPr>
              <p:spPr bwMode="auto">
                <a:xfrm rot="0" flipH="0" flipV="0">
                  <a:off x="149328" y="311247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9093650" name=""/>
                <p:cNvSpPr/>
                <p:nvPr/>
              </p:nvSpPr>
              <p:spPr bwMode="auto">
                <a:xfrm rot="0" flipH="0" flipV="0">
                  <a:off x="179195" y="341112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5414808" name=""/>
                <p:cNvSpPr/>
                <p:nvPr/>
              </p:nvSpPr>
              <p:spPr bwMode="auto">
                <a:xfrm rot="0" flipH="0" flipV="0">
                  <a:off x="209061" y="370980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5884679" name=""/>
                <p:cNvSpPr/>
                <p:nvPr/>
              </p:nvSpPr>
              <p:spPr bwMode="auto">
                <a:xfrm rot="0" flipH="0" flipV="0">
                  <a:off x="238927" y="341112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186005" name=""/>
                <p:cNvSpPr/>
                <p:nvPr/>
              </p:nvSpPr>
              <p:spPr bwMode="auto">
                <a:xfrm rot="0" flipH="0" flipV="0">
                  <a:off x="268794" y="311247"/>
                  <a:ext cx="29863" cy="2986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1679988636" name=""/>
          <p:cNvSpPr/>
          <p:nvPr/>
        </p:nvSpPr>
        <p:spPr bwMode="auto">
          <a:xfrm rot="0" flipH="0" flipV="0">
            <a:off x="3308859" y="0"/>
            <a:ext cx="371472" cy="523872"/>
          </a:xfrm>
          <a:prstGeom prst="parallelogram">
            <a:avLst>
              <a:gd name="adj" fmla="val 3611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89304904" name=""/>
          <p:cNvGrpSpPr/>
          <p:nvPr/>
        </p:nvGrpSpPr>
        <p:grpSpPr bwMode="auto">
          <a:xfrm>
            <a:off x="2705553" y="1129703"/>
            <a:ext cx="6780889" cy="4110796"/>
            <a:chOff x="0" y="0"/>
            <a:chExt cx="6780889" cy="4110796"/>
          </a:xfrm>
        </p:grpSpPr>
        <p:sp>
          <p:nvSpPr>
            <p:cNvPr id="707758900" name=""/>
            <p:cNvSpPr/>
            <p:nvPr/>
          </p:nvSpPr>
          <p:spPr bwMode="auto">
            <a:xfrm flipH="0" flipV="0">
              <a:off x="0" y="0"/>
              <a:ext cx="6780890" cy="4110797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41065152" name=""/>
            <p:cNvGrpSpPr/>
            <p:nvPr/>
          </p:nvGrpSpPr>
          <p:grpSpPr bwMode="auto">
            <a:xfrm>
              <a:off x="0" y="5653"/>
              <a:ext cx="6780889" cy="556137"/>
              <a:chOff x="0" y="0"/>
              <a:chExt cx="6780889" cy="556137"/>
            </a:xfrm>
          </p:grpSpPr>
          <p:sp>
            <p:nvSpPr>
              <p:cNvPr id="160987958" name=""/>
              <p:cNvSpPr/>
              <p:nvPr/>
            </p:nvSpPr>
            <p:spPr bwMode="auto">
              <a:xfrm flipH="0" flipV="0">
                <a:off x="0" y="0"/>
                <a:ext cx="6780889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278172840" name=""/>
              <p:cNvGrpSpPr/>
              <p:nvPr/>
            </p:nvGrpSpPr>
            <p:grpSpPr bwMode="auto">
              <a:xfrm>
                <a:off x="6282249" y="114655"/>
                <a:ext cx="326821" cy="326821"/>
                <a:chOff x="0" y="0"/>
                <a:chExt cx="326821" cy="326821"/>
              </a:xfrm>
            </p:grpSpPr>
            <p:sp>
              <p:nvSpPr>
                <p:cNvPr id="1457638970" name=""/>
                <p:cNvSpPr/>
                <p:nvPr/>
              </p:nvSpPr>
              <p:spPr bwMode="auto">
                <a:xfrm rot="0" flipH="0" flipV="0">
                  <a:off x="0" y="0"/>
                  <a:ext cx="326821" cy="3268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932280813" name=""/>
                <p:cNvGrpSpPr/>
                <p:nvPr/>
              </p:nvGrpSpPr>
              <p:grpSpPr bwMode="auto">
                <a:xfrm>
                  <a:off x="30721" y="30721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1692650297" name=""/>
                  <p:cNvCxnSpPr/>
                  <p:nvPr/>
                </p:nvCxnSpPr>
                <p:spPr bwMode="auto">
                  <a:xfrm rot="2699937" flipH="0" flipV="0">
                    <a:off x="0" y="138190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5861624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869475887" name=""/>
              <p:cNvGrpSpPr/>
              <p:nvPr/>
            </p:nvGrpSpPr>
            <p:grpSpPr bwMode="auto">
              <a:xfrm>
                <a:off x="5805018" y="114655"/>
                <a:ext cx="326821" cy="326821"/>
                <a:chOff x="0" y="0"/>
                <a:chExt cx="326821" cy="326821"/>
              </a:xfrm>
            </p:grpSpPr>
            <p:sp>
              <p:nvSpPr>
                <p:cNvPr id="1319864396" name=""/>
                <p:cNvSpPr/>
                <p:nvPr/>
              </p:nvSpPr>
              <p:spPr bwMode="auto">
                <a:xfrm rot="0" flipH="0" flipV="0">
                  <a:off x="0" y="0"/>
                  <a:ext cx="326821" cy="3268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242009" name=""/>
                <p:cNvSpPr/>
                <p:nvPr/>
              </p:nvSpPr>
              <p:spPr bwMode="auto">
                <a:xfrm rot="0" flipH="0" flipV="0">
                  <a:off x="43024" y="43024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33810060" name=""/>
              <p:cNvGrpSpPr/>
              <p:nvPr/>
            </p:nvGrpSpPr>
            <p:grpSpPr bwMode="auto">
              <a:xfrm>
                <a:off x="5327787" y="114655"/>
                <a:ext cx="326821" cy="326821"/>
                <a:chOff x="0" y="0"/>
                <a:chExt cx="326821" cy="326821"/>
              </a:xfrm>
            </p:grpSpPr>
            <p:sp>
              <p:nvSpPr>
                <p:cNvPr id="1348424472" name=""/>
                <p:cNvSpPr/>
                <p:nvPr/>
              </p:nvSpPr>
              <p:spPr bwMode="auto">
                <a:xfrm rot="0" flipH="0" flipV="0">
                  <a:off x="0" y="0"/>
                  <a:ext cx="326821" cy="3268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8226764" name=""/>
                <p:cNvCxnSpPr/>
                <p:nvPr/>
              </p:nvCxnSpPr>
              <p:spPr bwMode="auto">
                <a:xfrm flipH="0" flipV="0">
                  <a:off x="30721" y="260508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90631442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6" y="1697934"/>
            <a:ext cx="6791739" cy="181202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94365980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207440" y="3602037"/>
            <a:ext cx="5777119" cy="99480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987919398" name=""/>
          <p:cNvGrpSpPr/>
          <p:nvPr/>
        </p:nvGrpSpPr>
        <p:grpSpPr bwMode="auto">
          <a:xfrm>
            <a:off x="2897792" y="892490"/>
            <a:ext cx="714375" cy="714375"/>
            <a:chOff x="0" y="0"/>
            <a:chExt cx="714375" cy="714375"/>
          </a:xfrm>
        </p:grpSpPr>
        <p:sp>
          <p:nvSpPr>
            <p:cNvPr id="1970568967" name=""/>
            <p:cNvSpPr/>
            <p:nvPr/>
          </p:nvSpPr>
          <p:spPr bwMode="auto">
            <a:xfrm rot="0" flipH="0" flipV="0">
              <a:off x="0" y="476247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0868726" name=""/>
            <p:cNvSpPr/>
            <p:nvPr/>
          </p:nvSpPr>
          <p:spPr bwMode="auto">
            <a:xfrm rot="0" flipH="0" flipV="0">
              <a:off x="238125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8012626" name=""/>
            <p:cNvSpPr/>
            <p:nvPr/>
          </p:nvSpPr>
          <p:spPr bwMode="auto">
            <a:xfrm rot="0" flipH="0" flipV="0">
              <a:off x="476248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338079726" name=""/>
          <p:cNvGrpSpPr/>
          <p:nvPr/>
        </p:nvGrpSpPr>
        <p:grpSpPr bwMode="auto">
          <a:xfrm>
            <a:off x="8576923" y="4816395"/>
            <a:ext cx="491153" cy="868590"/>
            <a:chOff x="0" y="0"/>
            <a:chExt cx="491153" cy="868590"/>
          </a:xfrm>
        </p:grpSpPr>
        <p:sp>
          <p:nvSpPr>
            <p:cNvPr id="313039648" name=""/>
            <p:cNvSpPr/>
            <p:nvPr/>
          </p:nvSpPr>
          <p:spPr bwMode="auto">
            <a:xfrm rot="0" flipH="0" flipV="0">
              <a:off x="62229" y="138303"/>
              <a:ext cx="365760" cy="640075"/>
            </a:xfrm>
            <a:custGeom>
              <a:avLst/>
              <a:gdLst/>
              <a:ahLst/>
              <a:cxnLst/>
              <a:rect l="0" t="0" r="r" b="b"/>
              <a:pathLst>
                <a:path w="369794" h="714934" fill="norm" stroke="1" extrusionOk="0">
                  <a:moveTo>
                    <a:pt x="181535" y="123263"/>
                  </a:moveTo>
                  <a:cubicBezTo>
                    <a:pt x="181535" y="123263"/>
                    <a:pt x="181535" y="183776"/>
                    <a:pt x="181535" y="183776"/>
                  </a:cubicBezTo>
                  <a:cubicBezTo>
                    <a:pt x="181535" y="183776"/>
                    <a:pt x="259975" y="183776"/>
                    <a:pt x="259975" y="183776"/>
                  </a:cubicBezTo>
                  <a:cubicBezTo>
                    <a:pt x="259975" y="183776"/>
                    <a:pt x="259975" y="250450"/>
                    <a:pt x="259975" y="250450"/>
                  </a:cubicBezTo>
                  <a:cubicBezTo>
                    <a:pt x="259975" y="250450"/>
                    <a:pt x="318248" y="250450"/>
                    <a:pt x="318248" y="250450"/>
                  </a:cubicBezTo>
                  <a:cubicBezTo>
                    <a:pt x="318248" y="250450"/>
                    <a:pt x="318248" y="305920"/>
                    <a:pt x="318248" y="305920"/>
                  </a:cubicBezTo>
                  <a:cubicBezTo>
                    <a:pt x="318248" y="305920"/>
                    <a:pt x="369794" y="305920"/>
                    <a:pt x="369794" y="305920"/>
                  </a:cubicBezTo>
                  <a:cubicBezTo>
                    <a:pt x="369794" y="305920"/>
                    <a:pt x="369794" y="361389"/>
                    <a:pt x="369794" y="361389"/>
                  </a:cubicBezTo>
                  <a:cubicBezTo>
                    <a:pt x="369794" y="361389"/>
                    <a:pt x="259975" y="361389"/>
                    <a:pt x="259975" y="361389"/>
                  </a:cubicBezTo>
                  <a:cubicBezTo>
                    <a:pt x="259975" y="361389"/>
                    <a:pt x="259975" y="493058"/>
                    <a:pt x="259975" y="493058"/>
                  </a:cubicBezTo>
                  <a:cubicBezTo>
                    <a:pt x="259975" y="493058"/>
                    <a:pt x="311523" y="493058"/>
                    <a:pt x="311523" y="493058"/>
                  </a:cubicBezTo>
                  <a:cubicBezTo>
                    <a:pt x="311523" y="493058"/>
                    <a:pt x="311524" y="603997"/>
                    <a:pt x="311524" y="603997"/>
                  </a:cubicBezTo>
                  <a:cubicBezTo>
                    <a:pt x="311524" y="603997"/>
                    <a:pt x="369793" y="603997"/>
                    <a:pt x="369793" y="603997"/>
                  </a:cubicBezTo>
                  <a:cubicBezTo>
                    <a:pt x="369793" y="603997"/>
                    <a:pt x="369793" y="714934"/>
                    <a:pt x="369793" y="714934"/>
                  </a:cubicBezTo>
                  <a:cubicBezTo>
                    <a:pt x="369793" y="714934"/>
                    <a:pt x="253252" y="714934"/>
                    <a:pt x="253252" y="714934"/>
                  </a:cubicBezTo>
                  <a:cubicBezTo>
                    <a:pt x="253252" y="714934"/>
                    <a:pt x="253252" y="603047"/>
                    <a:pt x="253252" y="603047"/>
                  </a:cubicBezTo>
                  <a:cubicBezTo>
                    <a:pt x="253252" y="603047"/>
                    <a:pt x="181534" y="603047"/>
                    <a:pt x="181534" y="603047"/>
                  </a:cubicBezTo>
                  <a:cubicBezTo>
                    <a:pt x="181534" y="603047"/>
                    <a:pt x="181534" y="488576"/>
                    <a:pt x="181534" y="488576"/>
                  </a:cubicBezTo>
                  <a:cubicBezTo>
                    <a:pt x="181534" y="488576"/>
                    <a:pt x="0" y="488576"/>
                    <a:pt x="0" y="488576"/>
                  </a:cubicBezTo>
                  <a:cubicBezTo>
                    <a:pt x="0" y="488576"/>
                    <a:pt x="0" y="0"/>
                    <a:pt x="0" y="0"/>
                  </a:cubicBezTo>
                  <a:cubicBezTo>
                    <a:pt x="0" y="0"/>
                    <a:pt x="121023" y="0"/>
                    <a:pt x="121023" y="0"/>
                  </a:cubicBezTo>
                  <a:cubicBezTo>
                    <a:pt x="121023" y="0"/>
                    <a:pt x="121023" y="123263"/>
                    <a:pt x="121023" y="123263"/>
                  </a:cubicBezTo>
                  <a:cubicBezTo>
                    <a:pt x="121023" y="123263"/>
                    <a:pt x="181535" y="123263"/>
                    <a:pt x="181535" y="12326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558661678" name=""/>
            <p:cNvSpPr/>
            <p:nvPr/>
          </p:nvSpPr>
          <p:spPr bwMode="auto">
            <a:xfrm>
              <a:off x="0" y="0"/>
              <a:ext cx="491153" cy="868590"/>
            </a:xfrm>
            <a:custGeom>
              <a:avLst/>
              <a:gdLst/>
              <a:ahLst/>
              <a:cxnLst/>
              <a:rect l="0" t="0" r="r" b="b"/>
              <a:pathLst>
                <a:path w="491156" h="868593" fill="norm" stroke="1" extrusionOk="0">
                  <a:moveTo>
                    <a:pt x="0" y="0"/>
                  </a:moveTo>
                  <a:cubicBezTo>
                    <a:pt x="0" y="0"/>
                    <a:pt x="61912" y="0"/>
                    <a:pt x="61912" y="0"/>
                  </a:cubicBezTo>
                  <a:cubicBezTo>
                    <a:pt x="61912" y="0"/>
                    <a:pt x="61912" y="30956"/>
                    <a:pt x="61912" y="30956"/>
                  </a:cubicBezTo>
                  <a:cubicBezTo>
                    <a:pt x="61912" y="30956"/>
                    <a:pt x="123824" y="30956"/>
                    <a:pt x="123824" y="30956"/>
                  </a:cubicBezTo>
                  <a:cubicBezTo>
                    <a:pt x="123824" y="30956"/>
                    <a:pt x="123824" y="92869"/>
                    <a:pt x="123824" y="92869"/>
                  </a:cubicBezTo>
                  <a:cubicBezTo>
                    <a:pt x="123824" y="92869"/>
                    <a:pt x="61912" y="92868"/>
                    <a:pt x="61912" y="92868"/>
                  </a:cubicBezTo>
                  <a:cubicBezTo>
                    <a:pt x="61912" y="92868"/>
                    <a:pt x="61912" y="581025"/>
                    <a:pt x="61912" y="581025"/>
                  </a:cubicBezTo>
                  <a:cubicBezTo>
                    <a:pt x="61912" y="581025"/>
                    <a:pt x="130679" y="581025"/>
                    <a:pt x="130679" y="581025"/>
                  </a:cubicBezTo>
                  <a:cubicBezTo>
                    <a:pt x="130679" y="581025"/>
                    <a:pt x="130679" y="642938"/>
                    <a:pt x="130679" y="642938"/>
                  </a:cubicBezTo>
                  <a:cubicBezTo>
                    <a:pt x="130679" y="642938"/>
                    <a:pt x="0" y="642938"/>
                    <a:pt x="0" y="642938"/>
                  </a:cubicBezTo>
                  <a:cubicBezTo>
                    <a:pt x="0" y="642938"/>
                    <a:pt x="0" y="0"/>
                    <a:pt x="0" y="0"/>
                  </a:cubicBezTo>
                  <a:close/>
                  <a:moveTo>
                    <a:pt x="123824" y="92869"/>
                  </a:moveTo>
                  <a:cubicBezTo>
                    <a:pt x="123824" y="92869"/>
                    <a:pt x="185736" y="92869"/>
                    <a:pt x="185736" y="92869"/>
                  </a:cubicBezTo>
                  <a:cubicBezTo>
                    <a:pt x="185736" y="92869"/>
                    <a:pt x="185736" y="154780"/>
                    <a:pt x="185736" y="154780"/>
                  </a:cubicBezTo>
                  <a:cubicBezTo>
                    <a:pt x="185736" y="154780"/>
                    <a:pt x="243507" y="154780"/>
                    <a:pt x="243507" y="154780"/>
                  </a:cubicBezTo>
                  <a:cubicBezTo>
                    <a:pt x="243507" y="154780"/>
                    <a:pt x="243507" y="216694"/>
                    <a:pt x="243507" y="216694"/>
                  </a:cubicBezTo>
                  <a:cubicBezTo>
                    <a:pt x="243507" y="216694"/>
                    <a:pt x="181594" y="216694"/>
                    <a:pt x="181594" y="216694"/>
                  </a:cubicBezTo>
                  <a:cubicBezTo>
                    <a:pt x="181594" y="216694"/>
                    <a:pt x="181594" y="154780"/>
                    <a:pt x="181594" y="154780"/>
                  </a:cubicBezTo>
                  <a:cubicBezTo>
                    <a:pt x="181594" y="154780"/>
                    <a:pt x="123824" y="154780"/>
                    <a:pt x="123824" y="154780"/>
                  </a:cubicBezTo>
                  <a:cubicBezTo>
                    <a:pt x="123824" y="154780"/>
                    <a:pt x="123824" y="92869"/>
                    <a:pt x="123824" y="92869"/>
                  </a:cubicBezTo>
                  <a:close/>
                  <a:moveTo>
                    <a:pt x="243507" y="216694"/>
                  </a:moveTo>
                  <a:cubicBezTo>
                    <a:pt x="243507" y="216694"/>
                    <a:pt x="305419" y="216694"/>
                    <a:pt x="305419" y="216694"/>
                  </a:cubicBezTo>
                  <a:cubicBezTo>
                    <a:pt x="305419" y="216694"/>
                    <a:pt x="305419" y="278606"/>
                    <a:pt x="305419" y="278606"/>
                  </a:cubicBezTo>
                  <a:cubicBezTo>
                    <a:pt x="305419" y="278606"/>
                    <a:pt x="243507" y="278606"/>
                    <a:pt x="243507" y="278606"/>
                  </a:cubicBezTo>
                  <a:cubicBezTo>
                    <a:pt x="243507" y="278606"/>
                    <a:pt x="243507" y="216694"/>
                    <a:pt x="243507" y="216694"/>
                  </a:cubicBezTo>
                  <a:close/>
                  <a:moveTo>
                    <a:pt x="305419" y="278606"/>
                  </a:moveTo>
                  <a:cubicBezTo>
                    <a:pt x="305419" y="278606"/>
                    <a:pt x="367331" y="278606"/>
                    <a:pt x="367331" y="278606"/>
                  </a:cubicBezTo>
                  <a:cubicBezTo>
                    <a:pt x="367331" y="278606"/>
                    <a:pt x="367331" y="340519"/>
                    <a:pt x="367331" y="340519"/>
                  </a:cubicBezTo>
                  <a:cubicBezTo>
                    <a:pt x="367331" y="340519"/>
                    <a:pt x="305419" y="340519"/>
                    <a:pt x="305419" y="340519"/>
                  </a:cubicBezTo>
                  <a:cubicBezTo>
                    <a:pt x="305419" y="340519"/>
                    <a:pt x="305419" y="278606"/>
                    <a:pt x="305419" y="278606"/>
                  </a:cubicBezTo>
                  <a:close/>
                  <a:moveTo>
                    <a:pt x="130679" y="519113"/>
                  </a:moveTo>
                  <a:cubicBezTo>
                    <a:pt x="130679" y="519113"/>
                    <a:pt x="192591" y="519113"/>
                    <a:pt x="192591" y="519113"/>
                  </a:cubicBezTo>
                  <a:cubicBezTo>
                    <a:pt x="192591" y="519113"/>
                    <a:pt x="192591" y="581025"/>
                    <a:pt x="192591" y="581025"/>
                  </a:cubicBezTo>
                  <a:cubicBezTo>
                    <a:pt x="192591" y="581025"/>
                    <a:pt x="130679" y="581025"/>
                    <a:pt x="130679" y="581025"/>
                  </a:cubicBezTo>
                  <a:cubicBezTo>
                    <a:pt x="130679" y="581025"/>
                    <a:pt x="130679" y="519113"/>
                    <a:pt x="130679" y="519113"/>
                  </a:cubicBezTo>
                  <a:close/>
                  <a:moveTo>
                    <a:pt x="367331" y="340519"/>
                  </a:moveTo>
                  <a:cubicBezTo>
                    <a:pt x="367331" y="340519"/>
                    <a:pt x="429244" y="340519"/>
                    <a:pt x="429244" y="340519"/>
                  </a:cubicBezTo>
                  <a:cubicBezTo>
                    <a:pt x="429244" y="340519"/>
                    <a:pt x="429244" y="402431"/>
                    <a:pt x="429244" y="402431"/>
                  </a:cubicBezTo>
                  <a:cubicBezTo>
                    <a:pt x="429244" y="402431"/>
                    <a:pt x="367331" y="402431"/>
                    <a:pt x="367331" y="402431"/>
                  </a:cubicBezTo>
                  <a:cubicBezTo>
                    <a:pt x="367331" y="402431"/>
                    <a:pt x="367331" y="340519"/>
                    <a:pt x="367331" y="340519"/>
                  </a:cubicBezTo>
                  <a:close/>
                  <a:moveTo>
                    <a:pt x="429244" y="402431"/>
                  </a:moveTo>
                  <a:cubicBezTo>
                    <a:pt x="429244" y="402431"/>
                    <a:pt x="491156" y="402431"/>
                    <a:pt x="491156" y="402431"/>
                  </a:cubicBezTo>
                  <a:cubicBezTo>
                    <a:pt x="491156" y="402431"/>
                    <a:pt x="491156" y="519113"/>
                    <a:pt x="491156" y="519113"/>
                  </a:cubicBezTo>
                  <a:cubicBezTo>
                    <a:pt x="491156" y="519113"/>
                    <a:pt x="367331" y="519113"/>
                    <a:pt x="367331" y="519113"/>
                  </a:cubicBezTo>
                  <a:cubicBezTo>
                    <a:pt x="367331" y="519113"/>
                    <a:pt x="367331" y="581025"/>
                    <a:pt x="367331" y="581025"/>
                  </a:cubicBezTo>
                  <a:cubicBezTo>
                    <a:pt x="367331" y="581025"/>
                    <a:pt x="305419" y="581025"/>
                    <a:pt x="305419" y="581025"/>
                  </a:cubicBezTo>
                  <a:cubicBezTo>
                    <a:pt x="305419" y="581025"/>
                    <a:pt x="305419" y="457199"/>
                    <a:pt x="305419" y="457199"/>
                  </a:cubicBezTo>
                  <a:cubicBezTo>
                    <a:pt x="305419" y="457199"/>
                    <a:pt x="429245" y="457200"/>
                    <a:pt x="429245" y="457200"/>
                  </a:cubicBezTo>
                  <a:cubicBezTo>
                    <a:pt x="429245" y="457200"/>
                    <a:pt x="429244" y="402431"/>
                    <a:pt x="429244" y="402431"/>
                  </a:cubicBezTo>
                  <a:close/>
                  <a:moveTo>
                    <a:pt x="367331" y="581025"/>
                  </a:moveTo>
                  <a:cubicBezTo>
                    <a:pt x="367331" y="581025"/>
                    <a:pt x="429244" y="581025"/>
                    <a:pt x="429244" y="581025"/>
                  </a:cubicBezTo>
                  <a:cubicBezTo>
                    <a:pt x="429244" y="581025"/>
                    <a:pt x="429244" y="693853"/>
                    <a:pt x="429244" y="693853"/>
                  </a:cubicBezTo>
                  <a:cubicBezTo>
                    <a:pt x="429244" y="693853"/>
                    <a:pt x="367331" y="693853"/>
                    <a:pt x="367331" y="693853"/>
                  </a:cubicBezTo>
                  <a:cubicBezTo>
                    <a:pt x="367331" y="693853"/>
                    <a:pt x="367331" y="581025"/>
                    <a:pt x="367331" y="581025"/>
                  </a:cubicBezTo>
                  <a:close/>
                  <a:moveTo>
                    <a:pt x="429244" y="693853"/>
                  </a:moveTo>
                  <a:cubicBezTo>
                    <a:pt x="429244" y="693853"/>
                    <a:pt x="491156" y="693853"/>
                    <a:pt x="491156" y="693853"/>
                  </a:cubicBezTo>
                  <a:cubicBezTo>
                    <a:pt x="491156" y="693853"/>
                    <a:pt x="491156" y="806679"/>
                    <a:pt x="491156" y="806679"/>
                  </a:cubicBezTo>
                  <a:cubicBezTo>
                    <a:pt x="491156" y="806679"/>
                    <a:pt x="429244" y="806679"/>
                    <a:pt x="429244" y="806679"/>
                  </a:cubicBezTo>
                  <a:cubicBezTo>
                    <a:pt x="429244" y="806679"/>
                    <a:pt x="429244" y="693853"/>
                    <a:pt x="429244" y="693853"/>
                  </a:cubicBezTo>
                  <a:close/>
                  <a:moveTo>
                    <a:pt x="316416" y="868593"/>
                  </a:moveTo>
                  <a:cubicBezTo>
                    <a:pt x="316416" y="868593"/>
                    <a:pt x="316416" y="806679"/>
                    <a:pt x="316416" y="806679"/>
                  </a:cubicBezTo>
                  <a:cubicBezTo>
                    <a:pt x="316416" y="806679"/>
                    <a:pt x="429244" y="806679"/>
                    <a:pt x="429244" y="806679"/>
                  </a:cubicBezTo>
                  <a:cubicBezTo>
                    <a:pt x="429244" y="806679"/>
                    <a:pt x="429244" y="868593"/>
                    <a:pt x="429244" y="868593"/>
                  </a:cubicBezTo>
                  <a:cubicBezTo>
                    <a:pt x="429244" y="868593"/>
                    <a:pt x="316416" y="868593"/>
                    <a:pt x="316416" y="868593"/>
                  </a:cubicBezTo>
                  <a:close/>
                  <a:moveTo>
                    <a:pt x="254504" y="693853"/>
                  </a:moveTo>
                  <a:cubicBezTo>
                    <a:pt x="254504" y="693853"/>
                    <a:pt x="316416" y="693853"/>
                    <a:pt x="316416" y="693853"/>
                  </a:cubicBezTo>
                  <a:cubicBezTo>
                    <a:pt x="316416" y="693853"/>
                    <a:pt x="316416" y="806679"/>
                    <a:pt x="316416" y="806679"/>
                  </a:cubicBezTo>
                  <a:cubicBezTo>
                    <a:pt x="316416" y="806679"/>
                    <a:pt x="254504" y="806679"/>
                    <a:pt x="254504" y="806679"/>
                  </a:cubicBezTo>
                  <a:cubicBezTo>
                    <a:pt x="254504" y="806679"/>
                    <a:pt x="254504" y="693853"/>
                    <a:pt x="254504" y="693853"/>
                  </a:cubicBezTo>
                  <a:close/>
                  <a:moveTo>
                    <a:pt x="192591" y="581025"/>
                  </a:moveTo>
                  <a:cubicBezTo>
                    <a:pt x="192591" y="581025"/>
                    <a:pt x="254504" y="581025"/>
                    <a:pt x="254504" y="581025"/>
                  </a:cubicBezTo>
                  <a:cubicBezTo>
                    <a:pt x="254504" y="581025"/>
                    <a:pt x="254504" y="693853"/>
                    <a:pt x="254504" y="693853"/>
                  </a:cubicBezTo>
                  <a:cubicBezTo>
                    <a:pt x="254504" y="693853"/>
                    <a:pt x="192591" y="693853"/>
                    <a:pt x="192591" y="693853"/>
                  </a:cubicBezTo>
                  <a:cubicBezTo>
                    <a:pt x="192591" y="693853"/>
                    <a:pt x="192591" y="581025"/>
                    <a:pt x="192591" y="581025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821042217" name=""/>
          <p:cNvGrpSpPr/>
          <p:nvPr/>
        </p:nvGrpSpPr>
        <p:grpSpPr bwMode="auto">
          <a:xfrm>
            <a:off x="2370780" y="4674727"/>
            <a:ext cx="1824187" cy="1855470"/>
            <a:chOff x="0" y="0"/>
            <a:chExt cx="1824187" cy="1855470"/>
          </a:xfrm>
        </p:grpSpPr>
        <p:sp>
          <p:nvSpPr>
            <p:cNvPr id="237090024" name=""/>
            <p:cNvSpPr/>
            <p:nvPr/>
          </p:nvSpPr>
          <p:spPr bwMode="auto">
            <a:xfrm>
              <a:off x="69390" y="126986"/>
              <a:ext cx="1754795" cy="1728480"/>
            </a:xfrm>
            <a:custGeom>
              <a:avLst/>
              <a:gdLst/>
              <a:ahLst/>
              <a:cxnLst/>
              <a:rect l="0" t="0" r="r" b="b"/>
              <a:pathLst>
                <a:path w="1754799" h="1728483" fill="norm" stroke="1" extrusionOk="0">
                  <a:moveTo>
                    <a:pt x="0" y="0"/>
                  </a:moveTo>
                  <a:cubicBezTo>
                    <a:pt x="140017" y="37250"/>
                    <a:pt x="127709" y="34370"/>
                    <a:pt x="127709" y="34370"/>
                  </a:cubicBezTo>
                  <a:cubicBezTo>
                    <a:pt x="127709" y="34370"/>
                    <a:pt x="1685825" y="1581322"/>
                    <a:pt x="1754799" y="1648781"/>
                  </a:cubicBezTo>
                  <a:cubicBezTo>
                    <a:pt x="1736926" y="1710518"/>
                    <a:pt x="1750371" y="1674708"/>
                    <a:pt x="1732457" y="1728483"/>
                  </a:cubicBezTo>
                  <a:cubicBezTo>
                    <a:pt x="1718467" y="1727547"/>
                    <a:pt x="1704402" y="1726643"/>
                    <a:pt x="1690266" y="1725770"/>
                  </a:cubicBezTo>
                  <a:cubicBezTo>
                    <a:pt x="1690266" y="1725770"/>
                    <a:pt x="4566" y="1725770"/>
                    <a:pt x="4566" y="1725770"/>
                  </a:cubicBezTo>
                  <a:cubicBezTo>
                    <a:pt x="4566" y="1725770"/>
                    <a:pt x="4566" y="180051"/>
                    <a:pt x="4566" y="180051"/>
                  </a:cubicBezTo>
                  <a:cubicBezTo>
                    <a:pt x="1646" y="111261"/>
                    <a:pt x="0" y="50207"/>
                    <a:pt x="0" y="0"/>
                  </a:cubicBezTo>
                  <a:close/>
                  <a:moveTo>
                    <a:pt x="276258" y="1545432"/>
                  </a:moveTo>
                  <a:cubicBezTo>
                    <a:pt x="276258" y="1545432"/>
                    <a:pt x="1280143" y="1545432"/>
                    <a:pt x="1280143" y="1545432"/>
                  </a:cubicBezTo>
                  <a:cubicBezTo>
                    <a:pt x="1280143" y="1545432"/>
                    <a:pt x="276258" y="541548"/>
                    <a:pt x="276258" y="541548"/>
                  </a:cubicBezTo>
                  <a:cubicBezTo>
                    <a:pt x="276258" y="541548"/>
                    <a:pt x="276258" y="1545432"/>
                    <a:pt x="276258" y="1545432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</p:sp>
        <p:grpSp>
          <p:nvGrpSpPr>
            <p:cNvPr id="1641819936" name=""/>
            <p:cNvGrpSpPr/>
            <p:nvPr/>
          </p:nvGrpSpPr>
          <p:grpSpPr bwMode="auto">
            <a:xfrm flipH="0" flipV="0">
              <a:off x="0" y="0"/>
              <a:ext cx="1754797" cy="1728481"/>
              <a:chOff x="0" y="0"/>
              <a:chExt cx="1754797" cy="1728481"/>
            </a:xfrm>
          </p:grpSpPr>
          <p:sp>
            <p:nvSpPr>
              <p:cNvPr id="711847595" name=""/>
              <p:cNvSpPr/>
              <p:nvPr/>
            </p:nvSpPr>
            <p:spPr bwMode="auto">
              <a:xfrm rot="0">
                <a:off x="0" y="0"/>
                <a:ext cx="1754797" cy="1728481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3144" y="43126"/>
                    </a:moveTo>
                    <a:cubicBezTo>
                      <a:pt x="3144" y="43126"/>
                      <a:pt x="0" y="11051"/>
                      <a:pt x="0" y="0"/>
                    </a:cubicBezTo>
                    <a:cubicBezTo>
                      <a:pt x="3447" y="931"/>
                      <a:pt x="3144" y="859"/>
                      <a:pt x="3144" y="859"/>
                    </a:cubicBezTo>
                    <a:cubicBezTo>
                      <a:pt x="3144" y="859"/>
                      <a:pt x="41502" y="39522"/>
                      <a:pt x="43200" y="41208"/>
                    </a:cubicBezTo>
                    <a:cubicBezTo>
                      <a:pt x="42760" y="42751"/>
                      <a:pt x="43091" y="41856"/>
                      <a:pt x="42650" y="43200"/>
                    </a:cubicBezTo>
                    <a:cubicBezTo>
                      <a:pt x="30235" y="42357"/>
                      <a:pt x="15428" y="42539"/>
                      <a:pt x="3144" y="43126"/>
                    </a:cubicBezTo>
                    <a:close/>
                    <a:moveTo>
                      <a:pt x="34553" y="38625"/>
                    </a:moveTo>
                    <a:cubicBezTo>
                      <a:pt x="34553" y="38625"/>
                      <a:pt x="6801" y="10453"/>
                      <a:pt x="6801" y="10453"/>
                    </a:cubicBezTo>
                    <a:cubicBezTo>
                      <a:pt x="6801" y="10453"/>
                      <a:pt x="6801" y="38625"/>
                      <a:pt x="6801" y="38625"/>
                    </a:cubicBezTo>
                    <a:lnTo>
                      <a:pt x="34553" y="38625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402919012" name=""/>
              <p:cNvSpPr/>
              <p:nvPr/>
            </p:nvSpPr>
            <p:spPr bwMode="auto">
              <a:xfrm>
                <a:off x="4564" y="34521"/>
                <a:ext cx="1691244" cy="1691244"/>
              </a:xfrm>
              <a:custGeom>
                <a:avLst/>
                <a:gdLst/>
                <a:ahLst/>
                <a:cxnLst/>
                <a:rect l="0" t="0" r="r" b="b"/>
                <a:pathLst>
                  <a:path w="1437408" h="1437410" fill="norm" stroke="1" extrusionOk="0">
                    <a:moveTo>
                      <a:pt x="0" y="1437410"/>
                    </a:moveTo>
                    <a:cubicBezTo>
                      <a:pt x="0" y="1437410"/>
                      <a:pt x="0" y="0"/>
                      <a:pt x="0" y="0"/>
                    </a:cubicBezTo>
                    <a:cubicBezTo>
                      <a:pt x="0" y="0"/>
                      <a:pt x="1437408" y="1437410"/>
                      <a:pt x="1437408" y="1437410"/>
                    </a:cubicBezTo>
                    <a:cubicBezTo>
                      <a:pt x="1437408" y="1437410"/>
                      <a:pt x="0" y="1437410"/>
                      <a:pt x="0" y="1437410"/>
                    </a:cubicBezTo>
                    <a:close/>
                    <a:moveTo>
                      <a:pt x="1084336" y="1284347"/>
                    </a:moveTo>
                    <a:cubicBezTo>
                      <a:pt x="1084336" y="1284347"/>
                      <a:pt x="126233" y="326245"/>
                      <a:pt x="126233" y="326245"/>
                    </a:cubicBezTo>
                    <a:cubicBezTo>
                      <a:pt x="126233" y="326245"/>
                      <a:pt x="126233" y="1284347"/>
                      <a:pt x="126233" y="1284347"/>
                    </a:cubicBezTo>
                    <a:cubicBezTo>
                      <a:pt x="126233" y="1284347"/>
                      <a:pt x="1084336" y="1284347"/>
                      <a:pt x="1084336" y="1284347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</p:grpSp>
      </p:grpSp>
      <p:grpSp>
        <p:nvGrpSpPr>
          <p:cNvPr id="1408098944" name=""/>
          <p:cNvGrpSpPr/>
          <p:nvPr/>
        </p:nvGrpSpPr>
        <p:grpSpPr bwMode="auto">
          <a:xfrm flipH="1">
            <a:off x="5224376" y="5155133"/>
            <a:ext cx="714375" cy="714375"/>
            <a:chOff x="0" y="0"/>
            <a:chExt cx="714375" cy="714375"/>
          </a:xfrm>
        </p:grpSpPr>
        <p:sp>
          <p:nvSpPr>
            <p:cNvPr id="213626742" name=""/>
            <p:cNvSpPr/>
            <p:nvPr/>
          </p:nvSpPr>
          <p:spPr bwMode="auto">
            <a:xfrm rot="0" flipH="0" flipV="0">
              <a:off x="0" y="476247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61797523" name=""/>
            <p:cNvSpPr/>
            <p:nvPr/>
          </p:nvSpPr>
          <p:spPr bwMode="auto">
            <a:xfrm rot="0" flipH="0" flipV="0">
              <a:off x="238125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7854709" name=""/>
            <p:cNvSpPr/>
            <p:nvPr/>
          </p:nvSpPr>
          <p:spPr bwMode="auto">
            <a:xfrm rot="0" flipH="0" flipV="0">
              <a:off x="476248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230562616" name=""/>
          <p:cNvSpPr/>
          <p:nvPr/>
        </p:nvSpPr>
        <p:spPr bwMode="auto">
          <a:xfrm rot="12090796" flipH="0" flipV="0">
            <a:off x="4247784" y="4931697"/>
            <a:ext cx="371753" cy="115563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1334034056" name=""/>
          <p:cNvGrpSpPr/>
          <p:nvPr/>
        </p:nvGrpSpPr>
        <p:grpSpPr bwMode="auto">
          <a:xfrm rot="12090796" flipH="0" flipV="0">
            <a:off x="4091580" y="4824793"/>
            <a:ext cx="419301" cy="1155632"/>
            <a:chOff x="0" y="0"/>
            <a:chExt cx="419301" cy="1155632"/>
          </a:xfrm>
        </p:grpSpPr>
        <p:sp>
          <p:nvSpPr>
            <p:cNvPr id="1093248390" name=""/>
            <p:cNvSpPr/>
            <p:nvPr/>
          </p:nvSpPr>
          <p:spPr bwMode="auto">
            <a:xfrm rot="0" flipH="0" flipV="0">
              <a:off x="47544" y="0"/>
              <a:ext cx="371753" cy="115563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38360883" name=""/>
            <p:cNvSpPr/>
            <p:nvPr/>
          </p:nvSpPr>
          <p:spPr bwMode="auto">
            <a:xfrm rot="0">
              <a:off x="0" y="8487"/>
              <a:ext cx="371757" cy="113865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sp>
        <p:nvSpPr>
          <p:cNvPr id="5825350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05668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72879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266069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2" y="0"/>
            <a:ext cx="12181171" cy="6858000"/>
          </a:xfrm>
          <a:prstGeom prst="rect">
            <a:avLst/>
          </a:prstGeom>
        </p:spPr>
      </p:pic>
      <p:sp>
        <p:nvSpPr>
          <p:cNvPr id="2016387693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3200477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691322"/>
            <a:ext cx="10515600" cy="448881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7141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87618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1189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2070727706" name=""/>
          <p:cNvGrpSpPr/>
          <p:nvPr/>
        </p:nvGrpSpPr>
        <p:grpSpPr bwMode="auto">
          <a:xfrm flipH="0" flipV="0">
            <a:off x="1001214" y="667225"/>
            <a:ext cx="722631" cy="722631"/>
            <a:chOff x="0" y="0"/>
            <a:chExt cx="722631" cy="722631"/>
          </a:xfrm>
        </p:grpSpPr>
        <p:sp>
          <p:nvSpPr>
            <p:cNvPr id="1618261400" name=""/>
            <p:cNvSpPr/>
            <p:nvPr/>
          </p:nvSpPr>
          <p:spPr bwMode="auto">
            <a:xfrm rot="0" flipH="0" flipV="0">
              <a:off x="0" y="0"/>
              <a:ext cx="722631" cy="722631"/>
            </a:xfrm>
            <a:prstGeom prst="rect">
              <a:avLst/>
            </a:pr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39669913" name=""/>
            <p:cNvGrpSpPr/>
            <p:nvPr/>
          </p:nvGrpSpPr>
          <p:grpSpPr bwMode="auto">
            <a:xfrm flipH="0" flipV="0">
              <a:off x="102060" y="123831"/>
              <a:ext cx="518508" cy="474967"/>
              <a:chOff x="0" y="0"/>
              <a:chExt cx="518508" cy="474967"/>
            </a:xfrm>
          </p:grpSpPr>
          <p:sp>
            <p:nvSpPr>
              <p:cNvPr id="1114267915" name=""/>
              <p:cNvSpPr/>
              <p:nvPr/>
            </p:nvSpPr>
            <p:spPr bwMode="auto">
              <a:xfrm rot="0" flipH="0" flipV="0">
                <a:off x="423513" y="189985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4539986" name=""/>
              <p:cNvSpPr/>
              <p:nvPr/>
            </p:nvSpPr>
            <p:spPr bwMode="auto">
              <a:xfrm rot="0" flipH="0" flipV="0">
                <a:off x="328518" y="94991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6307046" name=""/>
              <p:cNvSpPr/>
              <p:nvPr/>
            </p:nvSpPr>
            <p:spPr bwMode="auto">
              <a:xfrm rot="0" flipH="0" flipV="0">
                <a:off x="247239" y="0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3606547" name=""/>
              <p:cNvSpPr/>
              <p:nvPr/>
            </p:nvSpPr>
            <p:spPr bwMode="auto">
              <a:xfrm rot="0" flipH="0" flipV="0">
                <a:off x="328518" y="284979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43636512" name=""/>
              <p:cNvSpPr/>
              <p:nvPr/>
            </p:nvSpPr>
            <p:spPr bwMode="auto">
              <a:xfrm rot="0" flipH="0" flipV="0">
                <a:off x="233524" y="379974"/>
                <a:ext cx="9499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7550420" name=""/>
              <p:cNvSpPr/>
              <p:nvPr/>
            </p:nvSpPr>
            <p:spPr bwMode="auto">
              <a:xfrm rot="0" flipH="0" flipV="0">
                <a:off x="0" y="189985"/>
                <a:ext cx="281021" cy="9499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950643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354484294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1"/>
          </a:xfrm>
          <a:prstGeom prst="rect">
            <a:avLst/>
          </a:prstGeom>
          <a:noFill/>
          <a:ln w="38100">
            <a:noFill/>
            <a:prstDash val="solid"/>
          </a:ln>
          <a:effectLst/>
        </p:spPr>
        <p:txBody>
          <a:bodyPr/>
          <a:lstStyle/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7976145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691321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54831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32C15BC-88AB-99F0-5947-E08182B7514E}" type="datetimeFigureOut">
              <a:rPr lang="en-US"/>
              <a:t/>
            </a:fld>
            <a:endParaRPr lang="en-US"/>
          </a:p>
        </p:txBody>
      </p:sp>
      <p:sp>
        <p:nvSpPr>
          <p:cNvPr id="8537398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49840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078DE-06EF-AA9B-BFC1-D6282B7BD3AB}" type="slidenum">
              <a:rPr lang="en-US"/>
              <a:t/>
            </a:fld>
            <a:endParaRPr lang="en-US"/>
          </a:p>
        </p:txBody>
      </p:sp>
      <p:grpSp>
        <p:nvGrpSpPr>
          <p:cNvPr id="1231453126" name=""/>
          <p:cNvGrpSpPr/>
          <p:nvPr/>
        </p:nvGrpSpPr>
        <p:grpSpPr bwMode="auto">
          <a:xfrm rot="5399942" flipH="0" flipV="0">
            <a:off x="2368290" y="-2375393"/>
            <a:ext cx="897507" cy="5634090"/>
            <a:chOff x="0" y="0"/>
            <a:chExt cx="897507" cy="5634090"/>
          </a:xfrm>
        </p:grpSpPr>
        <p:sp>
          <p:nvSpPr>
            <p:cNvPr id="1678972035" name=""/>
            <p:cNvSpPr/>
            <p:nvPr/>
          </p:nvSpPr>
          <p:spPr bwMode="auto">
            <a:xfrm rot="0" flipH="0" flipV="0">
              <a:off x="0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6446253" name=""/>
            <p:cNvSpPr/>
            <p:nvPr/>
          </p:nvSpPr>
          <p:spPr bwMode="auto">
            <a:xfrm rot="0" flipH="0" flipV="0">
              <a:off x="299164" y="0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5922706" name=""/>
            <p:cNvSpPr/>
            <p:nvPr/>
          </p:nvSpPr>
          <p:spPr bwMode="auto">
            <a:xfrm rot="0" flipH="0" flipV="0">
              <a:off x="598335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5238177" name=""/>
            <p:cNvSpPr/>
            <p:nvPr/>
          </p:nvSpPr>
          <p:spPr bwMode="auto">
            <a:xfrm rot="0" flipH="0" flipV="0">
              <a:off x="299164" y="3756056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060935474" name=""/>
          <p:cNvGrpSpPr/>
          <p:nvPr/>
        </p:nvGrpSpPr>
        <p:grpSpPr bwMode="auto">
          <a:xfrm rot="5399942" flipH="0" flipV="0">
            <a:off x="8928634" y="-2375393"/>
            <a:ext cx="897507" cy="5634090"/>
            <a:chOff x="0" y="0"/>
            <a:chExt cx="897507" cy="5634090"/>
          </a:xfrm>
        </p:grpSpPr>
        <p:sp>
          <p:nvSpPr>
            <p:cNvPr id="176286823" name=""/>
            <p:cNvSpPr/>
            <p:nvPr/>
          </p:nvSpPr>
          <p:spPr bwMode="auto">
            <a:xfrm rot="0" flipH="0" flipV="0">
              <a:off x="0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2972091" name=""/>
            <p:cNvSpPr/>
            <p:nvPr/>
          </p:nvSpPr>
          <p:spPr bwMode="auto">
            <a:xfrm rot="0" flipH="0" flipV="0">
              <a:off x="299164" y="0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4558733" name=""/>
            <p:cNvSpPr/>
            <p:nvPr/>
          </p:nvSpPr>
          <p:spPr bwMode="auto">
            <a:xfrm rot="0" flipH="0" flipV="0">
              <a:off x="598335" y="1878021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5689989" name=""/>
            <p:cNvSpPr/>
            <p:nvPr/>
          </p:nvSpPr>
          <p:spPr bwMode="auto">
            <a:xfrm rot="0" flipH="0" flipV="0">
              <a:off x="299164" y="3756056"/>
              <a:ext cx="299164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71018771" name=""/>
          <p:cNvSpPr/>
          <p:nvPr/>
        </p:nvSpPr>
        <p:spPr bwMode="auto">
          <a:xfrm rot="2452144" flipH="0" flipV="0">
            <a:off x="11249294" y="1929278"/>
            <a:ext cx="404016" cy="12559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247109111" name=""/>
          <p:cNvGrpSpPr/>
          <p:nvPr/>
        </p:nvGrpSpPr>
        <p:grpSpPr bwMode="auto">
          <a:xfrm rot="2452144" flipH="0" flipV="0">
            <a:off x="11117090" y="1745739"/>
            <a:ext cx="455688" cy="1255925"/>
            <a:chOff x="0" y="0"/>
            <a:chExt cx="455688" cy="1255925"/>
          </a:xfrm>
        </p:grpSpPr>
        <p:sp>
          <p:nvSpPr>
            <p:cNvPr id="1338806913" name=""/>
            <p:cNvSpPr/>
            <p:nvPr/>
          </p:nvSpPr>
          <p:spPr bwMode="auto">
            <a:xfrm rot="0" flipH="0" flipV="0">
              <a:off x="51670" y="0"/>
              <a:ext cx="404016" cy="125592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25275517" name=""/>
            <p:cNvSpPr/>
            <p:nvPr/>
          </p:nvSpPr>
          <p:spPr bwMode="auto">
            <a:xfrm rot="0">
              <a:off x="0" y="9223"/>
              <a:ext cx="404020" cy="123747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833133907" name=""/>
          <p:cNvGrpSpPr/>
          <p:nvPr/>
        </p:nvGrpSpPr>
        <p:grpSpPr bwMode="auto">
          <a:xfrm>
            <a:off x="11002846" y="542451"/>
            <a:ext cx="623556" cy="987094"/>
            <a:chOff x="0" y="0"/>
            <a:chExt cx="623556" cy="987094"/>
          </a:xfrm>
        </p:grpSpPr>
        <p:sp>
          <p:nvSpPr>
            <p:cNvPr id="738985380" name=""/>
            <p:cNvSpPr/>
            <p:nvPr/>
          </p:nvSpPr>
          <p:spPr bwMode="auto">
            <a:xfrm rot="0" flipH="0" flipV="0">
              <a:off x="0" y="0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81139" name=""/>
            <p:cNvSpPr/>
            <p:nvPr/>
          </p:nvSpPr>
          <p:spPr bwMode="auto">
            <a:xfrm rot="0" flipH="0" flipV="0">
              <a:off x="274316" y="278983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2940491" name=""/>
            <p:cNvSpPr/>
            <p:nvPr/>
          </p:nvSpPr>
          <p:spPr bwMode="auto">
            <a:xfrm rot="0" flipH="0" flipV="0">
              <a:off x="34286" y="47764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3146752" name=""/>
            <p:cNvSpPr/>
            <p:nvPr/>
          </p:nvSpPr>
          <p:spPr bwMode="auto">
            <a:xfrm rot="0" flipH="0" flipV="0">
              <a:off x="516252" y="60507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02097612" name=""/>
            <p:cNvSpPr/>
            <p:nvPr/>
          </p:nvSpPr>
          <p:spPr bwMode="auto">
            <a:xfrm rot="0" flipH="0" flipV="0">
              <a:off x="68576" y="27632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3658212" name=""/>
            <p:cNvSpPr/>
            <p:nvPr/>
          </p:nvSpPr>
          <p:spPr bwMode="auto">
            <a:xfrm rot="0" flipH="0" flipV="0">
              <a:off x="481961" y="28993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31471486" name=""/>
            <p:cNvSpPr/>
            <p:nvPr/>
          </p:nvSpPr>
          <p:spPr bwMode="auto">
            <a:xfrm rot="0" flipH="0" flipV="0">
              <a:off x="415071" y="347933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5791670" name=""/>
            <p:cNvSpPr/>
            <p:nvPr/>
          </p:nvSpPr>
          <p:spPr bwMode="auto">
            <a:xfrm rot="0" flipH="0" flipV="0">
              <a:off x="137156" y="34490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1646" name=""/>
            <p:cNvSpPr/>
            <p:nvPr/>
          </p:nvSpPr>
          <p:spPr bwMode="auto">
            <a:xfrm rot="0" flipH="0" flipV="0">
              <a:off x="205736" y="211779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9395439" name=""/>
            <p:cNvSpPr/>
            <p:nvPr/>
          </p:nvSpPr>
          <p:spPr bwMode="auto">
            <a:xfrm rot="0" flipH="0" flipV="0">
              <a:off x="346491" y="20774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2146845" name=""/>
            <p:cNvSpPr/>
            <p:nvPr/>
          </p:nvSpPr>
          <p:spPr bwMode="auto">
            <a:xfrm rot="0" flipH="0" flipV="0">
              <a:off x="205736" y="413482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1536832" name=""/>
            <p:cNvSpPr/>
            <p:nvPr/>
          </p:nvSpPr>
          <p:spPr bwMode="auto">
            <a:xfrm rot="0" flipH="0" flipV="0">
              <a:off x="346491" y="413482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7706729" name=""/>
            <p:cNvSpPr/>
            <p:nvPr/>
          </p:nvSpPr>
          <p:spPr bwMode="auto">
            <a:xfrm rot="0" flipH="0" flipV="0">
              <a:off x="137156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6066299" name=""/>
            <p:cNvSpPr/>
            <p:nvPr/>
          </p:nvSpPr>
          <p:spPr bwMode="auto">
            <a:xfrm rot="0" flipH="0" flipV="0">
              <a:off x="413381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5268731" name=""/>
            <p:cNvSpPr/>
            <p:nvPr/>
          </p:nvSpPr>
          <p:spPr bwMode="auto">
            <a:xfrm rot="0" flipH="0" flipV="0">
              <a:off x="68576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8741980" name=""/>
            <p:cNvSpPr/>
            <p:nvPr/>
          </p:nvSpPr>
          <p:spPr bwMode="auto">
            <a:xfrm rot="0" flipH="0" flipV="0">
              <a:off x="481960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046" name=""/>
            <p:cNvSpPr/>
            <p:nvPr/>
          </p:nvSpPr>
          <p:spPr bwMode="auto">
            <a:xfrm rot="0" flipH="0" flipV="0">
              <a:off x="34286" y="689967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8469446" name=""/>
            <p:cNvSpPr/>
            <p:nvPr/>
          </p:nvSpPr>
          <p:spPr bwMode="auto">
            <a:xfrm rot="0" flipH="0" flipV="0">
              <a:off x="516252" y="689967"/>
              <a:ext cx="68580" cy="23121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7519994" name=""/>
            <p:cNvSpPr/>
            <p:nvPr/>
          </p:nvSpPr>
          <p:spPr bwMode="auto">
            <a:xfrm rot="0" flipH="0" flipV="0">
              <a:off x="0" y="918514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2584457" name=""/>
            <p:cNvSpPr/>
            <p:nvPr/>
          </p:nvSpPr>
          <p:spPr bwMode="auto">
            <a:xfrm>
              <a:off x="137156" y="689967"/>
              <a:ext cx="342895" cy="189653"/>
            </a:xfrm>
            <a:custGeom>
              <a:avLst/>
              <a:gdLst/>
              <a:ahLst/>
              <a:cxnLst/>
              <a:rect l="0" t="0" r="r" b="b"/>
              <a:pathLst>
                <a:path w="342898" h="189656" fill="norm" stroke="1" extrusionOk="0">
                  <a:moveTo>
                    <a:pt x="136206" y="0"/>
                  </a:moveTo>
                  <a:cubicBezTo>
                    <a:pt x="136206" y="0"/>
                    <a:pt x="204786" y="0"/>
                    <a:pt x="204786" y="0"/>
                  </a:cubicBezTo>
                  <a:cubicBezTo>
                    <a:pt x="204786" y="0"/>
                    <a:pt x="204786" y="52496"/>
                    <a:pt x="204786" y="52496"/>
                  </a:cubicBezTo>
                  <a:cubicBezTo>
                    <a:pt x="204786" y="52496"/>
                    <a:pt x="273366" y="52496"/>
                    <a:pt x="273366" y="52496"/>
                  </a:cubicBezTo>
                  <a:cubicBezTo>
                    <a:pt x="273366" y="52496"/>
                    <a:pt x="273366" y="121076"/>
                    <a:pt x="273366" y="121076"/>
                  </a:cubicBezTo>
                  <a:cubicBezTo>
                    <a:pt x="273366" y="121076"/>
                    <a:pt x="342898" y="121076"/>
                    <a:pt x="342898" y="121076"/>
                  </a:cubicBezTo>
                  <a:cubicBezTo>
                    <a:pt x="342898" y="121076"/>
                    <a:pt x="342898" y="189656"/>
                    <a:pt x="342898" y="189656"/>
                  </a:cubicBezTo>
                  <a:cubicBezTo>
                    <a:pt x="342898" y="189656"/>
                    <a:pt x="0" y="189656"/>
                    <a:pt x="0" y="189656"/>
                  </a:cubicBezTo>
                  <a:cubicBezTo>
                    <a:pt x="0" y="189656"/>
                    <a:pt x="0" y="121076"/>
                    <a:pt x="0" y="121076"/>
                  </a:cubicBezTo>
                  <a:cubicBezTo>
                    <a:pt x="0" y="121076"/>
                    <a:pt x="69532" y="121076"/>
                    <a:pt x="69532" y="121076"/>
                  </a:cubicBezTo>
                  <a:cubicBezTo>
                    <a:pt x="69532" y="121076"/>
                    <a:pt x="69532" y="52496"/>
                    <a:pt x="69532" y="52496"/>
                  </a:cubicBezTo>
                  <a:cubicBezTo>
                    <a:pt x="69532" y="52496"/>
                    <a:pt x="136206" y="52496"/>
                    <a:pt x="136206" y="52496"/>
                  </a:cubicBezTo>
                  <a:cubicBezTo>
                    <a:pt x="136206" y="52496"/>
                    <a:pt x="136206" y="0"/>
                    <a:pt x="136206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2037765766" name=""/>
          <p:cNvGrpSpPr/>
          <p:nvPr/>
        </p:nvGrpSpPr>
        <p:grpSpPr bwMode="auto">
          <a:xfrm flipH="0" flipV="0">
            <a:off x="338528" y="347638"/>
            <a:ext cx="511515" cy="511515"/>
            <a:chOff x="0" y="0"/>
            <a:chExt cx="511515" cy="511515"/>
          </a:xfrm>
        </p:grpSpPr>
        <p:sp>
          <p:nvSpPr>
            <p:cNvPr id="2001820578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49137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1301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950333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02612745" name=""/>
          <p:cNvGrpSpPr/>
          <p:nvPr/>
        </p:nvGrpSpPr>
        <p:grpSpPr bwMode="auto">
          <a:xfrm flipH="0" flipV="0">
            <a:off x="315222" y="6001227"/>
            <a:ext cx="511515" cy="511515"/>
            <a:chOff x="0" y="0"/>
            <a:chExt cx="511515" cy="511515"/>
          </a:xfrm>
        </p:grpSpPr>
        <p:sp>
          <p:nvSpPr>
            <p:cNvPr id="17973952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897445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79857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940162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85767414" name=""/>
          <p:cNvGrpSpPr/>
          <p:nvPr/>
        </p:nvGrpSpPr>
        <p:grpSpPr bwMode="auto">
          <a:xfrm rot="16199932">
            <a:off x="10872532" y="5722701"/>
            <a:ext cx="714375" cy="714375"/>
            <a:chOff x="0" y="0"/>
            <a:chExt cx="714375" cy="714375"/>
          </a:xfrm>
        </p:grpSpPr>
        <p:sp>
          <p:nvSpPr>
            <p:cNvPr id="1424412697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2473417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70503068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61315491" name=""/>
          <p:cNvSpPr/>
          <p:nvPr/>
        </p:nvSpPr>
        <p:spPr bwMode="auto">
          <a:xfrm flipH="0" flipV="0">
            <a:off x="396285" y="1300025"/>
            <a:ext cx="1936373" cy="355743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388816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2" y="0"/>
            <a:ext cx="12181171" cy="6858000"/>
          </a:xfrm>
          <a:prstGeom prst="rect">
            <a:avLst/>
          </a:prstGeom>
        </p:spPr>
      </p:pic>
      <p:sp>
        <p:nvSpPr>
          <p:cNvPr id="166624223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3" y="3968267"/>
            <a:ext cx="6791739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342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69189522" name=""/>
          <p:cNvGrpSpPr/>
          <p:nvPr/>
        </p:nvGrpSpPr>
        <p:grpSpPr bwMode="auto">
          <a:xfrm rot="5399909" flipH="0" flipV="0">
            <a:off x="7934773" y="2605428"/>
            <a:ext cx="1169967" cy="7344468"/>
            <a:chOff x="0" y="0"/>
            <a:chExt cx="1169967" cy="7344468"/>
          </a:xfrm>
        </p:grpSpPr>
        <p:sp>
          <p:nvSpPr>
            <p:cNvPr id="162045176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3317001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9135304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51118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848969890" name=""/>
          <p:cNvGrpSpPr/>
          <p:nvPr/>
        </p:nvGrpSpPr>
        <p:grpSpPr bwMode="auto">
          <a:xfrm rot="5399909" flipH="0" flipV="0">
            <a:off x="3087247" y="-3087153"/>
            <a:ext cx="1169967" cy="7344468"/>
            <a:chOff x="0" y="0"/>
            <a:chExt cx="1169967" cy="7344468"/>
          </a:xfrm>
        </p:grpSpPr>
        <p:sp>
          <p:nvSpPr>
            <p:cNvPr id="1345914874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010616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0171932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7577807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6472223" name=""/>
          <p:cNvGrpSpPr/>
          <p:nvPr/>
        </p:nvGrpSpPr>
        <p:grpSpPr bwMode="auto">
          <a:xfrm flipH="0" flipV="0">
            <a:off x="865296" y="142389"/>
            <a:ext cx="2105496" cy="962704"/>
            <a:chOff x="0" y="0"/>
            <a:chExt cx="2105496" cy="962704"/>
          </a:xfrm>
        </p:grpSpPr>
        <p:sp>
          <p:nvSpPr>
            <p:cNvPr id="99753566" name=""/>
            <p:cNvSpPr/>
            <p:nvPr/>
          </p:nvSpPr>
          <p:spPr bwMode="auto">
            <a:xfrm rot="0" flipH="0" flipV="0">
              <a:off x="0" y="0"/>
              <a:ext cx="2105496" cy="96270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469112138" name=""/>
            <p:cNvSpPr/>
            <p:nvPr/>
          </p:nvSpPr>
          <p:spPr bwMode="auto">
            <a:xfrm rot="0" flipH="0" flipV="0">
              <a:off x="142338" y="493155"/>
              <a:ext cx="1963153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247394957" name=""/>
          <p:cNvSpPr/>
          <p:nvPr/>
        </p:nvSpPr>
        <p:spPr bwMode="auto">
          <a:xfrm>
            <a:off x="1033579" y="4662804"/>
            <a:ext cx="1302797" cy="1421076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483822166" name=""/>
          <p:cNvGrpSpPr/>
          <p:nvPr/>
        </p:nvGrpSpPr>
        <p:grpSpPr bwMode="auto">
          <a:xfrm rot="19308276" flipH="0" flipV="0">
            <a:off x="967565" y="4377037"/>
            <a:ext cx="901116" cy="1572687"/>
            <a:chOff x="0" y="0"/>
            <a:chExt cx="901116" cy="1572687"/>
          </a:xfrm>
        </p:grpSpPr>
        <p:sp>
          <p:nvSpPr>
            <p:cNvPr id="2087687749" name=""/>
            <p:cNvSpPr/>
            <p:nvPr/>
          </p:nvSpPr>
          <p:spPr bwMode="auto">
            <a:xfrm>
              <a:off x="0" y="388"/>
              <a:ext cx="777627" cy="1572295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96374816" name=""/>
            <p:cNvSpPr/>
            <p:nvPr/>
          </p:nvSpPr>
          <p:spPr bwMode="auto">
            <a:xfrm rot="0" flipH="0" flipV="0">
              <a:off x="687100" y="0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28984753" name=""/>
            <p:cNvSpPr/>
            <p:nvPr/>
          </p:nvSpPr>
          <p:spPr bwMode="auto">
            <a:xfrm rot="0" flipH="0" flipV="0">
              <a:off x="687100" y="1174179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307090956" name=""/>
          <p:cNvGrpSpPr/>
          <p:nvPr/>
        </p:nvGrpSpPr>
        <p:grpSpPr bwMode="auto">
          <a:xfrm rot="10799989">
            <a:off x="3561273" y="6150090"/>
            <a:ext cx="714375" cy="714375"/>
            <a:chOff x="0" y="0"/>
            <a:chExt cx="714375" cy="714375"/>
          </a:xfrm>
        </p:grpSpPr>
        <p:sp>
          <p:nvSpPr>
            <p:cNvPr id="180510228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033951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5731396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320461940" name=""/>
          <p:cNvGrpSpPr/>
          <p:nvPr/>
        </p:nvGrpSpPr>
        <p:grpSpPr bwMode="auto">
          <a:xfrm flipH="0" flipV="0">
            <a:off x="10668840" y="2714230"/>
            <a:ext cx="1536021" cy="1351359"/>
            <a:chOff x="0" y="0"/>
            <a:chExt cx="1536021" cy="1351359"/>
          </a:xfrm>
        </p:grpSpPr>
        <p:sp>
          <p:nvSpPr>
            <p:cNvPr id="86261079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445129079" name=""/>
            <p:cNvSpPr/>
            <p:nvPr/>
          </p:nvSpPr>
          <p:spPr bwMode="auto">
            <a:xfrm>
              <a:off x="188249" y="684073"/>
              <a:ext cx="1347768" cy="659107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627555192" name=""/>
          <p:cNvSpPr/>
          <p:nvPr/>
        </p:nvSpPr>
        <p:spPr bwMode="auto">
          <a:xfrm rot="0" flipH="0" flipV="0">
            <a:off x="11684268" y="702478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719599" name=""/>
          <p:cNvSpPr/>
          <p:nvPr/>
        </p:nvSpPr>
        <p:spPr bwMode="auto">
          <a:xfrm rot="0" flipH="0" flipV="0">
            <a:off x="11922392" y="904307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33149039" name=""/>
          <p:cNvGrpSpPr/>
          <p:nvPr/>
        </p:nvGrpSpPr>
        <p:grpSpPr bwMode="auto">
          <a:xfrm flipH="0" flipV="0">
            <a:off x="310459" y="2568987"/>
            <a:ext cx="2715095" cy="1241435"/>
            <a:chOff x="0" y="0"/>
            <a:chExt cx="2715095" cy="1241435"/>
          </a:xfrm>
        </p:grpSpPr>
        <p:sp>
          <p:nvSpPr>
            <p:cNvPr id="818353705" name=""/>
            <p:cNvSpPr/>
            <p:nvPr/>
          </p:nvSpPr>
          <p:spPr bwMode="auto">
            <a:xfrm rot="0" flipH="0" flipV="0">
              <a:off x="0" y="0"/>
              <a:ext cx="2715095" cy="1241435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249389356" name=""/>
            <p:cNvSpPr/>
            <p:nvPr/>
          </p:nvSpPr>
          <p:spPr bwMode="auto">
            <a:xfrm rot="0" flipH="0" flipV="0">
              <a:off x="183549" y="635940"/>
              <a:ext cx="2531542" cy="605494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310362400" name=""/>
          <p:cNvGrpSpPr/>
          <p:nvPr/>
        </p:nvGrpSpPr>
        <p:grpSpPr bwMode="auto">
          <a:xfrm flipH="0" flipV="0">
            <a:off x="11428510" y="6176037"/>
            <a:ext cx="511515" cy="511515"/>
            <a:chOff x="0" y="0"/>
            <a:chExt cx="511515" cy="511515"/>
          </a:xfrm>
        </p:grpSpPr>
        <p:sp>
          <p:nvSpPr>
            <p:cNvPr id="1986295954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561246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702352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181596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95909248" name=""/>
          <p:cNvSpPr/>
          <p:nvPr/>
        </p:nvSpPr>
        <p:spPr bwMode="auto">
          <a:xfrm flipH="0" flipV="0">
            <a:off x="6061071" y="6032925"/>
            <a:ext cx="2876341" cy="5284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941703506" name=""/>
          <p:cNvGrpSpPr/>
          <p:nvPr/>
        </p:nvGrpSpPr>
        <p:grpSpPr bwMode="auto">
          <a:xfrm flipH="0" flipV="0">
            <a:off x="522414" y="5933922"/>
            <a:ext cx="511515" cy="511515"/>
            <a:chOff x="0" y="0"/>
            <a:chExt cx="511515" cy="511515"/>
          </a:xfrm>
        </p:grpSpPr>
        <p:sp>
          <p:nvSpPr>
            <p:cNvPr id="278968623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0542264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001327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048976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894339137" name=""/>
          <p:cNvGrpSpPr/>
          <p:nvPr/>
        </p:nvGrpSpPr>
        <p:grpSpPr bwMode="auto">
          <a:xfrm flipH="0" flipV="0">
            <a:off x="245088" y="287804"/>
            <a:ext cx="511515" cy="511515"/>
            <a:chOff x="0" y="0"/>
            <a:chExt cx="511515" cy="511515"/>
          </a:xfrm>
        </p:grpSpPr>
        <p:sp>
          <p:nvSpPr>
            <p:cNvPr id="5757064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055729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181771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9465196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180510178" name=""/>
          <p:cNvSpPr/>
          <p:nvPr/>
        </p:nvSpPr>
        <p:spPr bwMode="auto">
          <a:xfrm flipH="0" flipV="0">
            <a:off x="6971795" y="548212"/>
            <a:ext cx="1487792" cy="2733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329623789" name=""/>
          <p:cNvGrpSpPr/>
          <p:nvPr/>
        </p:nvGrpSpPr>
        <p:grpSpPr bwMode="auto">
          <a:xfrm>
            <a:off x="9775925" y="3205276"/>
            <a:ext cx="724851" cy="693505"/>
            <a:chOff x="0" y="0"/>
            <a:chExt cx="724851" cy="693505"/>
          </a:xfrm>
        </p:grpSpPr>
        <p:sp>
          <p:nvSpPr>
            <p:cNvPr id="62017090" name=""/>
            <p:cNvSpPr/>
            <p:nvPr/>
          </p:nvSpPr>
          <p:spPr bwMode="auto">
            <a:xfrm rot="1070858" flipH="0" flipV="0">
              <a:off x="183887" y="198414"/>
              <a:ext cx="540957" cy="49509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58319831" name=""/>
            <p:cNvGrpSpPr/>
            <p:nvPr/>
          </p:nvGrpSpPr>
          <p:grpSpPr bwMode="auto">
            <a:xfrm rot="663277" flipH="0" flipV="0">
              <a:off x="0" y="0"/>
              <a:ext cx="628023" cy="581787"/>
              <a:chOff x="0" y="0"/>
              <a:chExt cx="628023" cy="581787"/>
            </a:xfrm>
          </p:grpSpPr>
          <p:sp>
            <p:nvSpPr>
              <p:cNvPr id="312449786" name=""/>
              <p:cNvSpPr/>
              <p:nvPr/>
            </p:nvSpPr>
            <p:spPr bwMode="auto">
              <a:xfrm>
                <a:off x="43344" y="43344"/>
                <a:ext cx="540957" cy="49509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048430720" name=""/>
              <p:cNvSpPr/>
              <p:nvPr/>
            </p:nvSpPr>
            <p:spPr bwMode="auto">
              <a:xfrm>
                <a:off x="120397" y="140634"/>
                <a:ext cx="85422" cy="86692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37421687" name=""/>
              <p:cNvSpPr/>
              <p:nvPr/>
            </p:nvSpPr>
            <p:spPr bwMode="auto">
              <a:xfrm>
                <a:off x="260084" y="89532"/>
                <a:ext cx="324587" cy="448903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4171683" name=""/>
              <p:cNvGrpSpPr/>
              <p:nvPr/>
            </p:nvGrpSpPr>
            <p:grpSpPr bwMode="auto">
              <a:xfrm flipH="0" flipV="0">
                <a:off x="0" y="0"/>
                <a:ext cx="628023" cy="581787"/>
                <a:chOff x="0" y="0"/>
                <a:chExt cx="628023" cy="581787"/>
              </a:xfrm>
            </p:grpSpPr>
            <p:sp>
              <p:nvSpPr>
                <p:cNvPr id="460168212" name=""/>
                <p:cNvSpPr/>
                <p:nvPr/>
              </p:nvSpPr>
              <p:spPr bwMode="auto">
                <a:xfrm rot="0" flipH="0" flipV="0">
                  <a:off x="86692" y="0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02928011" name=""/>
                <p:cNvSpPr/>
                <p:nvPr/>
              </p:nvSpPr>
              <p:spPr bwMode="auto">
                <a:xfrm rot="0" flipH="0" flipV="0">
                  <a:off x="43344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58709012" name=""/>
                <p:cNvSpPr/>
                <p:nvPr/>
              </p:nvSpPr>
              <p:spPr bwMode="auto">
                <a:xfrm rot="0" flipH="0" flipV="0">
                  <a:off x="205823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63069481" name=""/>
                <p:cNvSpPr/>
                <p:nvPr/>
              </p:nvSpPr>
              <p:spPr bwMode="auto">
                <a:xfrm rot="0" flipH="0" flipV="0">
                  <a:off x="0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3693127" name=""/>
                <p:cNvSpPr/>
                <p:nvPr/>
              </p:nvSpPr>
              <p:spPr bwMode="auto">
                <a:xfrm rot="0" flipH="0" flipV="0">
                  <a:off x="248805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0062596" name=""/>
                <p:cNvSpPr/>
                <p:nvPr/>
              </p:nvSpPr>
              <p:spPr bwMode="auto">
                <a:xfrm rot="0" flipH="0" flipV="0">
                  <a:off x="292152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7559768" name=""/>
                <p:cNvSpPr/>
                <p:nvPr/>
              </p:nvSpPr>
              <p:spPr bwMode="auto">
                <a:xfrm rot="0" flipH="0" flipV="0">
                  <a:off x="335502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26039803" name=""/>
                <p:cNvSpPr/>
                <p:nvPr/>
              </p:nvSpPr>
              <p:spPr bwMode="auto">
                <a:xfrm rot="0" flipH="0" flipV="0">
                  <a:off x="378848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186887" name=""/>
                <p:cNvSpPr/>
                <p:nvPr/>
              </p:nvSpPr>
              <p:spPr bwMode="auto">
                <a:xfrm rot="0" flipH="0" flipV="0">
                  <a:off x="422199" y="2835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7272589" name=""/>
                <p:cNvSpPr/>
                <p:nvPr/>
              </p:nvSpPr>
              <p:spPr bwMode="auto">
                <a:xfrm rot="0" flipH="0" flipV="0">
                  <a:off x="541326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207418" name=""/>
                <p:cNvSpPr/>
                <p:nvPr/>
              </p:nvSpPr>
              <p:spPr bwMode="auto">
                <a:xfrm rot="0" flipH="0" flipV="0">
                  <a:off x="584676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635923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07987753" name=""/>
                <p:cNvSpPr/>
                <p:nvPr/>
              </p:nvSpPr>
              <p:spPr bwMode="auto">
                <a:xfrm rot="0" flipH="0" flipV="0">
                  <a:off x="545142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6799108" name=""/>
                <p:cNvSpPr/>
                <p:nvPr/>
              </p:nvSpPr>
              <p:spPr bwMode="auto">
                <a:xfrm rot="0" flipH="0" flipV="0">
                  <a:off x="501795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69924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09437421" name=""/>
                <p:cNvSpPr/>
                <p:nvPr/>
              </p:nvSpPr>
              <p:spPr bwMode="auto">
                <a:xfrm rot="0" flipH="0" flipV="0">
                  <a:off x="422199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12831530" name=""/>
                <p:cNvSpPr/>
                <p:nvPr/>
              </p:nvSpPr>
              <p:spPr bwMode="auto">
                <a:xfrm rot="0" flipH="0" flipV="0">
                  <a:off x="86692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073415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2477187" name=""/>
                <p:cNvSpPr/>
                <p:nvPr/>
              </p:nvSpPr>
              <p:spPr bwMode="auto">
                <a:xfrm rot="0" flipH="0" flipV="0">
                  <a:off x="173388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5183228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9918653" name=""/>
                <p:cNvSpPr/>
                <p:nvPr/>
              </p:nvSpPr>
              <p:spPr bwMode="auto">
                <a:xfrm rot="0" flipH="0" flipV="0">
                  <a:off x="260084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005483" name=""/>
                <p:cNvSpPr/>
                <p:nvPr/>
              </p:nvSpPr>
              <p:spPr bwMode="auto">
                <a:xfrm rot="0" flipH="0" flipV="0">
                  <a:off x="303435" y="53843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92126227" name=""/>
                <p:cNvSpPr/>
                <p:nvPr/>
              </p:nvSpPr>
              <p:spPr bwMode="auto">
                <a:xfrm rot="0" flipH="0" flipV="0">
                  <a:off x="346779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306531" name=""/>
                <p:cNvSpPr/>
                <p:nvPr/>
              </p:nvSpPr>
              <p:spPr bwMode="auto">
                <a:xfrm rot="0" flipH="0" flipV="0">
                  <a:off x="39012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427000270" name=""/>
          <p:cNvGrpSpPr/>
          <p:nvPr/>
        </p:nvGrpSpPr>
        <p:grpSpPr bwMode="auto">
          <a:xfrm flipH="1" flipV="0">
            <a:off x="1179158" y="1634727"/>
            <a:ext cx="499411" cy="477819"/>
            <a:chOff x="0" y="0"/>
            <a:chExt cx="499411" cy="477819"/>
          </a:xfrm>
        </p:grpSpPr>
        <p:sp>
          <p:nvSpPr>
            <p:cNvPr id="1823006192" name=""/>
            <p:cNvSpPr/>
            <p:nvPr/>
          </p:nvSpPr>
          <p:spPr bwMode="auto">
            <a:xfrm rot="1070858" flipH="0" flipV="0">
              <a:off x="126695" y="136702"/>
              <a:ext cx="372712" cy="34111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73684486" name=""/>
            <p:cNvGrpSpPr/>
            <p:nvPr/>
          </p:nvGrpSpPr>
          <p:grpSpPr bwMode="auto">
            <a:xfrm rot="663277" flipH="0" flipV="0">
              <a:off x="0" y="0"/>
              <a:ext cx="432702" cy="400844"/>
              <a:chOff x="0" y="0"/>
              <a:chExt cx="432702" cy="400844"/>
            </a:xfrm>
          </p:grpSpPr>
          <p:sp>
            <p:nvSpPr>
              <p:cNvPr id="227749475" name=""/>
              <p:cNvSpPr/>
              <p:nvPr/>
            </p:nvSpPr>
            <p:spPr bwMode="auto">
              <a:xfrm>
                <a:off x="29862" y="29862"/>
                <a:ext cx="372712" cy="34111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99068174" name=""/>
              <p:cNvSpPr/>
              <p:nvPr/>
            </p:nvSpPr>
            <p:spPr bwMode="auto">
              <a:xfrm>
                <a:off x="82953" y="96894"/>
                <a:ext cx="58854" cy="59729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31028733" name=""/>
              <p:cNvSpPr/>
              <p:nvPr/>
            </p:nvSpPr>
            <p:spPr bwMode="auto">
              <a:xfrm>
                <a:off x="179194" y="61686"/>
                <a:ext cx="223635" cy="309287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3189222" name=""/>
              <p:cNvGrpSpPr/>
              <p:nvPr/>
            </p:nvGrpSpPr>
            <p:grpSpPr bwMode="auto">
              <a:xfrm flipH="0" flipV="0">
                <a:off x="0" y="0"/>
                <a:ext cx="432702" cy="400844"/>
                <a:chOff x="0" y="0"/>
                <a:chExt cx="432702" cy="400844"/>
              </a:xfrm>
            </p:grpSpPr>
            <p:sp>
              <p:nvSpPr>
                <p:cNvPr id="1433088310" name=""/>
                <p:cNvSpPr/>
                <p:nvPr/>
              </p:nvSpPr>
              <p:spPr bwMode="auto">
                <a:xfrm rot="0" flipH="0" flipV="0">
                  <a:off x="59729" y="0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94444882" name=""/>
                <p:cNvSpPr/>
                <p:nvPr/>
              </p:nvSpPr>
              <p:spPr bwMode="auto">
                <a:xfrm rot="0" flipH="0" flipV="0">
                  <a:off x="29862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1791786" name=""/>
                <p:cNvSpPr/>
                <p:nvPr/>
              </p:nvSpPr>
              <p:spPr bwMode="auto">
                <a:xfrm rot="0" flipH="0" flipV="0">
                  <a:off x="14180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41452469" name=""/>
                <p:cNvSpPr/>
                <p:nvPr/>
              </p:nvSpPr>
              <p:spPr bwMode="auto">
                <a:xfrm rot="0" flipH="0" flipV="0">
                  <a:off x="0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6036096" name=""/>
                <p:cNvSpPr/>
                <p:nvPr/>
              </p:nvSpPr>
              <p:spPr bwMode="auto">
                <a:xfrm rot="0" flipH="0" flipV="0">
                  <a:off x="171423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2156368" name=""/>
                <p:cNvSpPr/>
                <p:nvPr/>
              </p:nvSpPr>
              <p:spPr bwMode="auto">
                <a:xfrm rot="0" flipH="0" flipV="0">
                  <a:off x="201288" y="11182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7713828" name=""/>
                <p:cNvSpPr/>
                <p:nvPr/>
              </p:nvSpPr>
              <p:spPr bwMode="auto">
                <a:xfrm rot="0" flipH="0" flipV="0">
                  <a:off x="231156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993621" name=""/>
                <p:cNvSpPr/>
                <p:nvPr/>
              </p:nvSpPr>
              <p:spPr bwMode="auto">
                <a:xfrm rot="0" flipH="0" flipV="0">
                  <a:off x="261020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778534" name=""/>
                <p:cNvSpPr/>
                <p:nvPr/>
              </p:nvSpPr>
              <p:spPr bwMode="auto">
                <a:xfrm rot="0" flipH="0" flipV="0">
                  <a:off x="290889" y="1953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11785174" name=""/>
                <p:cNvSpPr/>
                <p:nvPr/>
              </p:nvSpPr>
              <p:spPr bwMode="auto">
                <a:xfrm rot="0" flipH="0" flipV="0">
                  <a:off x="37296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919907" name=""/>
                <p:cNvSpPr/>
                <p:nvPr/>
              </p:nvSpPr>
              <p:spPr bwMode="auto">
                <a:xfrm rot="0" flipH="0" flipV="0">
                  <a:off x="402833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15230128" name=""/>
                <p:cNvSpPr/>
                <p:nvPr/>
              </p:nvSpPr>
              <p:spPr bwMode="auto">
                <a:xfrm rot="0" flipH="0" flipV="0">
                  <a:off x="29862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552222" name=""/>
                <p:cNvSpPr/>
                <p:nvPr/>
              </p:nvSpPr>
              <p:spPr bwMode="auto">
                <a:xfrm rot="0" flipH="0" flipV="0">
                  <a:off x="375595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7495006" name=""/>
                <p:cNvSpPr/>
                <p:nvPr/>
              </p:nvSpPr>
              <p:spPr bwMode="auto">
                <a:xfrm rot="0" flipH="0" flipV="0">
                  <a:off x="345729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00151561" name=""/>
                <p:cNvSpPr/>
                <p:nvPr/>
              </p:nvSpPr>
              <p:spPr bwMode="auto">
                <a:xfrm rot="0" flipH="0" flipV="0">
                  <a:off x="320422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2172540" name=""/>
                <p:cNvSpPr/>
                <p:nvPr/>
              </p:nvSpPr>
              <p:spPr bwMode="auto">
                <a:xfrm rot="0" flipH="0" flipV="0">
                  <a:off x="290889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55534442" name=""/>
                <p:cNvSpPr/>
                <p:nvPr/>
              </p:nvSpPr>
              <p:spPr bwMode="auto">
                <a:xfrm rot="0" flipH="0" flipV="0">
                  <a:off x="59728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430943" name=""/>
                <p:cNvSpPr/>
                <p:nvPr/>
              </p:nvSpPr>
              <p:spPr bwMode="auto">
                <a:xfrm rot="0" flipH="0" flipV="0">
                  <a:off x="89595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6043144" name=""/>
                <p:cNvSpPr/>
                <p:nvPr/>
              </p:nvSpPr>
              <p:spPr bwMode="auto">
                <a:xfrm rot="0" flipH="0" flipV="0">
                  <a:off x="119461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8963923" name=""/>
                <p:cNvSpPr/>
                <p:nvPr/>
              </p:nvSpPr>
              <p:spPr bwMode="auto">
                <a:xfrm rot="0" flipH="0" flipV="0">
                  <a:off x="149327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6370810" name=""/>
                <p:cNvSpPr/>
                <p:nvPr/>
              </p:nvSpPr>
              <p:spPr bwMode="auto">
                <a:xfrm rot="0" flipH="0" flipV="0">
                  <a:off x="179194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06826488" name=""/>
                <p:cNvSpPr/>
                <p:nvPr/>
              </p:nvSpPr>
              <p:spPr bwMode="auto">
                <a:xfrm rot="0" flipH="0" flipV="0">
                  <a:off x="209061" y="37098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88555043" name=""/>
                <p:cNvSpPr/>
                <p:nvPr/>
              </p:nvSpPr>
              <p:spPr bwMode="auto">
                <a:xfrm rot="0" flipH="0" flipV="0">
                  <a:off x="238926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24296956" name=""/>
                <p:cNvSpPr/>
                <p:nvPr/>
              </p:nvSpPr>
              <p:spPr bwMode="auto">
                <a:xfrm rot="0" flipH="0" flipV="0">
                  <a:off x="268794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442250762" name=""/>
          <p:cNvGrpSpPr/>
          <p:nvPr/>
        </p:nvGrpSpPr>
        <p:grpSpPr bwMode="auto">
          <a:xfrm flipH="0" flipV="0">
            <a:off x="9356730" y="4914060"/>
            <a:ext cx="2105496" cy="962704"/>
            <a:chOff x="0" y="0"/>
            <a:chExt cx="2105496" cy="962704"/>
          </a:xfrm>
        </p:grpSpPr>
        <p:sp>
          <p:nvSpPr>
            <p:cNvPr id="570642183" name=""/>
            <p:cNvSpPr/>
            <p:nvPr/>
          </p:nvSpPr>
          <p:spPr bwMode="auto">
            <a:xfrm rot="0" flipH="0" flipV="0">
              <a:off x="0" y="0"/>
              <a:ext cx="2105496" cy="96270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687521949" name=""/>
            <p:cNvSpPr/>
            <p:nvPr/>
          </p:nvSpPr>
          <p:spPr bwMode="auto">
            <a:xfrm rot="0" flipH="0" flipV="0">
              <a:off x="142338" y="493155"/>
              <a:ext cx="1963153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9202959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14673" y="1088542"/>
            <a:ext cx="6791739" cy="287972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610930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3" y="3968267"/>
            <a:ext cx="6791739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70658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39543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9719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018554194" name=""/>
          <p:cNvGrpSpPr/>
          <p:nvPr/>
        </p:nvGrpSpPr>
        <p:grpSpPr bwMode="auto">
          <a:xfrm flipH="0" flipV="0">
            <a:off x="9924614" y="417411"/>
            <a:ext cx="1492668" cy="1487587"/>
            <a:chOff x="0" y="0"/>
            <a:chExt cx="1492668" cy="1487587"/>
          </a:xfrm>
        </p:grpSpPr>
        <p:sp>
          <p:nvSpPr>
            <p:cNvPr id="736480417" name=""/>
            <p:cNvSpPr/>
            <p:nvPr/>
          </p:nvSpPr>
          <p:spPr bwMode="auto">
            <a:xfrm rot="1537270">
              <a:off x="0" y="101768"/>
              <a:ext cx="1311312" cy="1385820"/>
            </a:xfrm>
            <a:custGeom>
              <a:avLst/>
              <a:gdLst/>
              <a:ahLst/>
              <a:cxnLst/>
              <a:rect l="0" t="0" r="r" b="b"/>
              <a:pathLst>
                <a:path w="1396998" h="1476374" fill="norm" stroke="1" extrusionOk="0">
                  <a:moveTo>
                    <a:pt x="0" y="0"/>
                  </a:moveTo>
                  <a:cubicBezTo>
                    <a:pt x="0" y="0"/>
                    <a:pt x="1080696" y="0"/>
                    <a:pt x="1080696" y="0"/>
                  </a:cubicBezTo>
                  <a:cubicBezTo>
                    <a:pt x="1080696" y="0"/>
                    <a:pt x="1396997" y="297693"/>
                    <a:pt x="1396997" y="297693"/>
                  </a:cubicBezTo>
                  <a:cubicBezTo>
                    <a:pt x="1396997" y="297693"/>
                    <a:pt x="1396997" y="1476373"/>
                    <a:pt x="1396997" y="1476373"/>
                  </a:cubicBezTo>
                  <a:cubicBezTo>
                    <a:pt x="1396997" y="1476373"/>
                    <a:pt x="0" y="1476373"/>
                    <a:pt x="0" y="1476373"/>
                  </a:cubicBezTo>
                  <a:cubicBezTo>
                    <a:pt x="0" y="14763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926751451" name=""/>
            <p:cNvGrpSpPr/>
            <p:nvPr/>
          </p:nvGrpSpPr>
          <p:grpSpPr bwMode="auto">
            <a:xfrm rot="1546160" flipH="0" flipV="0">
              <a:off x="167785" y="0"/>
              <a:ext cx="1324883" cy="1400161"/>
              <a:chOff x="0" y="0"/>
              <a:chExt cx="1324883" cy="1400161"/>
            </a:xfrm>
          </p:grpSpPr>
          <p:grpSp>
            <p:nvGrpSpPr>
              <p:cNvPr id="1926163185" name=""/>
              <p:cNvGrpSpPr/>
              <p:nvPr/>
            </p:nvGrpSpPr>
            <p:grpSpPr bwMode="auto">
              <a:xfrm flipH="0" flipV="0">
                <a:off x="0" y="0"/>
                <a:ext cx="1324883" cy="1400161"/>
                <a:chOff x="0" y="0"/>
                <a:chExt cx="1324883" cy="1400161"/>
              </a:xfrm>
            </p:grpSpPr>
            <p:sp>
              <p:nvSpPr>
                <p:cNvPr id="2060291023" name=""/>
                <p:cNvSpPr/>
                <p:nvPr/>
              </p:nvSpPr>
              <p:spPr bwMode="auto">
                <a:xfrm>
                  <a:off x="0" y="0"/>
                  <a:ext cx="1324883" cy="140016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347035523" name=""/>
                <p:cNvSpPr/>
                <p:nvPr/>
              </p:nvSpPr>
              <p:spPr bwMode="auto">
                <a:xfrm rot="0" flipH="0" flipV="0">
                  <a:off x="1034902" y="39818"/>
                  <a:ext cx="256521" cy="2442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904996338" name=""/>
              <p:cNvGrpSpPr/>
              <p:nvPr/>
            </p:nvGrpSpPr>
            <p:grpSpPr bwMode="auto">
              <a:xfrm rot="0" flipH="0" flipV="0">
                <a:off x="218857" y="246585"/>
                <a:ext cx="887162" cy="906986"/>
                <a:chOff x="0" y="0"/>
                <a:chExt cx="887162" cy="906986"/>
              </a:xfrm>
            </p:grpSpPr>
            <p:sp>
              <p:nvSpPr>
                <p:cNvPr id="437878292" name=""/>
                <p:cNvSpPr/>
                <p:nvPr/>
              </p:nvSpPr>
              <p:spPr bwMode="auto">
                <a:xfrm rot="0" flipH="0" flipV="0">
                  <a:off x="188268" y="64181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5344521" name=""/>
                <p:cNvSpPr/>
                <p:nvPr/>
              </p:nvSpPr>
              <p:spPr bwMode="auto">
                <a:xfrm rot="0" flipH="0" flipV="0">
                  <a:off x="251027" y="0"/>
                  <a:ext cx="385101" cy="64181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50919310" name=""/>
                <p:cNvSpPr/>
                <p:nvPr/>
              </p:nvSpPr>
              <p:spPr bwMode="auto">
                <a:xfrm rot="0" flipH="0" flipV="0">
                  <a:off x="636132" y="64181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2107986" name=""/>
                <p:cNvSpPr/>
                <p:nvPr/>
              </p:nvSpPr>
              <p:spPr bwMode="auto">
                <a:xfrm rot="0" flipH="0" flipV="0">
                  <a:off x="698890" y="126939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7886026" name=""/>
                <p:cNvSpPr/>
                <p:nvPr/>
              </p:nvSpPr>
              <p:spPr bwMode="auto">
                <a:xfrm rot="0" flipH="0" flipV="0">
                  <a:off x="125512" y="126939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4710316" name=""/>
                <p:cNvSpPr/>
                <p:nvPr/>
              </p:nvSpPr>
              <p:spPr bwMode="auto">
                <a:xfrm rot="0" flipH="0" flipV="0">
                  <a:off x="62754" y="18969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1554611" name=""/>
                <p:cNvSpPr/>
                <p:nvPr/>
              </p:nvSpPr>
              <p:spPr bwMode="auto">
                <a:xfrm rot="0" flipH="0" flipV="0">
                  <a:off x="761647" y="18969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8379132" name=""/>
                <p:cNvSpPr/>
                <p:nvPr/>
              </p:nvSpPr>
              <p:spPr bwMode="auto">
                <a:xfrm rot="0" flipH="0" flipV="0">
                  <a:off x="824404" y="332257"/>
                  <a:ext cx="62754" cy="24246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7205567" name=""/>
                <p:cNvSpPr/>
                <p:nvPr/>
              </p:nvSpPr>
              <p:spPr bwMode="auto">
                <a:xfrm rot="0" flipH="0" flipV="0">
                  <a:off x="0" y="332257"/>
                  <a:ext cx="62754" cy="24246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7423376" name=""/>
                <p:cNvSpPr/>
                <p:nvPr/>
              </p:nvSpPr>
              <p:spPr bwMode="auto">
                <a:xfrm rot="0" flipH="0" flipV="0">
                  <a:off x="62754" y="57472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43420753" name=""/>
                <p:cNvSpPr/>
                <p:nvPr/>
              </p:nvSpPr>
              <p:spPr bwMode="auto">
                <a:xfrm rot="0" flipH="0" flipV="0">
                  <a:off x="761647" y="574726"/>
                  <a:ext cx="62754" cy="14255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79273251" name=""/>
                <p:cNvSpPr/>
                <p:nvPr/>
              </p:nvSpPr>
              <p:spPr bwMode="auto">
                <a:xfrm rot="0" flipH="0" flipV="0">
                  <a:off x="698890" y="717286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4503195" name=""/>
                <p:cNvSpPr/>
                <p:nvPr/>
              </p:nvSpPr>
              <p:spPr bwMode="auto">
                <a:xfrm rot="0" flipH="0" flipV="0">
                  <a:off x="129543" y="717286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9746001" name=""/>
                <p:cNvSpPr/>
                <p:nvPr/>
              </p:nvSpPr>
              <p:spPr bwMode="auto">
                <a:xfrm rot="0" flipH="0" flipV="0">
                  <a:off x="573823" y="780044"/>
                  <a:ext cx="125063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26758707" name=""/>
                <p:cNvSpPr/>
                <p:nvPr/>
              </p:nvSpPr>
              <p:spPr bwMode="auto">
                <a:xfrm rot="0" flipH="0" flipV="0">
                  <a:off x="192303" y="780044"/>
                  <a:ext cx="125063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3454075" name=""/>
                <p:cNvSpPr/>
                <p:nvPr/>
              </p:nvSpPr>
              <p:spPr bwMode="auto">
                <a:xfrm rot="0" flipH="0" flipV="0">
                  <a:off x="317371" y="842803"/>
                  <a:ext cx="256450" cy="64181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8765340" name=""/>
                <p:cNvSpPr/>
                <p:nvPr/>
              </p:nvSpPr>
              <p:spPr bwMode="auto">
                <a:xfrm rot="0" flipH="0" flipV="0">
                  <a:off x="313786" y="262533"/>
                  <a:ext cx="62754" cy="1909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04909132" name=""/>
                <p:cNvSpPr/>
                <p:nvPr/>
              </p:nvSpPr>
              <p:spPr bwMode="auto">
                <a:xfrm rot="0" flipH="0" flipV="0">
                  <a:off x="510617" y="262533"/>
                  <a:ext cx="62754" cy="1909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1429139" name=""/>
                <p:cNvSpPr/>
                <p:nvPr/>
              </p:nvSpPr>
              <p:spPr bwMode="auto">
                <a:xfrm rot="0" flipH="0" flipV="0">
                  <a:off x="317371" y="585577"/>
                  <a:ext cx="256450" cy="64181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408806" name=""/>
                <p:cNvSpPr/>
                <p:nvPr/>
              </p:nvSpPr>
              <p:spPr bwMode="auto">
                <a:xfrm rot="0" flipH="0" flipV="0">
                  <a:off x="254836" y="522820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8097068" name=""/>
                <p:cNvSpPr/>
                <p:nvPr/>
              </p:nvSpPr>
              <p:spPr bwMode="auto">
                <a:xfrm rot="0" flipH="0" flipV="0">
                  <a:off x="573374" y="522820"/>
                  <a:ext cx="62754" cy="6275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1114435289" name=""/>
          <p:cNvSpPr/>
          <p:nvPr/>
        </p:nvSpPr>
        <p:spPr bwMode="auto">
          <a:xfrm rot="0" flipH="0" flipV="0">
            <a:off x="4261358" y="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919134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138393344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58750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22814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17826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37103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87867383" name=""/>
          <p:cNvGrpSpPr/>
          <p:nvPr/>
        </p:nvGrpSpPr>
        <p:grpSpPr bwMode="auto">
          <a:xfrm flipH="0" flipV="0">
            <a:off x="11302410" y="185509"/>
            <a:ext cx="511515" cy="511515"/>
            <a:chOff x="0" y="0"/>
            <a:chExt cx="511515" cy="511515"/>
          </a:xfrm>
        </p:grpSpPr>
        <p:sp>
          <p:nvSpPr>
            <p:cNvPr id="419880645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1168462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0108937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1625058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484182624" name=""/>
          <p:cNvGrpSpPr/>
          <p:nvPr/>
        </p:nvGrpSpPr>
        <p:grpSpPr bwMode="auto">
          <a:xfrm flipH="0" flipV="0">
            <a:off x="11309213" y="887545"/>
            <a:ext cx="511515" cy="511515"/>
            <a:chOff x="0" y="0"/>
            <a:chExt cx="511515" cy="511515"/>
          </a:xfrm>
        </p:grpSpPr>
        <p:sp>
          <p:nvSpPr>
            <p:cNvPr id="144184004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858276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87195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620651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09537102" name=""/>
          <p:cNvSpPr/>
          <p:nvPr/>
        </p:nvSpPr>
        <p:spPr bwMode="auto">
          <a:xfrm flipH="0" flipV="0">
            <a:off x="320272" y="1330955"/>
            <a:ext cx="2021684" cy="360366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8094489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156881228" name=""/>
          <p:cNvGrpSpPr/>
          <p:nvPr/>
        </p:nvGrpSpPr>
        <p:grpSpPr bwMode="auto">
          <a:xfrm rot="16199895" flipH="0" flipV="0">
            <a:off x="10653950" y="5481856"/>
            <a:ext cx="944717" cy="944717"/>
            <a:chOff x="0" y="0"/>
            <a:chExt cx="944717" cy="944717"/>
          </a:xfrm>
        </p:grpSpPr>
        <p:sp>
          <p:nvSpPr>
            <p:cNvPr id="1709351681" name=""/>
            <p:cNvSpPr/>
            <p:nvPr/>
          </p:nvSpPr>
          <p:spPr bwMode="auto">
            <a:xfrm rot="0" flipH="0" flipV="0">
              <a:off x="0" y="629807"/>
              <a:ext cx="314901" cy="31490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25403597" name=""/>
            <p:cNvSpPr/>
            <p:nvPr/>
          </p:nvSpPr>
          <p:spPr bwMode="auto">
            <a:xfrm rot="0" flipH="0" flipV="0">
              <a:off x="314905" y="314901"/>
              <a:ext cx="314901" cy="31490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48070" name=""/>
            <p:cNvSpPr/>
            <p:nvPr/>
          </p:nvSpPr>
          <p:spPr bwMode="auto">
            <a:xfrm rot="0" flipH="0" flipV="0">
              <a:off x="629813" y="15"/>
              <a:ext cx="314901" cy="31490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9670459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5037370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8576145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7787" cy="82391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8" tIns="45720" rIns="274318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Master </a:t>
            </a:r>
            <a:endParaRPr/>
          </a:p>
        </p:txBody>
      </p:sp>
      <p:sp>
        <p:nvSpPr>
          <p:cNvPr id="10134442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434018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188" cy="823912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8" tIns="45720" rIns="274318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Master </a:t>
            </a:r>
            <a:endParaRPr/>
          </a:p>
        </p:txBody>
      </p:sp>
      <p:sp>
        <p:nvSpPr>
          <p:cNvPr id="5324157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1602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01641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7658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446626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7788735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3932236" cy="177910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208643042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5150792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650434"/>
            <a:ext cx="3932236" cy="3218553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21343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8286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876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9915725" name=""/>
          <p:cNvGrpSpPr/>
          <p:nvPr/>
        </p:nvGrpSpPr>
        <p:grpSpPr bwMode="auto">
          <a:xfrm rot="5399942" flipH="0" flipV="0">
            <a:off x="7934769" y="2600717"/>
            <a:ext cx="1169967" cy="7344468"/>
            <a:chOff x="0" y="0"/>
            <a:chExt cx="1169967" cy="7344468"/>
          </a:xfrm>
        </p:grpSpPr>
        <p:sp>
          <p:nvSpPr>
            <p:cNvPr id="581045468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5591698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3715675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133957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920726553" name=""/>
          <p:cNvGrpSpPr/>
          <p:nvPr/>
        </p:nvGrpSpPr>
        <p:grpSpPr bwMode="auto">
          <a:xfrm rot="5399942" flipH="0" flipV="0">
            <a:off x="3087260" y="-3087187"/>
            <a:ext cx="1169967" cy="7344468"/>
            <a:chOff x="0" y="0"/>
            <a:chExt cx="1169967" cy="7344468"/>
          </a:xfrm>
        </p:grpSpPr>
        <p:sp>
          <p:nvSpPr>
            <p:cNvPr id="1528068991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441134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3793271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611101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82037125" name=""/>
          <p:cNvSpPr/>
          <p:nvPr/>
        </p:nvSpPr>
        <p:spPr bwMode="auto">
          <a:xfrm rot="4626829" flipH="1" flipV="0">
            <a:off x="2131923" y="4900613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189854363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4" y="0"/>
            <a:ext cx="12181169" cy="6858000"/>
          </a:xfrm>
          <a:prstGeom prst="rect">
            <a:avLst/>
          </a:prstGeom>
        </p:spPr>
      </p:pic>
      <p:grpSp>
        <p:nvGrpSpPr>
          <p:cNvPr id="1579640708" name=""/>
          <p:cNvGrpSpPr/>
          <p:nvPr/>
        </p:nvGrpSpPr>
        <p:grpSpPr bwMode="auto">
          <a:xfrm>
            <a:off x="838198" y="1129702"/>
            <a:ext cx="10518647" cy="4110796"/>
            <a:chOff x="0" y="0"/>
            <a:chExt cx="10518647" cy="4110796"/>
          </a:xfrm>
        </p:grpSpPr>
        <p:sp>
          <p:nvSpPr>
            <p:cNvPr id="433955472" name=""/>
            <p:cNvSpPr/>
            <p:nvPr/>
          </p:nvSpPr>
          <p:spPr bwMode="auto">
            <a:xfrm flipH="0" flipV="0">
              <a:off x="0" y="0"/>
              <a:ext cx="10518647" cy="4110796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195434146" name=""/>
            <p:cNvGrpSpPr/>
            <p:nvPr/>
          </p:nvGrpSpPr>
          <p:grpSpPr bwMode="auto">
            <a:xfrm>
              <a:off x="3047" y="5652"/>
              <a:ext cx="10512550" cy="556137"/>
              <a:chOff x="0" y="0"/>
              <a:chExt cx="10512550" cy="556137"/>
            </a:xfrm>
          </p:grpSpPr>
          <p:sp>
            <p:nvSpPr>
              <p:cNvPr id="285881840" name=""/>
              <p:cNvSpPr/>
              <p:nvPr/>
            </p:nvSpPr>
            <p:spPr bwMode="auto">
              <a:xfrm flipH="0" flipV="0">
                <a:off x="0" y="0"/>
                <a:ext cx="10512550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1256511127" name=""/>
              <p:cNvGrpSpPr/>
              <p:nvPr/>
            </p:nvGrpSpPr>
            <p:grpSpPr bwMode="auto">
              <a:xfrm>
                <a:off x="10015835" y="114654"/>
                <a:ext cx="326820" cy="326820"/>
                <a:chOff x="0" y="0"/>
                <a:chExt cx="326820" cy="326820"/>
              </a:xfrm>
            </p:grpSpPr>
            <p:sp>
              <p:nvSpPr>
                <p:cNvPr id="1162605322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591246831" name=""/>
                <p:cNvGrpSpPr/>
                <p:nvPr/>
              </p:nvGrpSpPr>
              <p:grpSpPr bwMode="auto">
                <a:xfrm>
                  <a:off x="30720" y="30720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217458109" name=""/>
                  <p:cNvCxnSpPr/>
                  <p:nvPr/>
                </p:nvCxnSpPr>
                <p:spPr bwMode="auto">
                  <a:xfrm rot="2699937" flipH="0" flipV="0">
                    <a:off x="0" y="138189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3245973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4574694" name=""/>
              <p:cNvGrpSpPr/>
              <p:nvPr/>
            </p:nvGrpSpPr>
            <p:grpSpPr bwMode="auto">
              <a:xfrm>
                <a:off x="9538603" y="114654"/>
                <a:ext cx="326820" cy="326820"/>
                <a:chOff x="0" y="0"/>
                <a:chExt cx="326820" cy="326820"/>
              </a:xfrm>
            </p:grpSpPr>
            <p:sp>
              <p:nvSpPr>
                <p:cNvPr id="555783869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98258175" name=""/>
                <p:cNvSpPr/>
                <p:nvPr/>
              </p:nvSpPr>
              <p:spPr bwMode="auto">
                <a:xfrm rot="0" flipH="0" flipV="0">
                  <a:off x="43023" y="43023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143380009" name=""/>
              <p:cNvGrpSpPr/>
              <p:nvPr/>
            </p:nvGrpSpPr>
            <p:grpSpPr bwMode="auto">
              <a:xfrm>
                <a:off x="9061373" y="114654"/>
                <a:ext cx="326820" cy="326820"/>
                <a:chOff x="0" y="0"/>
                <a:chExt cx="326820" cy="326820"/>
              </a:xfrm>
            </p:grpSpPr>
            <p:sp>
              <p:nvSpPr>
                <p:cNvPr id="117276588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63059760" name=""/>
                <p:cNvCxnSpPr/>
                <p:nvPr/>
              </p:nvCxnSpPr>
              <p:spPr bwMode="auto">
                <a:xfrm flipH="0" flipV="0">
                  <a:off x="30720" y="260507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3851782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7" y="1691322"/>
            <a:ext cx="10515600" cy="3509326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19632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9084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04804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847632419" name=""/>
          <p:cNvGrpSpPr/>
          <p:nvPr/>
        </p:nvGrpSpPr>
        <p:grpSpPr bwMode="auto">
          <a:xfrm>
            <a:off x="10379938" y="316382"/>
            <a:ext cx="724851" cy="693505"/>
            <a:chOff x="0" y="0"/>
            <a:chExt cx="724851" cy="693505"/>
          </a:xfrm>
        </p:grpSpPr>
        <p:sp>
          <p:nvSpPr>
            <p:cNvPr id="2033808782" name=""/>
            <p:cNvSpPr/>
            <p:nvPr/>
          </p:nvSpPr>
          <p:spPr bwMode="auto">
            <a:xfrm rot="1070858" flipH="0" flipV="0">
              <a:off x="183887" y="198414"/>
              <a:ext cx="540957" cy="49509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33457841" name=""/>
            <p:cNvGrpSpPr/>
            <p:nvPr/>
          </p:nvGrpSpPr>
          <p:grpSpPr bwMode="auto">
            <a:xfrm rot="663277" flipH="0" flipV="0">
              <a:off x="0" y="0"/>
              <a:ext cx="628023" cy="581787"/>
              <a:chOff x="0" y="0"/>
              <a:chExt cx="628023" cy="581787"/>
            </a:xfrm>
          </p:grpSpPr>
          <p:sp>
            <p:nvSpPr>
              <p:cNvPr id="1288614908" name=""/>
              <p:cNvSpPr/>
              <p:nvPr/>
            </p:nvSpPr>
            <p:spPr bwMode="auto">
              <a:xfrm>
                <a:off x="43344" y="43344"/>
                <a:ext cx="540957" cy="49509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291920073" name=""/>
              <p:cNvSpPr/>
              <p:nvPr/>
            </p:nvSpPr>
            <p:spPr bwMode="auto">
              <a:xfrm>
                <a:off x="120397" y="140634"/>
                <a:ext cx="85422" cy="86692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857886133" name=""/>
              <p:cNvSpPr/>
              <p:nvPr/>
            </p:nvSpPr>
            <p:spPr bwMode="auto">
              <a:xfrm>
                <a:off x="260084" y="89532"/>
                <a:ext cx="324587" cy="448903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813457010" name=""/>
              <p:cNvGrpSpPr/>
              <p:nvPr/>
            </p:nvGrpSpPr>
            <p:grpSpPr bwMode="auto">
              <a:xfrm flipH="0" flipV="0">
                <a:off x="0" y="0"/>
                <a:ext cx="628023" cy="581787"/>
                <a:chOff x="0" y="0"/>
                <a:chExt cx="628023" cy="581787"/>
              </a:xfrm>
            </p:grpSpPr>
            <p:sp>
              <p:nvSpPr>
                <p:cNvPr id="1855885583" name=""/>
                <p:cNvSpPr/>
                <p:nvPr/>
              </p:nvSpPr>
              <p:spPr bwMode="auto">
                <a:xfrm rot="0" flipH="0" flipV="0">
                  <a:off x="86692" y="0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44608419" name=""/>
                <p:cNvSpPr/>
                <p:nvPr/>
              </p:nvSpPr>
              <p:spPr bwMode="auto">
                <a:xfrm rot="0" flipH="0" flipV="0">
                  <a:off x="43344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4508203" name=""/>
                <p:cNvSpPr/>
                <p:nvPr/>
              </p:nvSpPr>
              <p:spPr bwMode="auto">
                <a:xfrm rot="0" flipH="0" flipV="0">
                  <a:off x="205823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5357136" name=""/>
                <p:cNvSpPr/>
                <p:nvPr/>
              </p:nvSpPr>
              <p:spPr bwMode="auto">
                <a:xfrm rot="0" flipH="0" flipV="0">
                  <a:off x="0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11779289" name=""/>
                <p:cNvSpPr/>
                <p:nvPr/>
              </p:nvSpPr>
              <p:spPr bwMode="auto">
                <a:xfrm rot="0" flipH="0" flipV="0">
                  <a:off x="248805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2319439" name=""/>
                <p:cNvSpPr/>
                <p:nvPr/>
              </p:nvSpPr>
              <p:spPr bwMode="auto">
                <a:xfrm rot="0" flipH="0" flipV="0">
                  <a:off x="292152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7008022" name=""/>
                <p:cNvSpPr/>
                <p:nvPr/>
              </p:nvSpPr>
              <p:spPr bwMode="auto">
                <a:xfrm rot="0" flipH="0" flipV="0">
                  <a:off x="335502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5871521" name=""/>
                <p:cNvSpPr/>
                <p:nvPr/>
              </p:nvSpPr>
              <p:spPr bwMode="auto">
                <a:xfrm rot="0" flipH="0" flipV="0">
                  <a:off x="378848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2786818" name=""/>
                <p:cNvSpPr/>
                <p:nvPr/>
              </p:nvSpPr>
              <p:spPr bwMode="auto">
                <a:xfrm rot="0" flipH="0" flipV="0">
                  <a:off x="422199" y="2835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70801327" name=""/>
                <p:cNvSpPr/>
                <p:nvPr/>
              </p:nvSpPr>
              <p:spPr bwMode="auto">
                <a:xfrm rot="0" flipH="0" flipV="0">
                  <a:off x="541326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83219380" name=""/>
                <p:cNvSpPr/>
                <p:nvPr/>
              </p:nvSpPr>
              <p:spPr bwMode="auto">
                <a:xfrm rot="0" flipH="0" flipV="0">
                  <a:off x="584676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52117307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1539456" name=""/>
                <p:cNvSpPr/>
                <p:nvPr/>
              </p:nvSpPr>
              <p:spPr bwMode="auto">
                <a:xfrm rot="0" flipH="0" flipV="0">
                  <a:off x="545142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6446588" name=""/>
                <p:cNvSpPr/>
                <p:nvPr/>
              </p:nvSpPr>
              <p:spPr bwMode="auto">
                <a:xfrm rot="0" flipH="0" flipV="0">
                  <a:off x="501795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725887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0163300" name=""/>
                <p:cNvSpPr/>
                <p:nvPr/>
              </p:nvSpPr>
              <p:spPr bwMode="auto">
                <a:xfrm rot="0" flipH="0" flipV="0">
                  <a:off x="422199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4033778" name=""/>
                <p:cNvSpPr/>
                <p:nvPr/>
              </p:nvSpPr>
              <p:spPr bwMode="auto">
                <a:xfrm rot="0" flipH="0" flipV="0">
                  <a:off x="86692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2495472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7310639" name=""/>
                <p:cNvSpPr/>
                <p:nvPr/>
              </p:nvSpPr>
              <p:spPr bwMode="auto">
                <a:xfrm rot="0" flipH="0" flipV="0">
                  <a:off x="173388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84306335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6624988" name=""/>
                <p:cNvSpPr/>
                <p:nvPr/>
              </p:nvSpPr>
              <p:spPr bwMode="auto">
                <a:xfrm rot="0" flipH="0" flipV="0">
                  <a:off x="260084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74770343" name=""/>
                <p:cNvSpPr/>
                <p:nvPr/>
              </p:nvSpPr>
              <p:spPr bwMode="auto">
                <a:xfrm rot="0" flipH="0" flipV="0">
                  <a:off x="303435" y="53843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5871732" name=""/>
                <p:cNvSpPr/>
                <p:nvPr/>
              </p:nvSpPr>
              <p:spPr bwMode="auto">
                <a:xfrm rot="0" flipH="0" flipV="0">
                  <a:off x="346779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32980800" name=""/>
                <p:cNvSpPr/>
                <p:nvPr/>
              </p:nvSpPr>
              <p:spPr bwMode="auto">
                <a:xfrm rot="0" flipH="0" flipV="0">
                  <a:off x="39012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1399107743" name=""/>
          <p:cNvGrpSpPr/>
          <p:nvPr/>
        </p:nvGrpSpPr>
        <p:grpSpPr bwMode="auto">
          <a:xfrm rot="17884258" flipH="0" flipV="0">
            <a:off x="1964161" y="4835342"/>
            <a:ext cx="718566" cy="1254096"/>
            <a:chOff x="0" y="0"/>
            <a:chExt cx="718566" cy="1254096"/>
          </a:xfrm>
        </p:grpSpPr>
        <p:sp>
          <p:nvSpPr>
            <p:cNvPr id="765410306" name=""/>
            <p:cNvSpPr/>
            <p:nvPr/>
          </p:nvSpPr>
          <p:spPr bwMode="auto">
            <a:xfrm>
              <a:off x="0" y="309"/>
              <a:ext cx="620095" cy="1253782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34900760" name=""/>
            <p:cNvSpPr/>
            <p:nvPr/>
          </p:nvSpPr>
          <p:spPr bwMode="auto">
            <a:xfrm rot="0" flipH="0" flipV="0">
              <a:off x="547911" y="0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967288" name=""/>
            <p:cNvSpPr/>
            <p:nvPr/>
          </p:nvSpPr>
          <p:spPr bwMode="auto">
            <a:xfrm rot="0" flipH="0" flipV="0">
              <a:off x="547911" y="936315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811155638" name=""/>
          <p:cNvGrpSpPr/>
          <p:nvPr/>
        </p:nvGrpSpPr>
        <p:grpSpPr bwMode="auto">
          <a:xfrm>
            <a:off x="2897791" y="892489"/>
            <a:ext cx="714375" cy="714375"/>
            <a:chOff x="0" y="0"/>
            <a:chExt cx="714375" cy="714375"/>
          </a:xfrm>
        </p:grpSpPr>
        <p:sp>
          <p:nvSpPr>
            <p:cNvPr id="676025374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4127556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7665218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549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40158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344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8092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3932236" cy="211040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ctr">
              <a:defRPr sz="4400"/>
            </a:lvl1pPr>
            <a:lvl2pPr algn="ctr">
              <a:defRPr sz="4400"/>
            </a:lvl2pPr>
            <a:lvl3pPr algn="ctr">
              <a:defRPr sz="4400"/>
            </a:lvl3pPr>
            <a:lvl4pPr algn="ctr">
              <a:defRPr sz="4400"/>
            </a:lvl4pPr>
            <a:lvl5pPr algn="ctr">
              <a:defRPr sz="4400"/>
            </a:lvl5pPr>
            <a:lvl6pPr algn="ctr">
              <a:defRPr sz="4400"/>
            </a:lvl6pPr>
            <a:lvl7pPr algn="ctr">
              <a:defRPr sz="4400"/>
            </a:lvl7pPr>
            <a:lvl8pPr algn="ctr">
              <a:defRPr sz="4400"/>
            </a:lvl8pPr>
            <a:lvl9pPr algn="ctr">
              <a:defRPr sz="4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866615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346979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567608"/>
            <a:ext cx="3932236" cy="3301379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87848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25772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43945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45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887401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7591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201068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988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63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922308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69885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985260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2842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727409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3"/>
          </a:xfrm>
          <a:prstGeom prst="rect">
            <a:avLst/>
          </a:prstGeom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342772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434512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46103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77197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3412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2910005" name="Subtitle 2"/>
          <p:cNvSpPr>
            <a:spLocks noGrp="1"/>
          </p:cNvSpPr>
          <p:nvPr>
            <p:ph type="subTitle" idx="1"/>
          </p:nvPr>
        </p:nvSpPr>
        <p:spPr bwMode="auto">
          <a:xfrm>
            <a:off x="3207439" y="3602036"/>
            <a:ext cx="5777118" cy="99480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 Gam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2026-03-26T11:38:46Z</dcterms:modified>
</cp:coreProperties>
</file>
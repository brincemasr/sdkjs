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955243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285021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93334175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0307377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587238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7113249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73159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9205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00241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51170435" name=""/>
          <p:cNvPicPr/>
          <p:nvPr/>
        </p:nvPicPr>
        <p:blipFill rotWithShape="1">
          <a:blip r:embed="rId2"/>
          <a:stretch/>
        </p:blipFill>
        <p:spPr bwMode="auto">
          <a:xfrm rot="0" flipH="0" flipV="0">
            <a:off x="-3047" y="0"/>
            <a:ext cx="12198095" cy="6858000"/>
          </a:xfrm>
          <a:prstGeom prst="rect">
            <a:avLst/>
          </a:prstGeom>
        </p:spPr>
      </p:pic>
      <p:sp>
        <p:nvSpPr>
          <p:cNvPr id="1383393321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579781" y="3809999"/>
            <a:ext cx="9144000" cy="2172528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l">
              <a:defRPr>
                <a:solidFill>
                  <a:schemeClr val="bg1"/>
                </a:solidFill>
              </a:defRPr>
            </a:lvl4pPr>
            <a:lvl5pPr algn="l">
              <a:defRPr>
                <a:solidFill>
                  <a:schemeClr val="bg1"/>
                </a:solidFill>
              </a:defRPr>
            </a:lvl5pPr>
            <a:lvl6pPr algn="l">
              <a:defRPr>
                <a:solidFill>
                  <a:schemeClr val="bg1"/>
                </a:solidFill>
              </a:defRPr>
            </a:lvl6pPr>
            <a:lvl7pPr algn="l">
              <a:defRPr>
                <a:solidFill>
                  <a:schemeClr val="bg1"/>
                </a:solidFill>
              </a:defRPr>
            </a:lvl7pPr>
            <a:lvl8pPr algn="l">
              <a:defRPr>
                <a:solidFill>
                  <a:schemeClr val="bg1"/>
                </a:solidFill>
              </a:defRPr>
            </a:lvl8pPr>
            <a:lvl9pPr algn="l">
              <a:defRPr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12875164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579781" y="2146231"/>
            <a:ext cx="5903478" cy="1655761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l">
              <a:buNone/>
              <a:defRPr sz="2000">
                <a:solidFill>
                  <a:schemeClr val="bg1"/>
                </a:solidFill>
              </a:defRPr>
            </a:lvl2pPr>
            <a:lvl3pPr marL="914400" indent="0" algn="l">
              <a:buNone/>
              <a:defRPr sz="1800">
                <a:solidFill>
                  <a:schemeClr val="bg1"/>
                </a:solidFill>
              </a:defRPr>
            </a:lvl3pPr>
            <a:lvl4pPr marL="1371600" indent="0" algn="l">
              <a:buNone/>
              <a:defRPr sz="1600">
                <a:solidFill>
                  <a:schemeClr val="bg1"/>
                </a:solidFill>
              </a:defRPr>
            </a:lvl4pPr>
            <a:lvl5pPr marL="1828800" indent="0" algn="l">
              <a:buNone/>
              <a:defRPr sz="1600">
                <a:solidFill>
                  <a:schemeClr val="bg1"/>
                </a:solidFill>
              </a:defRPr>
            </a:lvl5pPr>
            <a:lvl6pPr marL="2286000" indent="0" algn="l">
              <a:buNone/>
              <a:defRPr sz="1600">
                <a:solidFill>
                  <a:schemeClr val="bg1"/>
                </a:solidFill>
              </a:defRPr>
            </a:lvl6pPr>
            <a:lvl7pPr marL="2743200" indent="0" algn="l">
              <a:buNone/>
              <a:defRPr sz="1600">
                <a:solidFill>
                  <a:schemeClr val="bg1"/>
                </a:solidFill>
              </a:defRPr>
            </a:lvl7pPr>
            <a:lvl8pPr marL="3200400" indent="0" algn="l">
              <a:buNone/>
              <a:defRPr sz="1600">
                <a:solidFill>
                  <a:schemeClr val="bg1"/>
                </a:solidFill>
              </a:defRPr>
            </a:lvl8pPr>
            <a:lvl9pPr marL="3657600" indent="0" algn="l">
              <a:buNone/>
              <a:defRPr sz="1600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4307527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8932753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10570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13545250" name=""/>
          <p:cNvPicPr/>
          <p:nvPr/>
        </p:nvPicPr>
        <p:blipFill rotWithShape="1">
          <a:blip r:embed="rId2"/>
          <a:stretch/>
        </p:blipFill>
        <p:spPr bwMode="auto">
          <a:xfrm rot="0" flipH="0" flipV="0">
            <a:off x="-3047" y="0"/>
            <a:ext cx="12198095" cy="6858000"/>
          </a:xfrm>
          <a:prstGeom prst="rect">
            <a:avLst/>
          </a:prstGeom>
        </p:spPr>
      </p:pic>
      <p:sp>
        <p:nvSpPr>
          <p:cNvPr id="4131420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5375275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6225924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574533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7310574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0012419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10967"/>
            <a:ext cx="12191999" cy="6836064"/>
          </a:xfrm>
          <a:prstGeom prst="rect">
            <a:avLst/>
          </a:prstGeom>
        </p:spPr>
      </p:pic>
      <p:sp>
        <p:nvSpPr>
          <p:cNvPr id="205067342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579781" y="3801992"/>
            <a:ext cx="10458913" cy="1560996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defRPr sz="4400">
                <a:solidFill>
                  <a:schemeClr val="bg1"/>
                </a:solidFill>
              </a:defRPr>
            </a:lvl2pPr>
            <a:lvl3pPr>
              <a:defRPr sz="4400">
                <a:solidFill>
                  <a:schemeClr val="bg1"/>
                </a:solidFill>
              </a:defRPr>
            </a:lvl3pPr>
            <a:lvl4pPr>
              <a:defRPr sz="4400">
                <a:solidFill>
                  <a:schemeClr val="bg1"/>
                </a:solidFill>
              </a:defRPr>
            </a:lvl4pPr>
            <a:lvl5pPr>
              <a:defRPr sz="4400">
                <a:solidFill>
                  <a:schemeClr val="bg1"/>
                </a:solidFill>
              </a:defRPr>
            </a:lvl5pPr>
            <a:lvl6pPr>
              <a:defRPr sz="4400">
                <a:solidFill>
                  <a:schemeClr val="bg1"/>
                </a:solidFill>
              </a:defRPr>
            </a:lvl6pPr>
            <a:lvl7pPr>
              <a:defRPr sz="4400">
                <a:solidFill>
                  <a:schemeClr val="bg1"/>
                </a:solidFill>
              </a:defRPr>
            </a:lvl7pPr>
            <a:lvl8pPr>
              <a:defRPr sz="4400">
                <a:solidFill>
                  <a:schemeClr val="bg1"/>
                </a:solidFill>
              </a:defRPr>
            </a:lvl8pPr>
            <a:lvl9pPr>
              <a:defRPr sz="4400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98359897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579781" y="2301805"/>
            <a:ext cx="6586794" cy="1500186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  <a:lvl6pPr marL="2286000" indent="0">
              <a:buNone/>
              <a:defRPr sz="1600">
                <a:solidFill>
                  <a:schemeClr val="bg1"/>
                </a:solidFill>
              </a:defRPr>
            </a:lvl6pPr>
            <a:lvl7pPr marL="2743200" indent="0">
              <a:buNone/>
              <a:defRPr sz="1600">
                <a:solidFill>
                  <a:schemeClr val="bg1"/>
                </a:solidFill>
              </a:defRPr>
            </a:lvl7pPr>
            <a:lvl8pPr marL="3200400" indent="0">
              <a:buNone/>
              <a:defRPr sz="1600">
                <a:solidFill>
                  <a:schemeClr val="bg1"/>
                </a:solidFill>
              </a:defRPr>
            </a:lvl8pPr>
            <a:lvl9pPr marL="3657600" indent="0"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845940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0234006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1566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6676708" name=""/>
          <p:cNvPicPr/>
          <p:nvPr/>
        </p:nvPicPr>
        <p:blipFill rotWithShape="1">
          <a:blip r:embed="rId2"/>
          <a:stretch/>
        </p:blipFill>
        <p:spPr bwMode="auto">
          <a:xfrm rot="0" flipH="0" flipV="0">
            <a:off x="-3047" y="0"/>
            <a:ext cx="12198095" cy="6858000"/>
          </a:xfrm>
          <a:prstGeom prst="rect">
            <a:avLst/>
          </a:prstGeom>
        </p:spPr>
      </p:pic>
      <p:sp>
        <p:nvSpPr>
          <p:cNvPr id="7050706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2211808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579781" y="1825624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0576203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913781" y="1825624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2334928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1993365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3915223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75703750" name=""/>
          <p:cNvPicPr/>
          <p:nvPr/>
        </p:nvPicPr>
        <p:blipFill rotWithShape="1">
          <a:blip r:embed="rId2"/>
          <a:stretch/>
        </p:blipFill>
        <p:spPr bwMode="auto">
          <a:xfrm rot="0" flipH="0" flipV="0">
            <a:off x="0" y="0"/>
            <a:ext cx="12198095" cy="6858000"/>
          </a:xfrm>
          <a:prstGeom prst="rect">
            <a:avLst/>
          </a:prstGeom>
        </p:spPr>
      </p:pic>
      <p:sp>
        <p:nvSpPr>
          <p:cNvPr id="8545075" name="Title 1"/>
          <p:cNvSpPr>
            <a:spLocks noGrp="1"/>
          </p:cNvSpPr>
          <p:nvPr>
            <p:ph type="title"/>
          </p:nvPr>
        </p:nvSpPr>
        <p:spPr bwMode="auto">
          <a:xfrm>
            <a:off x="579781" y="365124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53032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579781" y="1681162"/>
            <a:ext cx="5157787" cy="823912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457200" indent="0">
              <a:buNone/>
              <a:defRPr sz="3000" b="1"/>
            </a:lvl2pPr>
            <a:lvl3pPr marL="914400" indent="0">
              <a:buNone/>
              <a:defRPr sz="3000" b="1"/>
            </a:lvl3pPr>
            <a:lvl4pPr marL="1371600" indent="0">
              <a:buNone/>
              <a:defRPr sz="3000" b="1"/>
            </a:lvl4pPr>
            <a:lvl5pPr marL="1828800" indent="0">
              <a:buNone/>
              <a:defRPr sz="3000" b="1"/>
            </a:lvl5pPr>
            <a:lvl6pPr marL="2286000" indent="0">
              <a:buNone/>
              <a:defRPr sz="3000" b="1"/>
            </a:lvl6pPr>
            <a:lvl7pPr marL="2743200" indent="0">
              <a:buNone/>
              <a:defRPr sz="3000" b="1"/>
            </a:lvl7pPr>
            <a:lvl8pPr marL="3200400" indent="0">
              <a:buNone/>
              <a:defRPr sz="3000" b="1"/>
            </a:lvl8pPr>
            <a:lvl9pPr marL="3657600" indent="0">
              <a:buNone/>
              <a:defRPr sz="30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1281884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79781" y="2505073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5571877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912193" y="1681162"/>
            <a:ext cx="5183188" cy="823912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457200" indent="0">
              <a:buNone/>
              <a:defRPr sz="3000" b="1"/>
            </a:lvl2pPr>
            <a:lvl3pPr marL="914400" indent="0">
              <a:buNone/>
              <a:defRPr sz="3000" b="1"/>
            </a:lvl3pPr>
            <a:lvl4pPr marL="1371600" indent="0">
              <a:buNone/>
              <a:defRPr sz="3000" b="1"/>
            </a:lvl4pPr>
            <a:lvl5pPr marL="1828800" indent="0">
              <a:buNone/>
              <a:defRPr sz="3000" b="1"/>
            </a:lvl5pPr>
            <a:lvl6pPr marL="2286000" indent="0">
              <a:buNone/>
              <a:defRPr sz="3000" b="1"/>
            </a:lvl6pPr>
            <a:lvl7pPr marL="2743200" indent="0">
              <a:buNone/>
              <a:defRPr sz="3000" b="1"/>
            </a:lvl7pPr>
            <a:lvl8pPr marL="3200400" indent="0">
              <a:buNone/>
              <a:defRPr sz="3000" b="1"/>
            </a:lvl8pPr>
            <a:lvl9pPr marL="3657600" indent="0">
              <a:buNone/>
              <a:defRPr sz="30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42185558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912193" y="2505073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3214833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0216786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4990905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32729263" name=""/>
          <p:cNvPicPr/>
          <p:nvPr/>
        </p:nvPicPr>
        <p:blipFill rotWithShape="1">
          <a:blip r:embed="rId2"/>
          <a:stretch/>
        </p:blipFill>
        <p:spPr bwMode="auto">
          <a:xfrm rot="0" flipH="0" flipV="0">
            <a:off x="-3046" y="0"/>
            <a:ext cx="12198094" cy="6858000"/>
          </a:xfrm>
          <a:prstGeom prst="rect">
            <a:avLst/>
          </a:prstGeom>
        </p:spPr>
      </p:pic>
      <p:sp>
        <p:nvSpPr>
          <p:cNvPr id="200011237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579781" y="457199"/>
            <a:ext cx="4192242" cy="16002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4400"/>
            </a:lvl1pPr>
            <a:lvl2pPr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  <a:lvl6pPr>
              <a:defRPr sz="4400"/>
            </a:lvl6pPr>
            <a:lvl7pPr>
              <a:defRPr sz="4400"/>
            </a:lvl7pPr>
            <a:lvl8pPr>
              <a:defRPr sz="4400"/>
            </a:lvl8pPr>
            <a:lvl9pPr>
              <a:defRPr sz="4400"/>
            </a:lvl9pPr>
          </a:lstStyle>
          <a:p>
            <a:pPr>
              <a:defRPr/>
            </a:pPr>
            <a:r>
              <a:rPr lang="en-US"/>
              <a:t>Click to edit Master title </a:t>
            </a:r>
            <a:endParaRPr lang="en-US"/>
          </a:p>
        </p:txBody>
      </p:sp>
      <p:sp>
        <p:nvSpPr>
          <p:cNvPr id="343719965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7" y="457199"/>
            <a:ext cx="6172200" cy="540384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727396326" name="Text Placeholder 3"/>
          <p:cNvSpPr>
            <a:spLocks noGrp="1"/>
          </p:cNvSpPr>
          <p:nvPr>
            <p:ph type="body" sz="half" idx="2"/>
          </p:nvPr>
        </p:nvSpPr>
        <p:spPr bwMode="auto">
          <a:xfrm flipH="0" flipV="0">
            <a:off x="579781" y="2057400"/>
            <a:ext cx="4192242" cy="38115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  <a:lvl6pPr marL="2286000" indent="0">
              <a:buNone/>
              <a:defRPr sz="2400"/>
            </a:lvl6pPr>
            <a:lvl7pPr marL="2743200" indent="0">
              <a:buNone/>
              <a:defRPr sz="2400"/>
            </a:lvl7pPr>
            <a:lvl8pPr marL="3200400" indent="0">
              <a:buNone/>
              <a:defRPr sz="2400"/>
            </a:lvl8pPr>
            <a:lvl9pPr marL="3657600" indent="0">
              <a:buNone/>
              <a:defRPr sz="2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9812978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1161479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0830253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9407129" name=""/>
          <p:cNvPicPr/>
          <p:nvPr/>
        </p:nvPicPr>
        <p:blipFill rotWithShape="1">
          <a:blip r:embed="rId2">
            <a:alphaModFix amt="80000"/>
          </a:blip>
          <a:stretch/>
        </p:blipFill>
        <p:spPr bwMode="auto">
          <a:xfrm rot="0" flipH="0" flipV="0">
            <a:off x="0" y="0"/>
            <a:ext cx="12198095" cy="6858000"/>
          </a:xfrm>
          <a:prstGeom prst="rect">
            <a:avLst/>
          </a:prstGeom>
        </p:spPr>
      </p:pic>
      <p:sp>
        <p:nvSpPr>
          <p:cNvPr id="129425945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333865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2517960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5084253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92065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0621262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3088595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458717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73340363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1085309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6882084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8156441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286439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05420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6252044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3480316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2378729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4380214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999556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9277648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1307555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725485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92238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>
          <a:gsLst>
            <a:gs pos="0">
              <a:schemeClr val="tx1"/>
            </a:gs>
            <a:gs pos="73000">
              <a:schemeClr val="accent3">
                <a:lumMod val="50000"/>
              </a:schemeClr>
            </a:gs>
            <a:gs pos="99000">
              <a:schemeClr val="tx2">
                <a:lumMod val="50000"/>
              </a:schemeClr>
            </a:gs>
          </a:gsLst>
          <a:lin ang="20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624627" name="Title Placeholder 1"/>
          <p:cNvSpPr>
            <a:spLocks noGrp="1"/>
          </p:cNvSpPr>
          <p:nvPr>
            <p:ph type="title"/>
          </p:nvPr>
        </p:nvSpPr>
        <p:spPr bwMode="auto">
          <a:xfrm>
            <a:off x="579781" y="36512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1868594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579781" y="1825624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9868081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579781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682040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780181" y="635634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3726662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352181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5440223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95233688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Development">
  <a:themeElements>
    <a:clrScheme name="Violet II">
      <a:dk1>
        <a:srgbClr val="000000"/>
      </a:dk1>
      <a:lt1>
        <a:srgbClr val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Office Theme">
      <a:majorFont>
        <a:latin typeface="Arial"/>
        <a:ea typeface="Microsoft YaHei"/>
        <a:cs typeface="Arial"/>
      </a:majorFont>
      <a:minorFont>
        <a:latin typeface="Arial"/>
        <a:ea typeface="Microsoft YaHei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Microsoft YaHei"/>
        <a:cs typeface="Arial"/>
      </a:majorFont>
      <a:minorFont>
        <a:latin typeface="Arial"/>
        <a:ea typeface="Microsoft YaHei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
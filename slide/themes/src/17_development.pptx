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95524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28502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9333417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0307377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587238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113249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3159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9205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70024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1170435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1383393321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579781" y="3809999"/>
            <a:ext cx="9144000" cy="217252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  <a:lvl6pPr algn="l">
              <a:defRPr>
                <a:solidFill>
                  <a:schemeClr val="bg1"/>
                </a:solidFill>
              </a:defRPr>
            </a:lvl6pPr>
            <a:lvl7pPr algn="l">
              <a:defRPr>
                <a:solidFill>
                  <a:schemeClr val="bg1"/>
                </a:solidFill>
              </a:defRPr>
            </a:lvl7pPr>
            <a:lvl8pPr algn="l">
              <a:defRPr>
                <a:solidFill>
                  <a:schemeClr val="bg1"/>
                </a:solidFill>
              </a:defRPr>
            </a:lvl8pPr>
            <a:lvl9pPr algn="l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2875164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579781" y="2146231"/>
            <a:ext cx="5903478" cy="1655761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l">
              <a:buNone/>
              <a:defRPr sz="2000">
                <a:solidFill>
                  <a:schemeClr val="bg1"/>
                </a:solidFill>
              </a:defRPr>
            </a:lvl2pPr>
            <a:lvl3pPr marL="914400" indent="0" algn="l">
              <a:buNone/>
              <a:defRPr sz="1800">
                <a:solidFill>
                  <a:schemeClr val="bg1"/>
                </a:solidFill>
              </a:defRPr>
            </a:lvl3pPr>
            <a:lvl4pPr marL="1371600" indent="0" algn="l">
              <a:buNone/>
              <a:defRPr sz="1600">
                <a:solidFill>
                  <a:schemeClr val="bg1"/>
                </a:solidFill>
              </a:defRPr>
            </a:lvl4pPr>
            <a:lvl5pPr marL="1828800" indent="0" algn="l">
              <a:buNone/>
              <a:defRPr sz="1600">
                <a:solidFill>
                  <a:schemeClr val="bg1"/>
                </a:solidFill>
              </a:defRPr>
            </a:lvl5pPr>
            <a:lvl6pPr marL="2286000" indent="0" algn="l">
              <a:buNone/>
              <a:defRPr sz="1600">
                <a:solidFill>
                  <a:schemeClr val="bg1"/>
                </a:solidFill>
              </a:defRPr>
            </a:lvl6pPr>
            <a:lvl7pPr marL="2743200" indent="0" algn="l">
              <a:buNone/>
              <a:defRPr sz="1600">
                <a:solidFill>
                  <a:schemeClr val="bg1"/>
                </a:solidFill>
              </a:defRPr>
            </a:lvl7pPr>
            <a:lvl8pPr marL="3200400" indent="0" algn="l">
              <a:buNone/>
              <a:defRPr sz="1600">
                <a:solidFill>
                  <a:schemeClr val="bg1"/>
                </a:solidFill>
              </a:defRPr>
            </a:lvl8pPr>
            <a:lvl9pPr marL="3657600" indent="0" algn="l">
              <a:buNone/>
              <a:defRPr sz="16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430752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893275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10570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3545250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413142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375275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622592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574533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31057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012419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10967"/>
            <a:ext cx="12191999" cy="6836064"/>
          </a:xfrm>
          <a:prstGeom prst="rect">
            <a:avLst/>
          </a:prstGeom>
        </p:spPr>
      </p:pic>
      <p:sp>
        <p:nvSpPr>
          <p:cNvPr id="205067342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579781" y="3801992"/>
            <a:ext cx="10458913" cy="156099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  <a:lvl2pPr>
              <a:defRPr sz="4400">
                <a:solidFill>
                  <a:schemeClr val="bg1"/>
                </a:solidFill>
              </a:defRPr>
            </a:lvl2pPr>
            <a:lvl3pPr>
              <a:defRPr sz="4400">
                <a:solidFill>
                  <a:schemeClr val="bg1"/>
                </a:solidFill>
              </a:defRPr>
            </a:lvl3pPr>
            <a:lvl4pPr>
              <a:defRPr sz="4400">
                <a:solidFill>
                  <a:schemeClr val="bg1"/>
                </a:solidFill>
              </a:defRPr>
            </a:lvl4pPr>
            <a:lvl5pPr>
              <a:defRPr sz="4400">
                <a:solidFill>
                  <a:schemeClr val="bg1"/>
                </a:solidFill>
              </a:defRPr>
            </a:lvl5pPr>
            <a:lvl6pPr>
              <a:defRPr sz="4400">
                <a:solidFill>
                  <a:schemeClr val="bg1"/>
                </a:solidFill>
              </a:defRPr>
            </a:lvl6pPr>
            <a:lvl7pPr>
              <a:defRPr sz="4400">
                <a:solidFill>
                  <a:schemeClr val="bg1"/>
                </a:solidFill>
              </a:defRPr>
            </a:lvl7pPr>
            <a:lvl8pPr>
              <a:defRPr sz="4400">
                <a:solidFill>
                  <a:schemeClr val="bg1"/>
                </a:solidFill>
              </a:defRPr>
            </a:lvl8pPr>
            <a:lvl9pPr>
              <a:defRPr sz="44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98359897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579781" y="2301805"/>
            <a:ext cx="6586794" cy="150018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  <a:lvl6pPr marL="2286000" indent="0">
              <a:buNone/>
              <a:defRPr sz="1600">
                <a:solidFill>
                  <a:schemeClr val="bg1"/>
                </a:solidFill>
              </a:defRPr>
            </a:lvl6pPr>
            <a:lvl7pPr marL="2743200" indent="0">
              <a:buNone/>
              <a:defRPr sz="1600">
                <a:solidFill>
                  <a:schemeClr val="bg1"/>
                </a:solidFill>
              </a:defRPr>
            </a:lvl7pPr>
            <a:lvl8pPr marL="3200400" indent="0">
              <a:buNone/>
              <a:defRPr sz="1600">
                <a:solidFill>
                  <a:schemeClr val="bg1"/>
                </a:solidFill>
              </a:defRPr>
            </a:lvl8pPr>
            <a:lvl9pPr marL="3657600" indent="0"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845940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023400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15661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76708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7050706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211808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579781" y="1825624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057620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913781" y="1825624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334928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1993365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915223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5703750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0" y="0"/>
            <a:ext cx="12198095" cy="6858000"/>
          </a:xfrm>
          <a:prstGeom prst="rect">
            <a:avLst/>
          </a:prstGeom>
        </p:spPr>
      </p:pic>
      <p:sp>
        <p:nvSpPr>
          <p:cNvPr id="8545075" name="Title 1"/>
          <p:cNvSpPr>
            <a:spLocks noGrp="1"/>
          </p:cNvSpPr>
          <p:nvPr>
            <p:ph type="title"/>
          </p:nvPr>
        </p:nvSpPr>
        <p:spPr bwMode="auto">
          <a:xfrm>
            <a:off x="579781" y="365124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53032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79781" y="1681162"/>
            <a:ext cx="5157787" cy="8239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  <a:lvl6pPr marL="2286000" indent="0">
              <a:buNone/>
              <a:defRPr sz="3000" b="1"/>
            </a:lvl6pPr>
            <a:lvl7pPr marL="2743200" indent="0">
              <a:buNone/>
              <a:defRPr sz="3000" b="1"/>
            </a:lvl7pPr>
            <a:lvl8pPr marL="3200400" indent="0">
              <a:buNone/>
              <a:defRPr sz="3000" b="1"/>
            </a:lvl8pPr>
            <a:lvl9pPr marL="3657600" indent="0">
              <a:buNone/>
              <a:defRPr sz="30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128188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79781" y="2505073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5571877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912193" y="1681162"/>
            <a:ext cx="5183188" cy="8239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  <a:lvl6pPr marL="2286000" indent="0">
              <a:buNone/>
              <a:defRPr sz="3000" b="1"/>
            </a:lvl6pPr>
            <a:lvl7pPr marL="2743200" indent="0">
              <a:buNone/>
              <a:defRPr sz="3000" b="1"/>
            </a:lvl7pPr>
            <a:lvl8pPr marL="3200400" indent="0">
              <a:buNone/>
              <a:defRPr sz="3000" b="1"/>
            </a:lvl8pPr>
            <a:lvl9pPr marL="3657600" indent="0">
              <a:buNone/>
              <a:defRPr sz="30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4218555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912193" y="2505073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3214833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216786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990905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2729263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sp>
        <p:nvSpPr>
          <p:cNvPr id="200011237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579781" y="457199"/>
            <a:ext cx="4192242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400"/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  <a:lvl6pPr>
              <a:defRPr sz="4400"/>
            </a:lvl6pPr>
            <a:lvl7pPr>
              <a:defRPr sz="4400"/>
            </a:lvl7pPr>
            <a:lvl8pPr>
              <a:defRPr sz="4400"/>
            </a:lvl8pPr>
            <a:lvl9pPr>
              <a:defRPr sz="4400"/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343719965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727396326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579781" y="2057400"/>
            <a:ext cx="4192242" cy="3811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81297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116147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830253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9407129" name=""/>
          <p:cNvPicPr/>
          <p:nvPr/>
        </p:nvPicPr>
        <p:blipFill rotWithShape="1">
          <a:blip r:embed="rId2">
            <a:alphaModFix amt="80000"/>
          </a:blip>
          <a:stretch/>
        </p:blipFill>
        <p:spPr bwMode="auto">
          <a:xfrm rot="0" flipH="0" flipV="0">
            <a:off x="0" y="0"/>
            <a:ext cx="12198095" cy="6858000"/>
          </a:xfrm>
          <a:prstGeom prst="rect">
            <a:avLst/>
          </a:prstGeom>
        </p:spPr>
      </p:pic>
      <p:sp>
        <p:nvSpPr>
          <p:cNvPr id="12942594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333865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2517960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084253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92065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621262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88595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45871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334036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085309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88208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815644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286439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0542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252044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48031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237872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38021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99556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277648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130755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72548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223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tx1"/>
            </a:gs>
            <a:gs pos="73000">
              <a:schemeClr val="accent3">
                <a:lumMod val="50000"/>
              </a:schemeClr>
            </a:gs>
            <a:gs pos="99000">
              <a:schemeClr val="tx2">
                <a:lumMod val="50000"/>
              </a:schemeClr>
            </a:gs>
          </a:gsLst>
          <a:lin ang="20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624627" name="Title Placeholder 1"/>
          <p:cNvSpPr>
            <a:spLocks noGrp="1"/>
          </p:cNvSpPr>
          <p:nvPr>
            <p:ph type="title"/>
          </p:nvPr>
        </p:nvSpPr>
        <p:spPr bwMode="auto">
          <a:xfrm>
            <a:off x="579781" y="3651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86859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79781" y="18256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868081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579781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682040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780181" y="63563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3726662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352181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440223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5233688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Development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Theme">
      <a:majorFont>
        <a:latin typeface="Arial"/>
        <a:ea typeface="SimSun"/>
        <a:cs typeface="Arial"/>
      </a:majorFont>
      <a:minorFont>
        <a:latin typeface="Arial"/>
        <a:ea typeface="SimSun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onlyoffice/9.3.1.4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2026-03-30T13:10:57Z</dcterms:modified>
</cp:coreProperties>
</file>
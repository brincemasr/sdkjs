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6636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269367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0509067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4164975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60938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563983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9361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900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58199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5000">
              <a:schemeClr val="bg1"/>
            </a:gs>
            <a:gs pos="24000">
              <a:schemeClr val="accent2">
                <a:lumMod val="20000"/>
                <a:lumOff val="80000"/>
              </a:schemeClr>
            </a:gs>
            <a:gs pos="56000">
              <a:schemeClr val="bg1"/>
            </a:gs>
            <a:gs pos="96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600789" name=""/>
          <p:cNvSpPr/>
          <p:nvPr/>
        </p:nvSpPr>
        <p:spPr bwMode="auto">
          <a:xfrm rot="0" flipH="0" flipV="0">
            <a:off x="0" y="1354963"/>
            <a:ext cx="12191999" cy="4682006"/>
          </a:xfrm>
          <a:custGeom>
            <a:avLst/>
            <a:gdLst/>
            <a:ahLst/>
            <a:cxnLst/>
            <a:rect l="0" t="0" r="r" b="b"/>
            <a:pathLst>
              <a:path w="43200" h="43200" fill="norm" stroke="0" extrusionOk="0">
                <a:moveTo>
                  <a:pt x="0" y="19878"/>
                </a:moveTo>
                <a:lnTo>
                  <a:pt x="21793" y="0"/>
                </a:lnTo>
                <a:lnTo>
                  <a:pt x="43200" y="19878"/>
                </a:lnTo>
                <a:lnTo>
                  <a:pt x="21650" y="43200"/>
                </a:lnTo>
                <a:lnTo>
                  <a:pt x="0" y="19878"/>
                </a:lnTo>
                <a:close/>
              </a:path>
              <a:path w="43200" h="43200" fill="none" stroke="1" extrusionOk="0">
                <a:moveTo>
                  <a:pt x="0" y="19878"/>
                </a:moveTo>
                <a:lnTo>
                  <a:pt x="43200" y="19878"/>
                </a:lnTo>
              </a:path>
              <a:path w="43200" h="43200" fill="none" stroke="1" extrusionOk="0">
                <a:moveTo>
                  <a:pt x="0" y="19878"/>
                </a:moveTo>
                <a:lnTo>
                  <a:pt x="21698" y="0"/>
                </a:lnTo>
                <a:lnTo>
                  <a:pt x="43200" y="19878"/>
                </a:lnTo>
                <a:lnTo>
                  <a:pt x="21555" y="43200"/>
                </a:lnTo>
                <a:lnTo>
                  <a:pt x="0" y="19878"/>
                </a:lnTo>
                <a:close/>
              </a:path>
            </a:pathLst>
          </a:custGeom>
          <a:gradFill>
            <a:gsLst>
              <a:gs pos="2000">
                <a:schemeClr val="bg1">
                  <a:alpha val="62999"/>
                </a:schemeClr>
              </a:gs>
              <a:gs pos="27000">
                <a:schemeClr val="accent4">
                  <a:lumMod val="20000"/>
                  <a:lumOff val="80000"/>
                  <a:alpha val="62999"/>
                </a:schemeClr>
              </a:gs>
              <a:gs pos="51000">
                <a:schemeClr val="bg1">
                  <a:alpha val="62999"/>
                </a:schemeClr>
              </a:gs>
              <a:gs pos="75500">
                <a:schemeClr val="accent4">
                  <a:lumMod val="20000"/>
                  <a:lumOff val="80000"/>
                  <a:alpha val="62999"/>
                </a:schemeClr>
              </a:gs>
              <a:gs pos="100000">
                <a:srgbClr val="FFFFFF">
                  <a:alpha val="62999"/>
                </a:srgb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924209" name=""/>
          <p:cNvSpPr/>
          <p:nvPr/>
        </p:nvSpPr>
        <p:spPr bwMode="auto">
          <a:xfrm rot="0" flipH="0" flipV="1">
            <a:off x="3037266" y="0"/>
            <a:ext cx="6117462" cy="6819489"/>
          </a:xfrm>
          <a:prstGeom prst="triangle">
            <a:avLst>
              <a:gd name="adj" fmla="val 50000"/>
            </a:avLst>
          </a:prstGeom>
          <a:gradFill>
            <a:gsLst>
              <a:gs pos="6000">
                <a:schemeClr val="bg1">
                  <a:alpha val="46000"/>
                </a:schemeClr>
              </a:gs>
              <a:gs pos="19000">
                <a:schemeClr val="accent1">
                  <a:lumMod val="60000"/>
                  <a:lumOff val="40000"/>
                  <a:alpha val="46000"/>
                </a:schemeClr>
              </a:gs>
              <a:gs pos="53000">
                <a:schemeClr val="accent3">
                  <a:lumMod val="20000"/>
                  <a:lumOff val="80000"/>
                  <a:alpha val="46000"/>
                </a:schemeClr>
              </a:gs>
              <a:gs pos="80000">
                <a:schemeClr val="accent2">
                  <a:lumMod val="60000"/>
                  <a:lumOff val="40000"/>
                  <a:alpha val="46000"/>
                </a:schemeClr>
              </a:gs>
              <a:gs pos="100000">
                <a:schemeClr val="bg1">
                  <a:alpha val="4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750056" name=""/>
          <p:cNvSpPr/>
          <p:nvPr/>
        </p:nvSpPr>
        <p:spPr bwMode="auto">
          <a:xfrm rot="0" flipH="0" flipV="0">
            <a:off x="0" y="0"/>
            <a:ext cx="2912697" cy="68604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66"/>
                </a:moveTo>
                <a:lnTo>
                  <a:pt x="21726" y="0"/>
                </a:lnTo>
                <a:lnTo>
                  <a:pt x="43200" y="43183"/>
                </a:lnTo>
                <a:lnTo>
                  <a:pt x="0" y="43200"/>
                </a:lnTo>
                <a:lnTo>
                  <a:pt x="0" y="66"/>
                </a:lnTo>
                <a:close/>
              </a:path>
            </a:pathLst>
          </a:custGeom>
          <a:gradFill>
            <a:gsLst>
              <a:gs pos="0">
                <a:schemeClr val="bg1">
                  <a:alpha val="66000"/>
                </a:schemeClr>
              </a:gs>
              <a:gs pos="28000">
                <a:schemeClr val="accent2">
                  <a:lumMod val="40000"/>
                  <a:lumOff val="60000"/>
                  <a:alpha val="66000"/>
                </a:schemeClr>
              </a:gs>
              <a:gs pos="73000">
                <a:schemeClr val="accent1">
                  <a:lumMod val="40000"/>
                  <a:lumOff val="60000"/>
                  <a:alpha val="66000"/>
                </a:schemeClr>
              </a:gs>
              <a:gs pos="99000">
                <a:schemeClr val="accent5">
                  <a:lumMod val="40000"/>
                  <a:lumOff val="60000"/>
                  <a:alpha val="66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679166" name=""/>
          <p:cNvSpPr/>
          <p:nvPr/>
        </p:nvSpPr>
        <p:spPr bwMode="auto">
          <a:xfrm rot="0" flipH="1" flipV="0">
            <a:off x="9279301" y="0"/>
            <a:ext cx="2912697" cy="68604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66"/>
                </a:moveTo>
                <a:lnTo>
                  <a:pt x="21726" y="0"/>
                </a:lnTo>
                <a:lnTo>
                  <a:pt x="43200" y="43183"/>
                </a:lnTo>
                <a:lnTo>
                  <a:pt x="0" y="43200"/>
                </a:lnTo>
                <a:lnTo>
                  <a:pt x="0" y="66"/>
                </a:lnTo>
                <a:close/>
              </a:path>
            </a:pathLst>
          </a:custGeom>
          <a:gradFill>
            <a:gsLst>
              <a:gs pos="0">
                <a:schemeClr val="bg1">
                  <a:alpha val="66000"/>
                </a:schemeClr>
              </a:gs>
              <a:gs pos="28000">
                <a:schemeClr val="accent2">
                  <a:lumMod val="40000"/>
                  <a:lumOff val="60000"/>
                  <a:alpha val="66000"/>
                </a:schemeClr>
              </a:gs>
              <a:gs pos="73000">
                <a:schemeClr val="accent1">
                  <a:lumMod val="40000"/>
                  <a:lumOff val="60000"/>
                  <a:alpha val="66000"/>
                </a:schemeClr>
              </a:gs>
              <a:gs pos="99000">
                <a:schemeClr val="accent5">
                  <a:lumMod val="40000"/>
                  <a:lumOff val="60000"/>
                  <a:alpha val="66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336211" name=""/>
          <p:cNvSpPr/>
          <p:nvPr/>
        </p:nvSpPr>
        <p:spPr bwMode="auto">
          <a:xfrm rot="0" flipH="0" flipV="0">
            <a:off x="0" y="4724937"/>
            <a:ext cx="6117462" cy="2133063"/>
          </a:xfrm>
          <a:prstGeom prst="rtTriangle">
            <a:avLst/>
          </a:prstGeom>
          <a:gradFill>
            <a:gsLst>
              <a:gs pos="0">
                <a:schemeClr val="accent6">
                  <a:lumMod val="60000"/>
                  <a:lumOff val="40000"/>
                  <a:alpha val="42000"/>
                </a:schemeClr>
              </a:gs>
              <a:gs pos="48000">
                <a:schemeClr val="accent1">
                  <a:lumMod val="20000"/>
                  <a:lumOff val="80000"/>
                  <a:alpha val="42000"/>
                </a:schemeClr>
              </a:gs>
              <a:gs pos="95000">
                <a:schemeClr val="accent2">
                  <a:alpha val="42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3023498" name=""/>
          <p:cNvSpPr/>
          <p:nvPr/>
        </p:nvSpPr>
        <p:spPr bwMode="auto">
          <a:xfrm rot="0" flipH="1" flipV="0">
            <a:off x="6074535" y="4724937"/>
            <a:ext cx="6117462" cy="2133063"/>
          </a:xfrm>
          <a:prstGeom prst="rtTriangle">
            <a:avLst/>
          </a:prstGeom>
          <a:gradFill>
            <a:gsLst>
              <a:gs pos="0">
                <a:schemeClr val="accent6">
                  <a:lumMod val="60000"/>
                  <a:lumOff val="40000"/>
                  <a:alpha val="42000"/>
                </a:schemeClr>
              </a:gs>
              <a:gs pos="48000">
                <a:schemeClr val="accent1">
                  <a:lumMod val="20000"/>
                  <a:lumOff val="80000"/>
                  <a:alpha val="42000"/>
                </a:schemeClr>
              </a:gs>
              <a:gs pos="97000">
                <a:schemeClr val="accent2">
                  <a:alpha val="42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7836906" name=""/>
          <p:cNvSpPr/>
          <p:nvPr/>
        </p:nvSpPr>
        <p:spPr bwMode="auto">
          <a:xfrm rot="0" flipH="1" flipV="1">
            <a:off x="9307669" y="0"/>
            <a:ext cx="2884329" cy="2750175"/>
          </a:xfrm>
          <a:prstGeom prst="rtTriangle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58999"/>
                </a:schemeClr>
              </a:gs>
              <a:gs pos="53000">
                <a:srgbClr val="FFFFFF">
                  <a:alpha val="58999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607248" name=""/>
          <p:cNvSpPr/>
          <p:nvPr/>
        </p:nvSpPr>
        <p:spPr bwMode="auto">
          <a:xfrm rot="0" flipH="0" flipV="1">
            <a:off x="0" y="0"/>
            <a:ext cx="2884329" cy="2750175"/>
          </a:xfrm>
          <a:prstGeom prst="rtTriangle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58999"/>
                </a:schemeClr>
              </a:gs>
              <a:gs pos="53000">
                <a:srgbClr val="FFFFFF">
                  <a:alpha val="58999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43804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542885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72218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02195222" name=""/>
          <p:cNvSpPr/>
          <p:nvPr/>
        </p:nvSpPr>
        <p:spPr bwMode="auto">
          <a:xfrm rot="0" flipH="1" flipV="1">
            <a:off x="5626456" y="0"/>
            <a:ext cx="939082" cy="5164963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60000"/>
                </a:schemeClr>
              </a:gs>
              <a:gs pos="40000">
                <a:srgbClr val="FFFFFF">
                  <a:alpha val="60000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3256998" name=""/>
          <p:cNvSpPr/>
          <p:nvPr/>
        </p:nvSpPr>
        <p:spPr bwMode="auto">
          <a:xfrm rot="0" flipH="1" flipV="1">
            <a:off x="4617719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1632" y="171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33000"/>
                </a:schemeClr>
              </a:gs>
              <a:gs pos="50000">
                <a:schemeClr val="accent4">
                  <a:lumMod val="40000"/>
                  <a:lumOff val="60000"/>
                  <a:alpha val="33000"/>
                </a:schemeClr>
              </a:gs>
              <a:gs pos="87000">
                <a:schemeClr val="bg1">
                  <a:alpha val="3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4550562" name=""/>
          <p:cNvSpPr/>
          <p:nvPr/>
        </p:nvSpPr>
        <p:spPr bwMode="auto">
          <a:xfrm rot="0" flipH="1" flipV="1">
            <a:off x="7607808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1628" y="41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30000"/>
                </a:schemeClr>
              </a:gs>
              <a:gs pos="50000">
                <a:schemeClr val="accent2">
                  <a:lumMod val="60000"/>
                  <a:lumOff val="40000"/>
                  <a:alpha val="30000"/>
                </a:schemeClr>
              </a:gs>
              <a:gs pos="96000">
                <a:schemeClr val="bg1"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16352366" name=""/>
          <p:cNvSpPr/>
          <p:nvPr/>
        </p:nvSpPr>
        <p:spPr bwMode="auto">
          <a:xfrm rot="0" flipH="1" flipV="1">
            <a:off x="1627632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1837" y="171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30000"/>
                </a:schemeClr>
              </a:gs>
              <a:gs pos="50000">
                <a:schemeClr val="accent2">
                  <a:lumMod val="60000"/>
                  <a:lumOff val="40000"/>
                  <a:alpha val="30000"/>
                </a:schemeClr>
              </a:gs>
              <a:gs pos="96000">
                <a:schemeClr val="bg1"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952615" name=""/>
          <p:cNvSpPr/>
          <p:nvPr/>
        </p:nvSpPr>
        <p:spPr bwMode="auto">
          <a:xfrm rot="0" flipH="0" flipV="0">
            <a:off x="4855065" y="5113986"/>
            <a:ext cx="2481864" cy="1744012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6">
                  <a:lumMod val="40000"/>
                  <a:lumOff val="60000"/>
                  <a:alpha val="53999"/>
                </a:schemeClr>
              </a:gs>
              <a:gs pos="100000">
                <a:srgbClr val="FFFFFF">
                  <a:alpha val="53999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78794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000">
                <a:solidFill>
                  <a:schemeClr val="tx2"/>
                </a:solidFill>
              </a:defRPr>
            </a:lvl1pPr>
            <a:lvl2pPr marL="457200" indent="0" algn="ctr">
              <a:buNone/>
              <a:defRPr sz="3000">
                <a:solidFill>
                  <a:schemeClr val="tx2"/>
                </a:solidFill>
              </a:defRPr>
            </a:lvl2pPr>
            <a:lvl3pPr marL="914400" indent="0" algn="ctr">
              <a:buNone/>
              <a:defRPr sz="3000">
                <a:solidFill>
                  <a:schemeClr val="tx2"/>
                </a:solidFill>
              </a:defRPr>
            </a:lvl3pPr>
            <a:lvl4pPr marL="1371600" indent="0" algn="ctr">
              <a:buNone/>
              <a:defRPr sz="3000">
                <a:solidFill>
                  <a:schemeClr val="tx2"/>
                </a:solidFill>
              </a:defRPr>
            </a:lvl4pPr>
            <a:lvl5pPr marL="1828800" indent="0" algn="ctr">
              <a:buNone/>
              <a:defRPr sz="3000">
                <a:solidFill>
                  <a:schemeClr val="tx2"/>
                </a:solidFill>
              </a:defRPr>
            </a:lvl5pPr>
            <a:lvl6pPr marL="2286000" indent="0" algn="ctr">
              <a:buNone/>
              <a:defRPr sz="3000">
                <a:solidFill>
                  <a:schemeClr val="tx2"/>
                </a:solidFill>
              </a:defRPr>
            </a:lvl6pPr>
            <a:lvl7pPr marL="2743200" indent="0" algn="ctr">
              <a:buNone/>
              <a:defRPr sz="3000">
                <a:solidFill>
                  <a:schemeClr val="tx2"/>
                </a:solidFill>
              </a:defRPr>
            </a:lvl7pPr>
            <a:lvl8pPr marL="3200400" indent="0" algn="ctr">
              <a:buNone/>
              <a:defRPr sz="3000">
                <a:solidFill>
                  <a:schemeClr val="tx2"/>
                </a:solidFill>
              </a:defRPr>
            </a:lvl8pPr>
            <a:lvl9pPr marL="3657600" indent="0" algn="ctr">
              <a:buNone/>
              <a:defRPr sz="30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4455847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 algn="ctr">
              <a:defRPr sz="9000"/>
            </a:lvl1pPr>
            <a:lvl2pPr>
              <a:defRPr sz="9000"/>
            </a:lvl2pPr>
            <a:lvl3pPr>
              <a:defRPr sz="9000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9000">
              <a:srgbClr val="FFFFFF"/>
            </a:gs>
            <a:gs pos="6700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563841" name=""/>
          <p:cNvSpPr/>
          <p:nvPr/>
        </p:nvSpPr>
        <p:spPr bwMode="auto">
          <a:xfrm rot="0" flipH="0" flipV="1">
            <a:off x="8869679" y="0"/>
            <a:ext cx="2633471" cy="6858000"/>
          </a:xfrm>
          <a:prstGeom prst="triangle">
            <a:avLst>
              <a:gd name="adj" fmla="val 50000"/>
            </a:avLst>
          </a:prstGeom>
          <a:gradFill>
            <a:gsLst>
              <a:gs pos="6000">
                <a:schemeClr val="bg1">
                  <a:alpha val="46000"/>
                </a:schemeClr>
              </a:gs>
              <a:gs pos="19000">
                <a:schemeClr val="accent1">
                  <a:lumMod val="60000"/>
                  <a:lumOff val="40000"/>
                  <a:alpha val="46000"/>
                </a:schemeClr>
              </a:gs>
              <a:gs pos="53000">
                <a:schemeClr val="accent3">
                  <a:lumMod val="20000"/>
                  <a:lumOff val="80000"/>
                  <a:alpha val="46000"/>
                </a:schemeClr>
              </a:gs>
              <a:gs pos="80000">
                <a:schemeClr val="accent2">
                  <a:lumMod val="60000"/>
                  <a:lumOff val="40000"/>
                  <a:alpha val="46000"/>
                </a:schemeClr>
              </a:gs>
              <a:gs pos="100000">
                <a:schemeClr val="bg1">
                  <a:alpha val="4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321686" name="Shape 219920926"/>
          <p:cNvSpPr/>
          <p:nvPr/>
        </p:nvSpPr>
        <p:spPr bwMode="auto">
          <a:xfrm rot="0" flipH="1" flipV="1">
            <a:off x="9409176" y="0"/>
            <a:ext cx="2788919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193"/>
                </a:moveTo>
                <a:lnTo>
                  <a:pt x="21412" y="0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193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58999"/>
                </a:schemeClr>
              </a:gs>
              <a:gs pos="60000">
                <a:schemeClr val="accent5">
                  <a:lumMod val="20000"/>
                  <a:lumOff val="80000"/>
                  <a:alpha val="58999"/>
                </a:schemeClr>
              </a:gs>
              <a:gs pos="88000">
                <a:schemeClr val="bg1">
                  <a:alpha val="58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1922973" name=""/>
          <p:cNvSpPr/>
          <p:nvPr/>
        </p:nvSpPr>
        <p:spPr bwMode="auto">
          <a:xfrm rot="0" flipH="1" flipV="0">
            <a:off x="6986016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2443" y="260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accent4">
                  <a:lumMod val="20000"/>
                  <a:lumOff val="80000"/>
                  <a:alpha val="24000"/>
                </a:schemeClr>
              </a:gs>
              <a:gs pos="34000">
                <a:schemeClr val="bg1">
                  <a:alpha val="24000"/>
                </a:schemeClr>
              </a:gs>
              <a:gs pos="50000">
                <a:schemeClr val="accent4">
                  <a:lumMod val="40000"/>
                  <a:lumOff val="60000"/>
                  <a:alpha val="24000"/>
                </a:schemeClr>
              </a:gs>
              <a:gs pos="87000">
                <a:schemeClr val="bg1">
                  <a:alpha val="24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74861393" name=""/>
          <p:cNvSpPr/>
          <p:nvPr/>
        </p:nvSpPr>
        <p:spPr bwMode="auto">
          <a:xfrm rot="0" flipH="1" flipV="0">
            <a:off x="11176477" y="3416452"/>
            <a:ext cx="1015517" cy="3447780"/>
          </a:xfrm>
          <a:prstGeom prst="rtTriangle">
            <a:avLst/>
          </a:prstGeom>
          <a:gradFill>
            <a:gsLst>
              <a:gs pos="0">
                <a:schemeClr val="bg1">
                  <a:alpha val="49999"/>
                </a:schemeClr>
              </a:gs>
              <a:gs pos="36000">
                <a:schemeClr val="accent2">
                  <a:lumMod val="40000"/>
                  <a:lumOff val="60000"/>
                  <a:alpha val="49999"/>
                </a:schemeClr>
              </a:gs>
              <a:gs pos="73000">
                <a:schemeClr val="accent1">
                  <a:lumMod val="40000"/>
                  <a:lumOff val="60000"/>
                  <a:alpha val="49999"/>
                </a:schemeClr>
              </a:gs>
              <a:gs pos="95000">
                <a:schemeClr val="accent5">
                  <a:lumMod val="40000"/>
                  <a:lumOff val="60000"/>
                  <a:alpha val="4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71084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61093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04428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035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3756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8000">
              <a:srgbClr val="FFFFFF"/>
            </a:gs>
            <a:gs pos="66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931691" name=""/>
          <p:cNvSpPr/>
          <p:nvPr/>
        </p:nvSpPr>
        <p:spPr bwMode="auto">
          <a:xfrm rot="0" flipH="0" flipV="0">
            <a:off x="7993379" y="57150"/>
            <a:ext cx="2633471" cy="6858000"/>
          </a:xfrm>
          <a:prstGeom prst="triangle">
            <a:avLst>
              <a:gd name="adj" fmla="val 50000"/>
            </a:avLst>
          </a:prstGeom>
          <a:gradFill>
            <a:gsLst>
              <a:gs pos="6000">
                <a:schemeClr val="bg1">
                  <a:alpha val="40000"/>
                </a:schemeClr>
              </a:gs>
              <a:gs pos="19000">
                <a:schemeClr val="accent2">
                  <a:lumMod val="20000"/>
                  <a:lumOff val="80000"/>
                  <a:alpha val="40000"/>
                </a:schemeClr>
              </a:gs>
              <a:gs pos="53000">
                <a:schemeClr val="bg1">
                  <a:alpha val="40000"/>
                </a:schemeClr>
              </a:gs>
              <a:gs pos="80000">
                <a:schemeClr val="accent4">
                  <a:lumMod val="20000"/>
                  <a:lumOff val="80000"/>
                  <a:alpha val="40000"/>
                </a:schemeClr>
              </a:gs>
              <a:gs pos="100000">
                <a:schemeClr val="bg1"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3043008" name="Shape 219920926"/>
          <p:cNvSpPr/>
          <p:nvPr/>
        </p:nvSpPr>
        <p:spPr bwMode="auto">
          <a:xfrm rot="0" flipH="1" flipV="1">
            <a:off x="9409176" y="0"/>
            <a:ext cx="2788919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193"/>
                </a:moveTo>
                <a:lnTo>
                  <a:pt x="21412" y="0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193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40000"/>
                </a:schemeClr>
              </a:gs>
              <a:gs pos="60000">
                <a:schemeClr val="accent4">
                  <a:lumMod val="20000"/>
                  <a:lumOff val="80000"/>
                  <a:alpha val="40000"/>
                </a:schemeClr>
              </a:gs>
              <a:gs pos="88000">
                <a:schemeClr val="bg1"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81383" name=""/>
          <p:cNvSpPr/>
          <p:nvPr/>
        </p:nvSpPr>
        <p:spPr bwMode="auto">
          <a:xfrm rot="0" flipH="1" flipV="0">
            <a:off x="11176477" y="3416452"/>
            <a:ext cx="1015517" cy="3447780"/>
          </a:xfrm>
          <a:prstGeom prst="rtTriangle">
            <a:avLst/>
          </a:prstGeom>
          <a:gradFill>
            <a:gsLst>
              <a:gs pos="0">
                <a:schemeClr val="bg1">
                  <a:alpha val="20000"/>
                </a:schemeClr>
              </a:gs>
              <a:gs pos="36000">
                <a:schemeClr val="accent2">
                  <a:lumMod val="40000"/>
                  <a:lumOff val="60000"/>
                  <a:alpha val="20000"/>
                </a:schemeClr>
              </a:gs>
              <a:gs pos="73000">
                <a:schemeClr val="accent1">
                  <a:lumMod val="40000"/>
                  <a:lumOff val="60000"/>
                  <a:alpha val="20000"/>
                </a:schemeClr>
              </a:gs>
              <a:gs pos="95000">
                <a:schemeClr val="accent5">
                  <a:lumMod val="40000"/>
                  <a:lumOff val="60000"/>
                  <a:alpha val="2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1607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86005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85272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F704E6A-E105-E1DB-9936-EB684618D86F}" type="datetimeFigureOut">
              <a:rPr lang="en-US"/>
              <a:t/>
            </a:fld>
            <a:endParaRPr lang="en-US"/>
          </a:p>
        </p:txBody>
      </p:sp>
      <p:sp>
        <p:nvSpPr>
          <p:cNvPr id="16095545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25478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0584E00-3D5E-45FE-3415-6E14F78DB0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bg1"/>
            </a:gs>
            <a:gs pos="26000">
              <a:schemeClr val="accent2">
                <a:lumMod val="20000"/>
                <a:lumOff val="80000"/>
              </a:schemeClr>
            </a:gs>
            <a:gs pos="56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312731" name=""/>
          <p:cNvSpPr/>
          <p:nvPr/>
        </p:nvSpPr>
        <p:spPr bwMode="auto">
          <a:xfrm rot="5399976" flipH="0" flipV="1">
            <a:off x="2666242" y="-2690559"/>
            <a:ext cx="6835193" cy="12216312"/>
          </a:xfrm>
          <a:custGeom>
            <a:avLst>
              <a:gd name="adj" fmla="val 52377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8650"/>
                </a:moveTo>
                <a:lnTo>
                  <a:pt x="24524" y="0"/>
                </a:lnTo>
                <a:lnTo>
                  <a:pt x="43200" y="43200"/>
                </a:lnTo>
                <a:lnTo>
                  <a:pt x="0" y="28650"/>
                </a:lnTo>
                <a:close/>
              </a:path>
            </a:pathLst>
          </a:custGeom>
          <a:gradFill>
            <a:gsLst>
              <a:gs pos="23000">
                <a:schemeClr val="bg1">
                  <a:alpha val="48999"/>
                </a:schemeClr>
              </a:gs>
              <a:gs pos="46000">
                <a:schemeClr val="accent4">
                  <a:lumMod val="20000"/>
                  <a:lumOff val="80000"/>
                  <a:alpha val="48999"/>
                </a:schemeClr>
              </a:gs>
              <a:gs pos="83000">
                <a:schemeClr val="bg1">
                  <a:lumMod val="95000"/>
                  <a:alpha val="48999"/>
                </a:schemeClr>
              </a:gs>
            </a:gsLst>
            <a:lin ang="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1038673" name=""/>
          <p:cNvSpPr/>
          <p:nvPr/>
        </p:nvSpPr>
        <p:spPr bwMode="auto">
          <a:xfrm rot="0" flipH="0" flipV="1">
            <a:off x="6793991" y="0"/>
            <a:ext cx="2343652" cy="6855313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6">
                  <a:lumMod val="40000"/>
                  <a:lumOff val="60000"/>
                  <a:alpha val="38999"/>
                </a:schemeClr>
              </a:gs>
              <a:gs pos="36000">
                <a:srgbClr val="FFFFFF">
                  <a:alpha val="38999"/>
                </a:srgbClr>
              </a:gs>
              <a:gs pos="92000">
                <a:schemeClr val="accent2">
                  <a:lumMod val="20000"/>
                  <a:lumOff val="80000"/>
                  <a:alpha val="38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76793" name=""/>
          <p:cNvSpPr/>
          <p:nvPr/>
        </p:nvSpPr>
        <p:spPr bwMode="auto">
          <a:xfrm rot="0" flipH="1" flipV="0">
            <a:off x="6074537" y="4724936"/>
            <a:ext cx="6117462" cy="2133063"/>
          </a:xfrm>
          <a:prstGeom prst="rtTriangle">
            <a:avLst/>
          </a:prstGeom>
          <a:gradFill>
            <a:gsLst>
              <a:gs pos="0">
                <a:schemeClr val="accent6">
                  <a:lumMod val="60000"/>
                  <a:lumOff val="40000"/>
                  <a:alpha val="42000"/>
                </a:schemeClr>
              </a:gs>
              <a:gs pos="48000">
                <a:schemeClr val="accent1">
                  <a:lumMod val="20000"/>
                  <a:lumOff val="80000"/>
                  <a:alpha val="42000"/>
                </a:schemeClr>
              </a:gs>
              <a:gs pos="97000">
                <a:schemeClr val="accent2">
                  <a:alpha val="42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057884" name=""/>
          <p:cNvSpPr/>
          <p:nvPr/>
        </p:nvSpPr>
        <p:spPr bwMode="auto">
          <a:xfrm rot="0" flipH="0" flipV="1">
            <a:off x="0" y="0"/>
            <a:ext cx="8309999" cy="40385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1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20000"/>
                  <a:lumOff val="80000"/>
                  <a:alpha val="44999"/>
                </a:schemeClr>
              </a:gs>
              <a:gs pos="24000">
                <a:srgbClr val="FFFFFF">
                  <a:alpha val="44999"/>
                </a:srgbClr>
              </a:gs>
              <a:gs pos="58000">
                <a:srgbClr val="FFF9E6">
                  <a:alpha val="44999"/>
                </a:srgbClr>
              </a:gs>
              <a:gs pos="95000">
                <a:schemeClr val="bg1">
                  <a:alpha val="44999"/>
                </a:schemeClr>
              </a:gs>
            </a:gsLst>
            <a:lin ang="6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02824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92657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4918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341863680" name=""/>
          <p:cNvSpPr/>
          <p:nvPr/>
        </p:nvSpPr>
        <p:spPr bwMode="auto">
          <a:xfrm rot="0" flipH="1" flipV="1">
            <a:off x="9307670" y="0"/>
            <a:ext cx="2884329" cy="2750175"/>
          </a:xfrm>
          <a:prstGeom prst="rtTriangle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58999"/>
                </a:schemeClr>
              </a:gs>
              <a:gs pos="53000">
                <a:srgbClr val="FFFFFF">
                  <a:alpha val="58999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3292909" name=""/>
          <p:cNvSpPr/>
          <p:nvPr/>
        </p:nvSpPr>
        <p:spPr bwMode="auto">
          <a:xfrm rot="0" flipH="1" flipV="1">
            <a:off x="9171431" y="0"/>
            <a:ext cx="2990087" cy="6858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424" y="0"/>
                </a:moveTo>
                <a:lnTo>
                  <a:pt x="22443" y="260"/>
                </a:lnTo>
                <a:lnTo>
                  <a:pt x="43200" y="43200"/>
                </a:lnTo>
                <a:lnTo>
                  <a:pt x="0" y="43200"/>
                </a:lnTo>
                <a:lnTo>
                  <a:pt x="21424" y="0"/>
                </a:lnTo>
                <a:close/>
              </a:path>
            </a:pathLst>
          </a:custGeom>
          <a:gradFill>
            <a:gsLst>
              <a:gs pos="18000">
                <a:schemeClr val="bg1">
                  <a:alpha val="33000"/>
                </a:schemeClr>
              </a:gs>
              <a:gs pos="50000">
                <a:schemeClr val="accent4">
                  <a:lumMod val="40000"/>
                  <a:lumOff val="60000"/>
                  <a:alpha val="33000"/>
                </a:schemeClr>
              </a:gs>
              <a:gs pos="87000">
                <a:schemeClr val="bg1">
                  <a:alpha val="3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4594835" name=""/>
          <p:cNvSpPr/>
          <p:nvPr/>
        </p:nvSpPr>
        <p:spPr bwMode="auto">
          <a:xfrm rot="0" flipH="1" flipV="1">
            <a:off x="10133877" y="-20122"/>
            <a:ext cx="1052812" cy="6903612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60000"/>
                </a:schemeClr>
              </a:gs>
              <a:gs pos="40000">
                <a:srgbClr val="FFFFFF">
                  <a:alpha val="60000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4660604" name=""/>
          <p:cNvSpPr/>
          <p:nvPr/>
        </p:nvSpPr>
        <p:spPr bwMode="auto">
          <a:xfrm rot="0" flipH="0" flipV="0">
            <a:off x="5751576" y="2683"/>
            <a:ext cx="4628344" cy="6855315"/>
          </a:xfrm>
          <a:prstGeom prst="triangle">
            <a:avLst>
              <a:gd name="adj" fmla="val 50000"/>
            </a:avLst>
          </a:prstGeom>
          <a:gradFill>
            <a:gsLst>
              <a:gs pos="27000">
                <a:schemeClr val="accent1">
                  <a:lumMod val="20000"/>
                  <a:lumOff val="80000"/>
                  <a:alpha val="38999"/>
                </a:schemeClr>
              </a:gs>
              <a:gs pos="54000">
                <a:srgbClr val="FFFFFF">
                  <a:alpha val="38999"/>
                </a:srgbClr>
              </a:gs>
              <a:gs pos="92000">
                <a:schemeClr val="accent4">
                  <a:lumMod val="20000"/>
                  <a:lumOff val="80000"/>
                  <a:alpha val="38999"/>
                </a:schemeClr>
              </a:gs>
            </a:gsLst>
            <a:lin ang="1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8135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047749"/>
            <a:ext cx="10515600" cy="16573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87322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270509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4">
                <a:lumMod val="20000"/>
                <a:lumOff val="80000"/>
              </a:schemeClr>
            </a:gs>
            <a:gs pos="18000">
              <a:schemeClr val="bg1"/>
            </a:gs>
            <a:gs pos="60000">
              <a:schemeClr val="bg1"/>
            </a:gs>
            <a:gs pos="76000">
              <a:schemeClr val="accent4">
                <a:lumMod val="20000"/>
                <a:lumOff val="8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881921" name=""/>
          <p:cNvSpPr/>
          <p:nvPr/>
        </p:nvSpPr>
        <p:spPr bwMode="auto">
          <a:xfrm rot="0" flipH="1" flipV="1">
            <a:off x="6318927" y="0"/>
            <a:ext cx="5877126" cy="1529365"/>
          </a:xfrm>
          <a:prstGeom prst="rtTriangle">
            <a:avLst/>
          </a:prstGeom>
          <a:gradFill>
            <a:gsLst>
              <a:gs pos="0">
                <a:schemeClr val="accent6">
                  <a:lumMod val="20000"/>
                  <a:lumOff val="80000"/>
                  <a:alpha val="58999"/>
                </a:schemeClr>
              </a:gs>
              <a:gs pos="53000">
                <a:srgbClr val="FFFFFF">
                  <a:alpha val="58999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777605" name=""/>
          <p:cNvSpPr/>
          <p:nvPr/>
        </p:nvSpPr>
        <p:spPr bwMode="auto">
          <a:xfrm rot="0" flipH="1" flipV="1">
            <a:off x="11176475" y="0"/>
            <a:ext cx="1019576" cy="462342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1" y="43200"/>
                </a:moveTo>
                <a:lnTo>
                  <a:pt x="0" y="0"/>
                </a:lnTo>
                <a:lnTo>
                  <a:pt x="43200" y="43200"/>
                </a:lnTo>
                <a:lnTo>
                  <a:pt x="171" y="43200"/>
                </a:lnTo>
                <a:close/>
              </a:path>
            </a:pathLst>
          </a:custGeom>
          <a:gradFill>
            <a:gsLst>
              <a:gs pos="0">
                <a:schemeClr val="bg1">
                  <a:alpha val="43999"/>
                </a:schemeClr>
              </a:gs>
              <a:gs pos="36000">
                <a:schemeClr val="accent2">
                  <a:lumMod val="40000"/>
                  <a:lumOff val="60000"/>
                  <a:alpha val="43999"/>
                </a:schemeClr>
              </a:gs>
              <a:gs pos="61000">
                <a:schemeClr val="accent6">
                  <a:lumMod val="20000"/>
                  <a:lumOff val="80000"/>
                  <a:alpha val="43999"/>
                </a:schemeClr>
              </a:gs>
              <a:gs pos="80000">
                <a:schemeClr val="bg1">
                  <a:alpha val="43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3310927" name=""/>
          <p:cNvSpPr/>
          <p:nvPr/>
        </p:nvSpPr>
        <p:spPr bwMode="auto">
          <a:xfrm rot="0" flipH="1" flipV="0">
            <a:off x="9150738" y="4724936"/>
            <a:ext cx="3045314" cy="2133063"/>
          </a:xfrm>
          <a:prstGeom prst="rtTriangle">
            <a:avLst/>
          </a:prstGeom>
          <a:gradFill>
            <a:gsLst>
              <a:gs pos="10000">
                <a:schemeClr val="accent1">
                  <a:lumMod val="20000"/>
                  <a:lumOff val="80000"/>
                  <a:alpha val="62000"/>
                </a:schemeClr>
              </a:gs>
              <a:gs pos="52000">
                <a:schemeClr val="bg1">
                  <a:alpha val="62000"/>
                </a:schemeClr>
              </a:gs>
              <a:gs pos="95000">
                <a:schemeClr val="accent2">
                  <a:lumMod val="20000"/>
                  <a:lumOff val="80000"/>
                  <a:alpha val="62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690075" name=""/>
          <p:cNvSpPr/>
          <p:nvPr/>
        </p:nvSpPr>
        <p:spPr bwMode="auto">
          <a:xfrm rot="0" flipH="0" flipV="1">
            <a:off x="10140695" y="0"/>
            <a:ext cx="1316735" cy="6858000"/>
          </a:xfrm>
          <a:prstGeom prst="flowChartManualOperation">
            <a:avLst/>
          </a:prstGeom>
          <a:gradFill>
            <a:gsLst>
              <a:gs pos="0">
                <a:schemeClr val="accent4">
                  <a:lumMod val="20000"/>
                  <a:lumOff val="80000"/>
                  <a:alpha val="48999"/>
                </a:schemeClr>
              </a:gs>
              <a:gs pos="39000">
                <a:srgbClr val="FFFFFF">
                  <a:alpha val="48999"/>
                </a:srgbClr>
              </a:gs>
              <a:gs pos="80000">
                <a:schemeClr val="accent2">
                  <a:lumMod val="20000"/>
                  <a:lumOff val="80000"/>
                  <a:alpha val="48999"/>
                </a:schemeClr>
              </a:gs>
              <a:gs pos="97000">
                <a:schemeClr val="bg1">
                  <a:alpha val="48999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51999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800475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40117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42459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73895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1478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6000">
              <a:schemeClr val="bg1"/>
            </a:gs>
            <a:gs pos="66000">
              <a:schemeClr val="bg1"/>
            </a:gs>
            <a:gs pos="83000">
              <a:srgbClr val="EBF3FA"/>
            </a:gs>
            <a:gs pos="100000">
              <a:schemeClr val="accent6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08242" name=""/>
          <p:cNvSpPr/>
          <p:nvPr/>
        </p:nvSpPr>
        <p:spPr bwMode="auto">
          <a:xfrm rot="0" flipH="0" flipV="0">
            <a:off x="0" y="4724936"/>
            <a:ext cx="8153399" cy="2133063"/>
          </a:xfrm>
          <a:prstGeom prst="rtTriangle">
            <a:avLst/>
          </a:prstGeom>
          <a:gradFill>
            <a:gsLst>
              <a:gs pos="10000">
                <a:schemeClr val="accent1">
                  <a:lumMod val="20000"/>
                  <a:lumOff val="80000"/>
                  <a:alpha val="40000"/>
                </a:schemeClr>
              </a:gs>
              <a:gs pos="52000">
                <a:schemeClr val="bg1">
                  <a:alpha val="40000"/>
                </a:schemeClr>
              </a:gs>
              <a:gs pos="95000">
                <a:schemeClr val="accent2">
                  <a:lumMod val="20000"/>
                  <a:lumOff val="8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17112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47628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>
                <a:solidFill>
                  <a:schemeClr val="accent2"/>
                </a:solidFill>
              </a:defRPr>
            </a:lvl2pPr>
            <a:lvl3pPr marL="914400" indent="0">
              <a:buNone/>
              <a:defRPr sz="1800" b="1">
                <a:solidFill>
                  <a:schemeClr val="accent2"/>
                </a:solidFill>
              </a:defRPr>
            </a:lvl3pPr>
            <a:lvl4pPr marL="1371600" indent="0">
              <a:buNone/>
              <a:defRPr sz="1600" b="1">
                <a:solidFill>
                  <a:schemeClr val="accent2"/>
                </a:solidFill>
              </a:defRPr>
            </a:lvl4pPr>
            <a:lvl5pPr marL="1828800" indent="0">
              <a:buNone/>
              <a:defRPr sz="1600" b="1">
                <a:solidFill>
                  <a:schemeClr val="accent2"/>
                </a:solidFill>
              </a:defRPr>
            </a:lvl5pPr>
            <a:lvl6pPr marL="2286000" indent="0">
              <a:buNone/>
              <a:defRPr sz="1600" b="1">
                <a:solidFill>
                  <a:schemeClr val="accent2"/>
                </a:solidFill>
              </a:defRPr>
            </a:lvl6pPr>
            <a:lvl7pPr marL="2743200" indent="0">
              <a:buNone/>
              <a:defRPr sz="1600" b="1">
                <a:solidFill>
                  <a:schemeClr val="accent2"/>
                </a:solidFill>
              </a:defRPr>
            </a:lvl7pPr>
            <a:lvl8pPr marL="3200400" indent="0">
              <a:buNone/>
              <a:defRPr sz="1600" b="1">
                <a:solidFill>
                  <a:schemeClr val="accent2"/>
                </a:solidFill>
              </a:defRPr>
            </a:lvl8pPr>
            <a:lvl9pPr marL="3657600" indent="0">
              <a:buNone/>
              <a:defRPr sz="1600" b="1">
                <a:solidFill>
                  <a:schemeClr val="accent2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42228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170045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2"/>
                </a:solidFill>
              </a:defRPr>
            </a:lvl1pPr>
            <a:lvl2pPr marL="457200" indent="0">
              <a:buNone/>
              <a:defRPr sz="3000" b="1">
                <a:solidFill>
                  <a:schemeClr val="accent2"/>
                </a:solidFill>
              </a:defRPr>
            </a:lvl2pPr>
            <a:lvl3pPr marL="914400" indent="0">
              <a:buNone/>
              <a:defRPr sz="3000" b="1">
                <a:solidFill>
                  <a:schemeClr val="accent2"/>
                </a:solidFill>
              </a:defRPr>
            </a:lvl3pPr>
            <a:lvl4pPr marL="1371600" indent="0">
              <a:buNone/>
              <a:defRPr sz="3000" b="1">
                <a:solidFill>
                  <a:schemeClr val="accent2"/>
                </a:solidFill>
              </a:defRPr>
            </a:lvl4pPr>
            <a:lvl5pPr marL="1828800" indent="0">
              <a:buNone/>
              <a:defRPr sz="3000" b="1">
                <a:solidFill>
                  <a:schemeClr val="accent2"/>
                </a:solidFill>
              </a:defRPr>
            </a:lvl5pPr>
            <a:lvl6pPr marL="2286000" indent="0">
              <a:buNone/>
              <a:defRPr sz="3000" b="1">
                <a:solidFill>
                  <a:schemeClr val="accent2"/>
                </a:solidFill>
              </a:defRPr>
            </a:lvl6pPr>
            <a:lvl7pPr marL="2743200" indent="0">
              <a:buNone/>
              <a:defRPr sz="3000" b="1">
                <a:solidFill>
                  <a:schemeClr val="accent2"/>
                </a:solidFill>
              </a:defRPr>
            </a:lvl7pPr>
            <a:lvl8pPr marL="3200400" indent="0">
              <a:buNone/>
              <a:defRPr sz="3000" b="1">
                <a:solidFill>
                  <a:schemeClr val="accent2"/>
                </a:solidFill>
              </a:defRPr>
            </a:lvl8pPr>
            <a:lvl9pPr marL="3657600" indent="0">
              <a:buNone/>
              <a:defRPr sz="3000" b="1">
                <a:solidFill>
                  <a:schemeClr val="accent2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691912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buFont typeface="Wingdings"/>
              <a:buChar char="w"/>
              <a:defRPr/>
            </a:lvl1pPr>
            <a:lvl2pPr>
              <a:buFont typeface="Wingdings"/>
              <a:buChar char="w"/>
              <a:defRPr/>
            </a:lvl2pPr>
            <a:lvl3pPr>
              <a:buFont typeface="Wingdings"/>
              <a:buChar char="w"/>
              <a:defRPr/>
            </a:lvl3pPr>
            <a:lvl4pPr>
              <a:buFont typeface="Wingdings"/>
              <a:buChar char="w"/>
              <a:defRPr/>
            </a:lvl4pPr>
            <a:lvl5pPr>
              <a:buFont typeface="Wingdings"/>
              <a:buChar char="w"/>
              <a:defRPr/>
            </a:lvl5pPr>
            <a:lvl6pPr>
              <a:buFont typeface="Wingdings"/>
              <a:buChar char="w"/>
              <a:defRPr/>
            </a:lvl6pPr>
            <a:lvl7pPr>
              <a:buFont typeface="Wingdings"/>
              <a:buChar char="w"/>
              <a:defRPr/>
            </a:lvl7pPr>
            <a:lvl8pPr>
              <a:buFont typeface="Wingdings"/>
              <a:buChar char="w"/>
              <a:defRPr/>
            </a:lvl8pPr>
            <a:lvl9pPr>
              <a:buFont typeface="Wingdings"/>
              <a:buChar char="w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652922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56307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37319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248468209" name=""/>
          <p:cNvSpPr/>
          <p:nvPr/>
        </p:nvSpPr>
        <p:spPr bwMode="auto">
          <a:xfrm rot="0" flipH="1" flipV="0">
            <a:off x="4038598" y="4724936"/>
            <a:ext cx="8153399" cy="2133063"/>
          </a:xfrm>
          <a:prstGeom prst="rtTriangle">
            <a:avLst/>
          </a:prstGeom>
          <a:gradFill>
            <a:gsLst>
              <a:gs pos="10000">
                <a:schemeClr val="accent1">
                  <a:lumMod val="20000"/>
                  <a:lumOff val="80000"/>
                  <a:alpha val="40000"/>
                </a:schemeClr>
              </a:gs>
              <a:gs pos="52000">
                <a:schemeClr val="bg1">
                  <a:alpha val="40000"/>
                </a:schemeClr>
              </a:gs>
              <a:gs pos="95000">
                <a:schemeClr val="accent2">
                  <a:lumMod val="20000"/>
                  <a:lumOff val="8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0000">
              <a:schemeClr val="bg1"/>
            </a:gs>
            <a:gs pos="60000">
              <a:schemeClr val="bg1"/>
            </a:gs>
            <a:gs pos="80000">
              <a:srgbClr val="EBF3FA"/>
            </a:gs>
            <a:gs pos="97000">
              <a:schemeClr val="accent6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70484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3802712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287467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46249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05438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51510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12000">
              <a:schemeClr val="accent1">
                <a:lumMod val="20000"/>
                <a:lumOff val="80000"/>
              </a:schemeClr>
            </a:gs>
            <a:gs pos="31000">
              <a:schemeClr val="bg1"/>
            </a:gs>
            <a:gs pos="54000">
              <a:schemeClr val="accent1">
                <a:lumMod val="20000"/>
                <a:lumOff val="80000"/>
              </a:schemeClr>
            </a:gs>
            <a:gs pos="7700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15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65218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003289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29201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70555220" name=""/>
          <p:cNvSpPr/>
          <p:nvPr/>
        </p:nvSpPr>
        <p:spPr bwMode="auto">
          <a:xfrm rot="5399999" flipH="0" flipV="0">
            <a:off x="4499840" y="-2067925"/>
            <a:ext cx="3192886" cy="1218416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3"/>
                </a:moveTo>
                <a:lnTo>
                  <a:pt x="23265" y="0"/>
                </a:lnTo>
                <a:lnTo>
                  <a:pt x="43199" y="43200"/>
                </a:lnTo>
                <a:lnTo>
                  <a:pt x="58" y="43200"/>
                </a:lnTo>
                <a:lnTo>
                  <a:pt x="0" y="33"/>
                </a:lnTo>
                <a:close/>
              </a:path>
            </a:pathLst>
          </a:custGeom>
          <a:gradFill>
            <a:gsLst>
              <a:gs pos="0">
                <a:schemeClr val="bg1">
                  <a:alpha val="49999"/>
                </a:schemeClr>
              </a:gs>
              <a:gs pos="28000">
                <a:schemeClr val="accent2">
                  <a:lumMod val="40000"/>
                  <a:lumOff val="60000"/>
                  <a:alpha val="49999"/>
                </a:schemeClr>
              </a:gs>
              <a:gs pos="73000">
                <a:schemeClr val="accent1">
                  <a:lumMod val="40000"/>
                  <a:lumOff val="60000"/>
                  <a:alpha val="49999"/>
                </a:schemeClr>
              </a:gs>
              <a:gs pos="99000">
                <a:schemeClr val="accent4">
                  <a:lumMod val="20000"/>
                  <a:lumOff val="80000"/>
                  <a:alpha val="49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2066857" name=""/>
          <p:cNvSpPr/>
          <p:nvPr/>
        </p:nvSpPr>
        <p:spPr bwMode="auto">
          <a:xfrm rot="5399999" flipH="1" flipV="1">
            <a:off x="3642437" y="-2189579"/>
            <a:ext cx="4907691" cy="1218416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0295" y="0"/>
                </a:moveTo>
                <a:lnTo>
                  <a:pt x="30463" y="67"/>
                </a:lnTo>
                <a:lnTo>
                  <a:pt x="43200" y="43200"/>
                </a:lnTo>
                <a:lnTo>
                  <a:pt x="0" y="43200"/>
                </a:lnTo>
                <a:lnTo>
                  <a:pt x="30295" y="0"/>
                </a:lnTo>
                <a:close/>
              </a:path>
            </a:pathLst>
          </a:custGeom>
          <a:gradFill>
            <a:gsLst>
              <a:gs pos="6000">
                <a:schemeClr val="accent2">
                  <a:lumMod val="20000"/>
                  <a:lumOff val="80000"/>
                  <a:alpha val="63999"/>
                </a:schemeClr>
              </a:gs>
              <a:gs pos="20000">
                <a:schemeClr val="accent4">
                  <a:lumMod val="20000"/>
                  <a:lumOff val="80000"/>
                  <a:alpha val="63999"/>
                </a:schemeClr>
              </a:gs>
              <a:gs pos="96000">
                <a:schemeClr val="bg1">
                  <a:alpha val="63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91016222" name=""/>
          <p:cNvSpPr/>
          <p:nvPr/>
        </p:nvSpPr>
        <p:spPr bwMode="auto">
          <a:xfrm rot="5399999" flipH="1" flipV="0">
            <a:off x="4441196" y="-889171"/>
            <a:ext cx="3291124" cy="122032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3"/>
                </a:moveTo>
                <a:lnTo>
                  <a:pt x="23265" y="0"/>
                </a:lnTo>
                <a:lnTo>
                  <a:pt x="43199" y="43200"/>
                </a:lnTo>
                <a:lnTo>
                  <a:pt x="58" y="43200"/>
                </a:lnTo>
                <a:lnTo>
                  <a:pt x="0" y="33"/>
                </a:lnTo>
                <a:close/>
              </a:path>
            </a:pathLst>
          </a:custGeom>
          <a:gradFill>
            <a:gsLst>
              <a:gs pos="0">
                <a:schemeClr val="bg1">
                  <a:alpha val="40000"/>
                </a:schemeClr>
              </a:gs>
              <a:gs pos="28000">
                <a:schemeClr val="accent2">
                  <a:lumMod val="40000"/>
                  <a:lumOff val="60000"/>
                  <a:alpha val="40000"/>
                </a:schemeClr>
              </a:gs>
              <a:gs pos="64000">
                <a:schemeClr val="accent4">
                  <a:lumMod val="20000"/>
                  <a:lumOff val="80000"/>
                  <a:alpha val="40000"/>
                </a:schemeClr>
              </a:gs>
              <a:gs pos="99000">
                <a:schemeClr val="accent6">
                  <a:lumMod val="20000"/>
                  <a:lumOff val="80000"/>
                  <a:alpha val="4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454933" name=""/>
          <p:cNvSpPr/>
          <p:nvPr/>
        </p:nvSpPr>
        <p:spPr bwMode="auto">
          <a:xfrm rot="5399999" flipH="1" flipV="1">
            <a:off x="4858374" y="-2704475"/>
            <a:ext cx="2536601" cy="1213065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297" y="43200"/>
                </a:moveTo>
                <a:lnTo>
                  <a:pt x="0" y="0"/>
                </a:lnTo>
                <a:lnTo>
                  <a:pt x="43200" y="43200"/>
                </a:lnTo>
                <a:lnTo>
                  <a:pt x="17297" y="43200"/>
                </a:lnTo>
                <a:close/>
              </a:path>
            </a:pathLst>
          </a:custGeom>
          <a:gradFill>
            <a:gsLst>
              <a:gs pos="0">
                <a:schemeClr val="bg1">
                  <a:alpha val="40000"/>
                </a:schemeClr>
              </a:gs>
              <a:gs pos="36000">
                <a:schemeClr val="accent2">
                  <a:lumMod val="40000"/>
                  <a:lumOff val="60000"/>
                  <a:alpha val="40000"/>
                </a:schemeClr>
              </a:gs>
              <a:gs pos="73000">
                <a:schemeClr val="accent6">
                  <a:lumMod val="20000"/>
                  <a:lumOff val="80000"/>
                  <a:alpha val="40000"/>
                </a:schemeClr>
              </a:gs>
              <a:gs pos="95000">
                <a:schemeClr val="bg1">
                  <a:alpha val="4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2842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>
                <a:solidFill>
                  <a:schemeClr val="accent6">
                    <a:lumMod val="75000"/>
                  </a:schemeClr>
                </a:solidFill>
              </a:defRPr>
            </a:lvl6pPr>
            <a:lvl7pPr>
              <a:defRPr>
                <a:solidFill>
                  <a:schemeClr val="accent6">
                    <a:lumMod val="75000"/>
                  </a:schemeClr>
                </a:solidFill>
              </a:defRPr>
            </a:lvl7pPr>
            <a:lvl8pPr>
              <a:defRPr>
                <a:solidFill>
                  <a:schemeClr val="accent6">
                    <a:lumMod val="75000"/>
                  </a:schemeClr>
                </a:solidFill>
              </a:defRPr>
            </a:lvl8pPr>
            <a:lvl9pPr>
              <a:defRPr>
                <a:solidFill>
                  <a:schemeClr val="accent6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76097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967549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66271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1859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647627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1846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39006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36083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08911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5921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829326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12250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64579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51692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45274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158669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1499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563068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89708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>
                <a:lumMod val="20000"/>
                <a:lumOff val="80000"/>
              </a:schemeClr>
            </a:gs>
            <a:gs pos="28000">
              <a:schemeClr val="bg1"/>
            </a:gs>
            <a:gs pos="66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3527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0729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362180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4531360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381067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2446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566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isma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
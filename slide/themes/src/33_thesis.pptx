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1454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161957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245684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7523044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6252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033486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0326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556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2922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14000">
              <a:schemeClr val="tx2"/>
            </a:gs>
            <a:gs pos="100000">
              <a:schemeClr val="tx2">
                <a:lumMod val="75000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6758781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7" y="9144"/>
            <a:ext cx="12198095" cy="6848855"/>
          </a:xfrm>
          <a:prstGeom prst="rect">
            <a:avLst/>
          </a:prstGeom>
        </p:spPr>
      </p:pic>
      <p:sp>
        <p:nvSpPr>
          <p:cNvPr id="1506128110" name=""/>
          <p:cNvSpPr/>
          <p:nvPr/>
        </p:nvSpPr>
        <p:spPr bwMode="auto">
          <a:xfrm rot="0" flipH="0" flipV="0">
            <a:off x="6080" y="4052"/>
            <a:ext cx="12179839" cy="6849892"/>
          </a:xfrm>
          <a:prstGeom prst="rect">
            <a:avLst/>
          </a:prstGeom>
          <a:gradFill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9563467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8998701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602735"/>
            <a:ext cx="9144000" cy="1655761"/>
          </a:xfrm>
        </p:spPr>
        <p:txBody>
          <a:bodyPr vertOverflow="overflow" horzOverflow="overflow" vert="horz" wrap="square" lIns="91440" tIns="274319" rIns="91440" bIns="45720" numCol="1" spcCol="0" rtlCol="0" fromWordArt="0" anchor="t" anchorCtr="0" forceAA="0" upright="0" compatLnSpc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324222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3823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65828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784014627" name="Rectangle 640957806"/>
          <p:cNvSpPr/>
          <p:nvPr/>
        </p:nvSpPr>
        <p:spPr bwMode="auto">
          <a:xfrm rot="0" flipH="0" flipV="0">
            <a:off x="3570598" y="3530037"/>
            <a:ext cx="50400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chemeClr val="bg1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8086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12157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7314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24867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05977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5392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209465225" name="Rectangle 640957806"/>
          <p:cNvSpPr/>
          <p:nvPr/>
        </p:nvSpPr>
        <p:spPr bwMode="auto">
          <a:xfrm rot="0" flipH="0" flipV="0">
            <a:off x="4703775" y="1486703"/>
            <a:ext cx="2776434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0377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12157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0611562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22168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14398F-3795-7DE0-858E-3925D44B3378}" type="datetimeFigureOut">
              <a:rPr lang="en-US"/>
              <a:t/>
            </a:fld>
            <a:endParaRPr lang="en-US"/>
          </a:p>
        </p:txBody>
      </p:sp>
      <p:sp>
        <p:nvSpPr>
          <p:cNvPr id="16728044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24473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D9411B4-B34A-E1DB-16D9-0D265777C9EB}" type="slidenum">
              <a:rPr lang="en-US"/>
              <a:t/>
            </a:fld>
            <a:endParaRPr lang="en-US"/>
          </a:p>
        </p:txBody>
      </p:sp>
      <p:sp>
        <p:nvSpPr>
          <p:cNvPr id="1446685642" name="Rectangle 640957806"/>
          <p:cNvSpPr/>
          <p:nvPr/>
        </p:nvSpPr>
        <p:spPr bwMode="auto">
          <a:xfrm rot="0" flipH="0" flipV="0">
            <a:off x="838198" y="1486703"/>
            <a:ext cx="105156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5000">
              <a:schemeClr val="tx2"/>
            </a:gs>
            <a:gs pos="84000">
              <a:schemeClr val="tx2">
                <a:lumMod val="75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8197956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20622" y="8105"/>
            <a:ext cx="12216846" cy="6858000"/>
          </a:xfrm>
          <a:prstGeom prst="rect">
            <a:avLst/>
          </a:prstGeom>
        </p:spPr>
      </p:pic>
      <p:sp>
        <p:nvSpPr>
          <p:cNvPr id="1076685075" name="Title 1"/>
          <p:cNvSpPr>
            <a:spLocks noGrp="1"/>
          </p:cNvSpPr>
          <p:nvPr>
            <p:ph type="title"/>
          </p:nvPr>
        </p:nvSpPr>
        <p:spPr bwMode="auto">
          <a:xfrm>
            <a:off x="831849" y="1399140"/>
            <a:ext cx="10515600" cy="285273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84329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278864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7981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13406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39736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28327920" name="Rectangle 640957806"/>
          <p:cNvSpPr/>
          <p:nvPr/>
        </p:nvSpPr>
        <p:spPr bwMode="auto">
          <a:xfrm rot="0" flipH="0" flipV="0">
            <a:off x="-10885" y="6017641"/>
            <a:ext cx="12213771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80000">
              <a:srgbClr val="FFFFFF">
                <a:alpha val="44999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5441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61510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76043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58556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65078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30584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625912450" name="Rectangle 640957806"/>
          <p:cNvSpPr/>
          <p:nvPr/>
        </p:nvSpPr>
        <p:spPr bwMode="auto">
          <a:xfrm rot="0" flipH="0" flipV="0">
            <a:off x="2071" y="6121173"/>
            <a:ext cx="1221377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50000">
              <a:srgbClr val="FFFFFF">
                <a:alpha val="44999"/>
              </a:srgb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66032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905295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7" y="1690687"/>
            <a:ext cx="5157785" cy="814386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15228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054013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9" y="1690687"/>
            <a:ext cx="5183187" cy="814386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325722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337739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98977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575504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81318424" name="Rectangle 640957806"/>
          <p:cNvSpPr/>
          <p:nvPr/>
        </p:nvSpPr>
        <p:spPr bwMode="auto">
          <a:xfrm rot="0" flipH="0" flipV="0">
            <a:off x="2330780" y="1690687"/>
            <a:ext cx="7530437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tx2">
                <a:lumMod val="75000"/>
              </a:schemeClr>
            </a:gs>
            <a:gs pos="100000">
              <a:schemeClr val="tx2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06611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5733343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339506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08168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70291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92860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54176299" name="Rectangle 640957806"/>
          <p:cNvSpPr/>
          <p:nvPr/>
        </p:nvSpPr>
        <p:spPr bwMode="auto">
          <a:xfrm rot="0" flipH="0" flipV="0">
            <a:off x="838198" y="1984248"/>
            <a:ext cx="3933824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tx2"/>
            </a:gs>
            <a:gs pos="100000">
              <a:schemeClr val="tx2">
                <a:lumMod val="75000"/>
              </a:scheme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2028626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20621" y="8104"/>
            <a:ext cx="12216845" cy="6858000"/>
          </a:xfrm>
          <a:prstGeom prst="rect">
            <a:avLst/>
          </a:prstGeom>
        </p:spPr>
      </p:pic>
      <p:sp>
        <p:nvSpPr>
          <p:cNvPr id="1073259244" name="Title 1"/>
          <p:cNvSpPr>
            <a:spLocks noGrp="1"/>
          </p:cNvSpPr>
          <p:nvPr>
            <p:ph type="title"/>
          </p:nvPr>
        </p:nvSpPr>
        <p:spPr bwMode="auto">
          <a:xfrm>
            <a:off x="838198" y="2455620"/>
            <a:ext cx="10515600" cy="132556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784421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69455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810673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48302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9659340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0521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10216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068223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33103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70075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79388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47183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00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50425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26021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92433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5561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773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236055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79310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832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31157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rgbClr val="FFFFFF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37505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6440717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90945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09965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04582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64856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174477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modified xsi:type="dcterms:W3CDTF">2026-03-19T15:36:38Z</dcterms:modified>
</cp:coreProperties>
</file>
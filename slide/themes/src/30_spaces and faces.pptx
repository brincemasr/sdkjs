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7473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518132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8329898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1341124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86295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863953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277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9357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956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media2.sv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3.sv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media4.sv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media5.sv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973491" name=""/>
          <p:cNvPicPr>
            <a:picLocks noChangeAspect="1"/>
          </p:cNvPicPr>
          <p:nvPr/>
        </p:nvPicPr>
        <p:blipFill rotWithShape="1">
          <a:blip r:embed="rId2">
            <a:alphaModFix amt="99999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533129564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4471415" y="1426824"/>
            <a:ext cx="7083070" cy="245095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lstStyle>
            <a:lvl1pPr algn="r">
              <a:defRPr sz="8600" b="1"/>
            </a:lvl1pPr>
            <a:lvl2pPr algn="r">
              <a:defRPr sz="8600" b="1"/>
            </a:lvl2pPr>
            <a:lvl3pPr algn="r">
              <a:defRPr sz="8600" b="1"/>
            </a:lvl3pPr>
            <a:lvl4pPr algn="r">
              <a:defRPr sz="8600" b="1"/>
            </a:lvl4pPr>
            <a:lvl5pPr algn="r">
              <a:defRPr sz="8600" b="1"/>
            </a:lvl5pPr>
            <a:lvl6pPr algn="r">
              <a:defRPr sz="8600" b="1"/>
            </a:lvl6pPr>
            <a:lvl7pPr algn="r">
              <a:defRPr sz="8600" b="1"/>
            </a:lvl7pPr>
            <a:lvl8pPr algn="r">
              <a:defRPr sz="8600" b="1"/>
            </a:lvl8pPr>
            <a:lvl9pPr algn="r">
              <a:defRPr sz="8600" b="1"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372837762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4471415" y="4242815"/>
            <a:ext cx="7082710" cy="107935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marL="0" indent="0" algn="r">
              <a:buNone/>
              <a:defRPr sz="3400"/>
            </a:lvl1pPr>
            <a:lvl2pPr marL="457200" indent="0" algn="r">
              <a:buNone/>
              <a:defRPr sz="3400"/>
            </a:lvl2pPr>
            <a:lvl3pPr marL="914400" indent="0" algn="r">
              <a:buNone/>
              <a:defRPr sz="3400"/>
            </a:lvl3pPr>
            <a:lvl4pPr marL="1371600" indent="0" algn="r">
              <a:buNone/>
              <a:defRPr sz="3400"/>
            </a:lvl4pPr>
            <a:lvl5pPr marL="1828800" indent="0" algn="r">
              <a:buNone/>
              <a:defRPr sz="3400"/>
            </a:lvl5pPr>
            <a:lvl6pPr marL="2286000" indent="0" algn="r">
              <a:buNone/>
              <a:defRPr sz="3400"/>
            </a:lvl6pPr>
            <a:lvl7pPr marL="2743200" indent="0" algn="r">
              <a:buNone/>
              <a:defRPr sz="3400"/>
            </a:lvl7pPr>
            <a:lvl8pPr marL="3200400" indent="0" algn="r">
              <a:buNone/>
              <a:defRPr sz="3400"/>
            </a:lvl8pPr>
            <a:lvl9pPr marL="3657600" indent="0" algn="r">
              <a:buNone/>
              <a:defRPr sz="34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436572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85476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6888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223335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0">
            <a:off x="8572500" y="0"/>
            <a:ext cx="3609973" cy="6858000"/>
          </a:xfrm>
          <a:prstGeom prst="rect">
            <a:avLst/>
          </a:prstGeom>
        </p:spPr>
      </p:pic>
      <p:sp>
        <p:nvSpPr>
          <p:cNvPr id="11902616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24030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03698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83536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6851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110850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rot="0">
            <a:off x="8572500" y="0"/>
            <a:ext cx="3609973" cy="6858000"/>
          </a:xfrm>
          <a:prstGeom prst="rect">
            <a:avLst/>
          </a:prstGeom>
        </p:spPr>
      </p:pic>
      <p:sp>
        <p:nvSpPr>
          <p:cNvPr id="1590008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10532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2017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9AC72F5-928B-4C6E-4B74-F3233A3B04A6}" type="datetimeFigureOut">
              <a:rPr lang="en-US"/>
              <a:t/>
            </a:fld>
            <a:endParaRPr lang="en-US"/>
          </a:p>
        </p:txBody>
      </p:sp>
      <p:sp>
        <p:nvSpPr>
          <p:cNvPr id="19818415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2476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0F4245-5B43-7EB6-9F28-84751C7EE1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5380937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212346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79474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9136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95130822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5879589" y="3103836"/>
            <a:ext cx="5936167" cy="1948553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 algn="r">
              <a:buNone/>
              <a:defRPr sz="2800">
                <a:solidFill>
                  <a:schemeClr val="tx1"/>
                </a:solidFill>
              </a:defRPr>
            </a:lvl2pPr>
            <a:lvl3pPr marL="914400" indent="0" algn="r">
              <a:buNone/>
              <a:defRPr sz="2800">
                <a:solidFill>
                  <a:schemeClr val="tx1"/>
                </a:solidFill>
              </a:defRPr>
            </a:lvl3pPr>
            <a:lvl4pPr marL="1371600" indent="0" algn="r">
              <a:buNone/>
              <a:defRPr sz="2800">
                <a:solidFill>
                  <a:schemeClr val="tx1"/>
                </a:solidFill>
              </a:defRPr>
            </a:lvl4pPr>
            <a:lvl5pPr marL="1828800" indent="0" algn="r">
              <a:buNone/>
              <a:defRPr sz="2800">
                <a:solidFill>
                  <a:schemeClr val="tx1"/>
                </a:solidFill>
              </a:defRPr>
            </a:lvl5pPr>
            <a:lvl6pPr marL="2286000" indent="0" algn="r">
              <a:buNone/>
              <a:defRPr sz="2800">
                <a:solidFill>
                  <a:schemeClr val="tx1"/>
                </a:solidFill>
              </a:defRPr>
            </a:lvl6pPr>
            <a:lvl7pPr marL="2743200" indent="0" algn="r">
              <a:buNone/>
              <a:defRPr sz="2800">
                <a:solidFill>
                  <a:schemeClr val="tx1"/>
                </a:solidFill>
              </a:defRPr>
            </a:lvl7pPr>
            <a:lvl8pPr marL="3200400" indent="0" algn="r">
              <a:buNone/>
              <a:defRPr sz="2800">
                <a:solidFill>
                  <a:schemeClr val="tx1"/>
                </a:solidFill>
              </a:defRPr>
            </a:lvl8pPr>
            <a:lvl9pPr marL="3657600" indent="0" algn="r">
              <a:buNone/>
              <a:defRPr sz="28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44705000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5879592" y="706163"/>
            <a:ext cx="5939047" cy="2397672"/>
          </a:xfrm>
        </p:spPr>
        <p:txBody>
          <a:bodyPr vertOverflow="overflow" horzOverflow="overflow" vert="horz" wrap="square" lIns="274320" tIns="274320" rIns="274320" bIns="45720" numCol="1" spcCol="0" rtlCol="0" fromWordArt="0" anchor="ctr" anchorCtr="0" forceAA="0" upright="0" compatLnSpc="0">
            <a:normAutofit/>
          </a:bodyPr>
          <a:lstStyle>
            <a:lvl1pPr algn="r">
              <a:defRPr sz="600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222853" name=""/>
          <p:cNvSpPr/>
          <p:nvPr/>
        </p:nvSpPr>
        <p:spPr bwMode="auto">
          <a:xfrm rot="0" flipH="0" flipV="0">
            <a:off x="5879592" y="365123"/>
            <a:ext cx="5936168" cy="5811838"/>
          </a:xfrm>
          <a:prstGeom prst="roundRect">
            <a:avLst>
              <a:gd name="adj" fmla="val 721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439620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5879592" y="365759"/>
            <a:ext cx="5939048" cy="2553859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>
            <a:lvl1pPr algn="r">
              <a:defRPr sz="600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128042620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5879591" y="2919619"/>
            <a:ext cx="5936168" cy="3257343"/>
          </a:xfrm>
        </p:spPr>
        <p:txBody>
          <a:bodyPr/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 algn="r">
              <a:buNone/>
              <a:defRPr sz="2800">
                <a:solidFill>
                  <a:schemeClr val="tx1"/>
                </a:solidFill>
              </a:defRPr>
            </a:lvl2pPr>
            <a:lvl3pPr marL="914400" indent="0" algn="r">
              <a:buNone/>
              <a:defRPr sz="2800">
                <a:solidFill>
                  <a:schemeClr val="tx1"/>
                </a:solidFill>
              </a:defRPr>
            </a:lvl3pPr>
            <a:lvl4pPr marL="1371600" indent="0" algn="r">
              <a:buNone/>
              <a:defRPr sz="2800">
                <a:solidFill>
                  <a:schemeClr val="tx1"/>
                </a:solidFill>
              </a:defRPr>
            </a:lvl4pPr>
            <a:lvl5pPr marL="1828800" indent="0" algn="r">
              <a:buNone/>
              <a:defRPr sz="2800">
                <a:solidFill>
                  <a:schemeClr val="tx1"/>
                </a:solidFill>
              </a:defRPr>
            </a:lvl5pPr>
            <a:lvl6pPr marL="2286000" indent="0" algn="r">
              <a:buNone/>
              <a:defRPr sz="2800">
                <a:solidFill>
                  <a:schemeClr val="tx1"/>
                </a:solidFill>
              </a:defRPr>
            </a:lvl6pPr>
            <a:lvl7pPr marL="2743200" indent="0" algn="r">
              <a:buNone/>
              <a:defRPr sz="2800">
                <a:solidFill>
                  <a:schemeClr val="tx1"/>
                </a:solidFill>
              </a:defRPr>
            </a:lvl7pPr>
            <a:lvl8pPr marL="3200400" indent="0" algn="r">
              <a:buNone/>
              <a:defRPr sz="2800">
                <a:solidFill>
                  <a:schemeClr val="tx1"/>
                </a:solidFill>
              </a:defRPr>
            </a:lvl8pPr>
            <a:lvl9pPr marL="3657600" indent="0" algn="r">
              <a:buNone/>
              <a:defRPr sz="28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77412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61A5B28-7574-9496-0E4B-D1901866E1F9}" type="datetimeFigureOut">
              <a:rPr lang="en-US"/>
              <a:t/>
            </a:fld>
            <a:endParaRPr lang="en-US"/>
          </a:p>
        </p:txBody>
      </p:sp>
      <p:sp>
        <p:nvSpPr>
          <p:cNvPr id="20819434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5817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A605CA-B5A1-587C-317B-B0E0DC4CD3FA}" type="slidenum">
              <a:rPr lang="en-US"/>
              <a:t/>
            </a:fld>
            <a:endParaRPr lang="en-US"/>
          </a:p>
        </p:txBody>
      </p:sp>
      <p:pic>
        <p:nvPicPr>
          <p:cNvPr id="1403064628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5421718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203752" name=""/>
          <p:cNvSpPr/>
          <p:nvPr/>
        </p:nvSpPr>
        <p:spPr bwMode="auto">
          <a:xfrm rot="0" flipH="0" flipV="0">
            <a:off x="374902" y="365123"/>
            <a:ext cx="11440857" cy="5811838"/>
          </a:xfrm>
          <a:prstGeom prst="roundRect">
            <a:avLst>
              <a:gd name="adj" fmla="val 721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2491468" name="Content Placeholder 2"/>
          <p:cNvSpPr>
            <a:spLocks noGrp="1"/>
          </p:cNvSpPr>
          <p:nvPr>
            <p:ph sz="half" idx="1"/>
          </p:nvPr>
        </p:nvSpPr>
        <p:spPr bwMode="auto">
          <a:xfrm rot="0" flipH="0" flipV="0">
            <a:off x="374903" y="2258568"/>
            <a:ext cx="5647944" cy="3919538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7911628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6172200" y="2258568"/>
            <a:ext cx="5643560" cy="3919538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65959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598365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29705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940066506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374903" y="365760"/>
            <a:ext cx="11440857" cy="189547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757020" name=""/>
          <p:cNvSpPr/>
          <p:nvPr/>
        </p:nvSpPr>
        <p:spPr bwMode="auto">
          <a:xfrm>
            <a:off x="375570" y="2257932"/>
            <a:ext cx="11440857" cy="3919030"/>
          </a:xfrm>
          <a:custGeom>
            <a:avLst/>
            <a:gdLst/>
            <a:ahLst/>
            <a:cxnLst/>
            <a:rect l="0" t="0" r="r" b="b"/>
            <a:pathLst>
              <a:path w="11440858" h="3919031" fill="norm" stroke="1" extrusionOk="0">
                <a:moveTo>
                  <a:pt x="11440858" y="3499648"/>
                </a:moveTo>
                <a:cubicBezTo>
                  <a:pt x="11440858" y="3729715"/>
                  <a:pt x="11251541" y="3919031"/>
                  <a:pt x="11021475" y="3919031"/>
                </a:cubicBezTo>
                <a:cubicBezTo>
                  <a:pt x="11021475" y="3919031"/>
                  <a:pt x="419381" y="3919031"/>
                  <a:pt x="419381" y="3919031"/>
                </a:cubicBezTo>
                <a:cubicBezTo>
                  <a:pt x="189315" y="3919031"/>
                  <a:pt x="0" y="3729715"/>
                  <a:pt x="0" y="3499648"/>
                </a:cubicBezTo>
                <a:cubicBezTo>
                  <a:pt x="0" y="3499648"/>
                  <a:pt x="0" y="0"/>
                  <a:pt x="0" y="0"/>
                </a:cubicBezTo>
                <a:cubicBezTo>
                  <a:pt x="0" y="0"/>
                  <a:pt x="11440858" y="0"/>
                  <a:pt x="11440858" y="0"/>
                </a:cubicBezTo>
                <a:cubicBezTo>
                  <a:pt x="11440858" y="0"/>
                  <a:pt x="11440858" y="3499648"/>
                  <a:pt x="11440858" y="3499648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pic>
        <p:nvPicPr>
          <p:cNvPr id="1579364628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 rot="0" flipH="0" flipV="0">
            <a:off x="374903" y="365760"/>
            <a:ext cx="11439143" cy="1892808"/>
          </a:xfrm>
          <a:prstGeom prst="rect">
            <a:avLst/>
          </a:prstGeom>
        </p:spPr>
      </p:pic>
      <p:sp>
        <p:nvSpPr>
          <p:cNvPr id="10759317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294456" y="365124"/>
            <a:ext cx="8521305" cy="189547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203275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374903" y="2258568"/>
            <a:ext cx="5624130" cy="823911"/>
          </a:xfr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</a:t>
            </a:r>
            <a:endParaRPr/>
          </a:p>
        </p:txBody>
      </p:sp>
      <p:sp>
        <p:nvSpPr>
          <p:cNvPr id="470442144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374903" y="3081528"/>
            <a:ext cx="5621336" cy="3105150"/>
          </a:xfrm>
        </p:spPr>
        <p:txBody>
          <a:bodyPr vertOverflow="overflow" horzOverflow="overflow" vert="horz" wrap="square" lIns="274319" tIns="45720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4440151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2258568"/>
            <a:ext cx="5623559" cy="822960"/>
          </a:xfr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6226403" name="Content Placeholder 5"/>
          <p:cNvSpPr>
            <a:spLocks noGrp="1"/>
          </p:cNvSpPr>
          <p:nvPr>
            <p:ph sz="quarter" idx="4"/>
          </p:nvPr>
        </p:nvSpPr>
        <p:spPr bwMode="auto">
          <a:xfrm rot="0" flipH="0" flipV="0">
            <a:off x="6172200" y="3081528"/>
            <a:ext cx="5623560" cy="3108960"/>
          </a:xfrm>
        </p:spPr>
        <p:txBody>
          <a:bodyPr vertOverflow="overflow" horzOverflow="overflow" vert="horz" wrap="square" lIns="274319" tIns="45720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902856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3966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334757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318794" name=""/>
          <p:cNvSpPr/>
          <p:nvPr/>
        </p:nvSpPr>
        <p:spPr bwMode="auto">
          <a:xfrm rot="0" flipH="0" flipV="0">
            <a:off x="374902" y="365123"/>
            <a:ext cx="4397121" cy="5811838"/>
          </a:xfrm>
          <a:prstGeom prst="roundRect">
            <a:avLst>
              <a:gd name="adj" fmla="val 7216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7827577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374903" y="365760"/>
            <a:ext cx="4397121" cy="1692275"/>
          </a:xfrm>
        </p:spPr>
        <p:txBody>
          <a:bodyPr vertOverflow="overflow" horzOverflow="overflow" vert="horz" wrap="square" lIns="274319" tIns="45720" rIns="274319" bIns="45720" numCol="1" spcCol="0" rtlCol="0" fromWordArt="0" anchor="t" anchorCtr="0" forceAA="0" upright="0" compatLnSpc="0"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63119799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365123"/>
            <a:ext cx="6632573" cy="581183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9351769" name="Text Placeholder 3"/>
          <p:cNvSpPr>
            <a:spLocks noGrp="1"/>
          </p:cNvSpPr>
          <p:nvPr>
            <p:ph type="body" sz="half" idx="2"/>
          </p:nvPr>
        </p:nvSpPr>
        <p:spPr bwMode="auto">
          <a:xfrm rot="0" flipH="0" flipV="0">
            <a:off x="374903" y="2057400"/>
            <a:ext cx="4397121" cy="4118926"/>
          </a:xfr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3111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27584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9808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684833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</p:blipFill>
        <p:spPr bwMode="auto">
          <a:xfrm flipH="0">
            <a:off x="0" y="0"/>
            <a:ext cx="5267323" cy="6858000"/>
          </a:xfrm>
          <a:prstGeom prst="rect">
            <a:avLst/>
          </a:prstGeom>
        </p:spPr>
      </p:pic>
      <p:sp>
        <p:nvSpPr>
          <p:cNvPr id="460452406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6172200" y="4472410"/>
            <a:ext cx="5405841" cy="190231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lstStyle>
            <a:lvl1pPr algn="r"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17137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767298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152937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37012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801471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04792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889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673510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98793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2718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39237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98306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8443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24662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28173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862519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73011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1420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690593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29082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46887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06132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797832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9289407" cy="1895473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719986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2258568"/>
            <a:ext cx="9289407" cy="3916363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98212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55641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30227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 flipH="0" flipV="0">
            <a:off x="8610599" y="6356349"/>
            <a:ext cx="151700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26549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368596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paces and Faces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
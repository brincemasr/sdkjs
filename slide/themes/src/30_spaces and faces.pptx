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4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174730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5181328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58329898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01341124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9862956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9863953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2773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93576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95686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media1.sv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media2.sv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media3.sv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media4.sv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media5.svg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3973491" name=""/>
          <p:cNvPicPr>
            <a:picLocks noChangeAspect="1"/>
          </p:cNvPicPr>
          <p:nvPr/>
        </p:nvPicPr>
        <p:blipFill rotWithShape="1">
          <a:blip r:embed="rId2">
            <a:alphaModFix amt="99999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</p:blipFill>
        <p:spPr bwMode="auto">
          <a:xfrm>
            <a:off x="0" y="0"/>
            <a:ext cx="12191998" cy="6858000"/>
          </a:xfrm>
          <a:prstGeom prst="rect">
            <a:avLst/>
          </a:prstGeom>
        </p:spPr>
      </p:pic>
      <p:sp>
        <p:nvSpPr>
          <p:cNvPr id="533129564" name="Title 1"/>
          <p:cNvSpPr>
            <a:spLocks noGrp="1"/>
          </p:cNvSpPr>
          <p:nvPr>
            <p:ph type="ctrTitle"/>
          </p:nvPr>
        </p:nvSpPr>
        <p:spPr bwMode="auto">
          <a:xfrm rot="0" flipH="0" flipV="0">
            <a:off x="4471415" y="1426824"/>
            <a:ext cx="7083070" cy="245095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lstStyle>
            <a:lvl1pPr algn="r">
              <a:defRPr sz="8600" b="1">
                <a:latin typeface="Arial Black"/>
                <a:ea typeface="Arial Black"/>
                <a:cs typeface="Arial Black"/>
              </a:defRPr>
            </a:lvl1pPr>
            <a:lvl2pPr algn="r">
              <a:defRPr sz="8600" b="1"/>
            </a:lvl2pPr>
            <a:lvl3pPr algn="r">
              <a:defRPr sz="8600" b="1"/>
            </a:lvl3pPr>
            <a:lvl4pPr algn="r">
              <a:defRPr sz="8600" b="1"/>
            </a:lvl4pPr>
            <a:lvl5pPr algn="r">
              <a:defRPr sz="8600" b="1"/>
            </a:lvl5pPr>
            <a:lvl6pPr algn="r">
              <a:defRPr sz="8600" b="1"/>
            </a:lvl6pPr>
            <a:lvl7pPr algn="r">
              <a:defRPr sz="8600" b="1"/>
            </a:lvl7pPr>
            <a:lvl8pPr algn="r">
              <a:defRPr sz="8600" b="1"/>
            </a:lvl8pPr>
            <a:lvl9pPr algn="r">
              <a:defRPr sz="8600" b="1"/>
            </a:lvl9pPr>
          </a:lstStyle>
          <a:p>
            <a:pPr>
              <a:defRPr/>
            </a:pPr>
            <a:r>
              <a:rPr lang="en-US"/>
              <a:t>CLICK TO EDIT </a:t>
            </a:r>
            <a:endParaRPr lang="en-US"/>
          </a:p>
        </p:txBody>
      </p:sp>
      <p:sp>
        <p:nvSpPr>
          <p:cNvPr id="372837762" name="Subtitle 2"/>
          <p:cNvSpPr>
            <a:spLocks noGrp="1"/>
          </p:cNvSpPr>
          <p:nvPr>
            <p:ph type="subTitle" idx="1"/>
          </p:nvPr>
        </p:nvSpPr>
        <p:spPr bwMode="auto">
          <a:xfrm rot="0" flipH="0" flipV="0">
            <a:off x="4471415" y="4242815"/>
            <a:ext cx="7082710" cy="107935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lstStyle>
            <a:lvl1pPr marL="0" indent="0" algn="r">
              <a:buNone/>
              <a:defRPr sz="3400"/>
            </a:lvl1pPr>
            <a:lvl2pPr marL="457200" indent="0" algn="r">
              <a:buNone/>
              <a:defRPr sz="3400"/>
            </a:lvl2pPr>
            <a:lvl3pPr marL="914400" indent="0" algn="r">
              <a:buNone/>
              <a:defRPr sz="3400"/>
            </a:lvl3pPr>
            <a:lvl4pPr marL="1371600" indent="0" algn="r">
              <a:buNone/>
              <a:defRPr sz="3400"/>
            </a:lvl4pPr>
            <a:lvl5pPr marL="1828800" indent="0" algn="r">
              <a:buNone/>
              <a:defRPr sz="3400"/>
            </a:lvl5pPr>
            <a:lvl6pPr marL="2286000" indent="0" algn="r">
              <a:buNone/>
              <a:defRPr sz="3400"/>
            </a:lvl6pPr>
            <a:lvl7pPr marL="2743200" indent="0" algn="r">
              <a:buNone/>
              <a:defRPr sz="3400"/>
            </a:lvl7pPr>
            <a:lvl8pPr marL="3200400" indent="0" algn="r">
              <a:buNone/>
              <a:defRPr sz="3400"/>
            </a:lvl8pPr>
            <a:lvl9pPr marL="3657600" indent="0" algn="r">
              <a:buNone/>
              <a:defRPr sz="34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2436572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5854769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76888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92233359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 rot="0">
            <a:off x="8572500" y="0"/>
            <a:ext cx="3609973" cy="6858000"/>
          </a:xfrm>
          <a:prstGeom prst="rect">
            <a:avLst/>
          </a:prstGeom>
        </p:spPr>
      </p:pic>
      <p:sp>
        <p:nvSpPr>
          <p:cNvPr id="119026167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3240301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7036981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6835365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2468512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gradFill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91108509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 rot="0">
            <a:off x="8572500" y="0"/>
            <a:ext cx="3609973" cy="6858000"/>
          </a:xfrm>
          <a:prstGeom prst="rect">
            <a:avLst/>
          </a:prstGeom>
        </p:spPr>
      </p:pic>
      <p:sp>
        <p:nvSpPr>
          <p:cNvPr id="159000833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0105321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8201728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9AC72F5-928B-4C6E-4B74-F3233A3B04A6}" type="datetimeFigureOut">
              <a:rPr lang="en-US"/>
              <a:t/>
            </a:fld>
            <a:endParaRPr lang="en-US"/>
          </a:p>
        </p:txBody>
      </p:sp>
      <p:sp>
        <p:nvSpPr>
          <p:cNvPr id="198184151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4124764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C0F4245-5B43-7EB6-9F28-84751C7EE1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75380937" name=""/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</p:blipFill>
        <p:spPr bwMode="auto">
          <a:xfrm>
            <a:off x="0" y="0"/>
            <a:ext cx="12191998" cy="6858000"/>
          </a:xfrm>
          <a:prstGeom prst="rect">
            <a:avLst/>
          </a:prstGeom>
        </p:spPr>
      </p:pic>
      <p:sp>
        <p:nvSpPr>
          <p:cNvPr id="21234636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4794741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879136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495130822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5879589" y="3103836"/>
            <a:ext cx="5936167" cy="1948553"/>
          </a:xfrm>
        </p:spPr>
        <p:txBody>
          <a:bodyPr/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457200" indent="0" algn="r">
              <a:buNone/>
              <a:defRPr sz="2800">
                <a:solidFill>
                  <a:schemeClr val="tx1"/>
                </a:solidFill>
              </a:defRPr>
            </a:lvl2pPr>
            <a:lvl3pPr marL="914400" indent="0" algn="r">
              <a:buNone/>
              <a:defRPr sz="2800">
                <a:solidFill>
                  <a:schemeClr val="tx1"/>
                </a:solidFill>
              </a:defRPr>
            </a:lvl3pPr>
            <a:lvl4pPr marL="1371600" indent="0" algn="r">
              <a:buNone/>
              <a:defRPr sz="2800">
                <a:solidFill>
                  <a:schemeClr val="tx1"/>
                </a:solidFill>
              </a:defRPr>
            </a:lvl4pPr>
            <a:lvl5pPr marL="1828800" indent="0" algn="r">
              <a:buNone/>
              <a:defRPr sz="2800">
                <a:solidFill>
                  <a:schemeClr val="tx1"/>
                </a:solidFill>
              </a:defRPr>
            </a:lvl5pPr>
            <a:lvl6pPr marL="2286000" indent="0" algn="r">
              <a:buNone/>
              <a:defRPr sz="2800">
                <a:solidFill>
                  <a:schemeClr val="tx1"/>
                </a:solidFill>
              </a:defRPr>
            </a:lvl6pPr>
            <a:lvl7pPr marL="2743200" indent="0" algn="r">
              <a:buNone/>
              <a:defRPr sz="2800">
                <a:solidFill>
                  <a:schemeClr val="tx1"/>
                </a:solidFill>
              </a:defRPr>
            </a:lvl7pPr>
            <a:lvl8pPr marL="3200400" indent="0" algn="r">
              <a:buNone/>
              <a:defRPr sz="2800">
                <a:solidFill>
                  <a:schemeClr val="tx1"/>
                </a:solidFill>
              </a:defRPr>
            </a:lvl8pPr>
            <a:lvl9pPr marL="3657600" indent="0" algn="r">
              <a:buNone/>
              <a:defRPr sz="2800">
                <a:solidFill>
                  <a:schemeClr val="tx1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44705000" name="Title 1"/>
          <p:cNvSpPr>
            <a:spLocks noGrp="1"/>
          </p:cNvSpPr>
          <p:nvPr>
            <p:ph type="title"/>
          </p:nvPr>
        </p:nvSpPr>
        <p:spPr bwMode="auto">
          <a:xfrm rot="0" flipH="0" flipV="0">
            <a:off x="5879592" y="706163"/>
            <a:ext cx="5939047" cy="2397672"/>
          </a:xfrm>
        </p:spPr>
        <p:txBody>
          <a:bodyPr vertOverflow="overflow" horzOverflow="overflow" vert="horz" wrap="square" lIns="274320" tIns="274320" rIns="274320" bIns="45720" numCol="1" spcCol="0" rtlCol="0" fromWordArt="0" anchor="ctr" anchorCtr="0" forceAA="0" upright="0" compatLnSpc="0">
            <a:normAutofit/>
          </a:bodyPr>
          <a:lstStyle>
            <a:lvl1pPr algn="r">
              <a:defRPr sz="6000">
                <a:latin typeface="Arial Black"/>
                <a:ea typeface="Arial Black"/>
                <a:cs typeface="Arial Black"/>
              </a:defRPr>
            </a:lvl1pPr>
            <a:lvl2pPr algn="r">
              <a:defRPr>
                <a:latin typeface="Arial Black"/>
                <a:ea typeface="Arial Black"/>
                <a:cs typeface="Arial Black"/>
              </a:defRPr>
            </a:lvl2pPr>
            <a:lvl3pPr algn="r">
              <a:defRPr>
                <a:latin typeface="Arial Black"/>
                <a:ea typeface="Arial Black"/>
                <a:cs typeface="Arial Black"/>
              </a:defRPr>
            </a:lvl3pPr>
            <a:lvl4pPr algn="r">
              <a:defRPr>
                <a:latin typeface="Arial Black"/>
                <a:ea typeface="Arial Black"/>
                <a:cs typeface="Arial Black"/>
              </a:defRPr>
            </a:lvl4pPr>
            <a:lvl5pPr algn="r">
              <a:defRPr>
                <a:latin typeface="Arial Black"/>
                <a:ea typeface="Arial Black"/>
                <a:cs typeface="Arial Black"/>
              </a:defRPr>
            </a:lvl5pPr>
            <a:lvl6pPr algn="r">
              <a:defRPr>
                <a:latin typeface="Arial Black"/>
                <a:ea typeface="Arial Black"/>
                <a:cs typeface="Arial Black"/>
              </a:defRPr>
            </a:lvl6pPr>
            <a:lvl7pPr algn="r">
              <a:defRPr>
                <a:latin typeface="Arial Black"/>
                <a:ea typeface="Arial Black"/>
                <a:cs typeface="Arial Black"/>
              </a:defRPr>
            </a:lvl7pPr>
            <a:lvl8pPr algn="r">
              <a:defRPr>
                <a:latin typeface="Arial Black"/>
                <a:ea typeface="Arial Black"/>
                <a:cs typeface="Arial Black"/>
              </a:defRPr>
            </a:lvl8pPr>
            <a:lvl9pPr algn="r">
              <a:defRPr>
                <a:latin typeface="Arial Black"/>
                <a:ea typeface="Arial Black"/>
                <a:cs typeface="Arial Black"/>
              </a:defRPr>
            </a:lvl9pPr>
          </a:lstStyle>
          <a:p>
            <a:pPr>
              <a:defRPr/>
            </a:pPr>
            <a:r>
              <a:rPr lang="en-US"/>
              <a:t>CLICK TO EDIT 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8222853" name=""/>
          <p:cNvSpPr/>
          <p:nvPr/>
        </p:nvSpPr>
        <p:spPr bwMode="auto">
          <a:xfrm rot="0" flipH="0" flipV="0">
            <a:off x="5879592" y="365123"/>
            <a:ext cx="5936168" cy="5811838"/>
          </a:xfrm>
          <a:prstGeom prst="roundRect">
            <a:avLst>
              <a:gd name="adj" fmla="val 7216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93439620" name="Title 1"/>
          <p:cNvSpPr>
            <a:spLocks noGrp="1"/>
          </p:cNvSpPr>
          <p:nvPr>
            <p:ph type="title"/>
          </p:nvPr>
        </p:nvSpPr>
        <p:spPr bwMode="auto">
          <a:xfrm rot="0" flipH="0" flipV="0">
            <a:off x="5879592" y="365759"/>
            <a:ext cx="5939048" cy="2553859"/>
          </a:xfrm>
        </p:spPr>
        <p:txBody>
          <a:bodyPr vertOverflow="overflow" horzOverflow="overflow" vert="horz" wrap="square" lIns="274319" tIns="274319" rIns="274319" bIns="45720" numCol="1" spcCol="0" rtlCol="0" fromWordArt="0" anchor="t" anchorCtr="0" forceAA="0" upright="0" compatLnSpc="0">
            <a:normAutofit/>
          </a:bodyPr>
          <a:lstStyle>
            <a:lvl1pPr algn="r">
              <a:defRPr sz="6000">
                <a:latin typeface="Arial Black"/>
                <a:ea typeface="Arial Black"/>
                <a:cs typeface="Arial Black"/>
              </a:defRPr>
            </a:lvl1pPr>
            <a:lvl2pPr algn="r">
              <a:defRPr>
                <a:latin typeface="Arial Black"/>
                <a:ea typeface="Arial Black"/>
                <a:cs typeface="Arial Black"/>
              </a:defRPr>
            </a:lvl2pPr>
            <a:lvl3pPr algn="r">
              <a:defRPr>
                <a:latin typeface="Arial Black"/>
                <a:ea typeface="Arial Black"/>
                <a:cs typeface="Arial Black"/>
              </a:defRPr>
            </a:lvl3pPr>
            <a:lvl4pPr algn="r">
              <a:defRPr>
                <a:latin typeface="Arial Black"/>
                <a:ea typeface="Arial Black"/>
                <a:cs typeface="Arial Black"/>
              </a:defRPr>
            </a:lvl4pPr>
            <a:lvl5pPr algn="r">
              <a:defRPr>
                <a:latin typeface="Arial Black"/>
                <a:ea typeface="Arial Black"/>
                <a:cs typeface="Arial Black"/>
              </a:defRPr>
            </a:lvl5pPr>
            <a:lvl6pPr algn="r">
              <a:defRPr>
                <a:latin typeface="Arial Black"/>
                <a:ea typeface="Arial Black"/>
                <a:cs typeface="Arial Black"/>
              </a:defRPr>
            </a:lvl6pPr>
            <a:lvl7pPr algn="r">
              <a:defRPr>
                <a:latin typeface="Arial Black"/>
                <a:ea typeface="Arial Black"/>
                <a:cs typeface="Arial Black"/>
              </a:defRPr>
            </a:lvl7pPr>
            <a:lvl8pPr algn="r">
              <a:defRPr>
                <a:latin typeface="Arial Black"/>
                <a:ea typeface="Arial Black"/>
                <a:cs typeface="Arial Black"/>
              </a:defRPr>
            </a:lvl8pPr>
            <a:lvl9pPr algn="r">
              <a:defRPr>
                <a:latin typeface="Arial Black"/>
                <a:ea typeface="Arial Black"/>
                <a:cs typeface="Arial Black"/>
              </a:defRPr>
            </a:lvl9pPr>
          </a:lstStyle>
          <a:p>
            <a:pPr>
              <a:defRPr/>
            </a:pPr>
            <a:r>
              <a:rPr lang="en-US"/>
              <a:t>CLICK TO EDIT </a:t>
            </a:r>
            <a:endParaRPr lang="en-US"/>
          </a:p>
        </p:txBody>
      </p:sp>
      <p:sp>
        <p:nvSpPr>
          <p:cNvPr id="128042620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5879591" y="2919619"/>
            <a:ext cx="5936168" cy="3257343"/>
          </a:xfrm>
        </p:spPr>
        <p:txBody>
          <a:bodyPr/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457200" indent="0" algn="r">
              <a:buNone/>
              <a:defRPr sz="2800">
                <a:solidFill>
                  <a:schemeClr val="tx1"/>
                </a:solidFill>
              </a:defRPr>
            </a:lvl2pPr>
            <a:lvl3pPr marL="914400" indent="0" algn="r">
              <a:buNone/>
              <a:defRPr sz="2800">
                <a:solidFill>
                  <a:schemeClr val="tx1"/>
                </a:solidFill>
              </a:defRPr>
            </a:lvl3pPr>
            <a:lvl4pPr marL="1371600" indent="0" algn="r">
              <a:buNone/>
              <a:defRPr sz="2800">
                <a:solidFill>
                  <a:schemeClr val="tx1"/>
                </a:solidFill>
              </a:defRPr>
            </a:lvl4pPr>
            <a:lvl5pPr marL="1828800" indent="0" algn="r">
              <a:buNone/>
              <a:defRPr sz="2800">
                <a:solidFill>
                  <a:schemeClr val="tx1"/>
                </a:solidFill>
              </a:defRPr>
            </a:lvl5pPr>
            <a:lvl6pPr marL="2286000" indent="0" algn="r">
              <a:buNone/>
              <a:defRPr sz="2800">
                <a:solidFill>
                  <a:schemeClr val="tx1"/>
                </a:solidFill>
              </a:defRPr>
            </a:lvl6pPr>
            <a:lvl7pPr marL="2743200" indent="0" algn="r">
              <a:buNone/>
              <a:defRPr sz="2800">
                <a:solidFill>
                  <a:schemeClr val="tx1"/>
                </a:solidFill>
              </a:defRPr>
            </a:lvl7pPr>
            <a:lvl8pPr marL="3200400" indent="0" algn="r">
              <a:buNone/>
              <a:defRPr sz="2800">
                <a:solidFill>
                  <a:schemeClr val="tx1"/>
                </a:solidFill>
              </a:defRPr>
            </a:lvl8pPr>
            <a:lvl9pPr marL="3657600" indent="0" algn="r">
              <a:buNone/>
              <a:defRPr sz="2800">
                <a:solidFill>
                  <a:schemeClr val="tx1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4774121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61A5B28-7574-9496-0E4B-D1901866E1F9}" type="datetimeFigureOut">
              <a:rPr lang="en-US"/>
              <a:t/>
            </a:fld>
            <a:endParaRPr lang="en-US"/>
          </a:p>
        </p:txBody>
      </p:sp>
      <p:sp>
        <p:nvSpPr>
          <p:cNvPr id="208194348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6581762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A605CA-B5A1-587C-317B-B0E0DC4CD3FA}" type="slidenum">
              <a:rPr lang="en-US"/>
              <a:t/>
            </a:fld>
            <a:endParaRPr lang="en-US"/>
          </a:p>
        </p:txBody>
      </p:sp>
      <p:pic>
        <p:nvPicPr>
          <p:cNvPr id="1403064628" name=""/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>
            <a:off x="0" y="0"/>
            <a:ext cx="5421718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9203752" name=""/>
          <p:cNvSpPr/>
          <p:nvPr/>
        </p:nvSpPr>
        <p:spPr bwMode="auto">
          <a:xfrm rot="0" flipH="0" flipV="0">
            <a:off x="374902" y="365123"/>
            <a:ext cx="11440857" cy="5811838"/>
          </a:xfrm>
          <a:prstGeom prst="roundRect">
            <a:avLst>
              <a:gd name="adj" fmla="val 7216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82491468" name="Content Placeholder 2"/>
          <p:cNvSpPr>
            <a:spLocks noGrp="1"/>
          </p:cNvSpPr>
          <p:nvPr>
            <p:ph sz="half" idx="1"/>
          </p:nvPr>
        </p:nvSpPr>
        <p:spPr bwMode="auto">
          <a:xfrm rot="0" flipH="0" flipV="0">
            <a:off x="374903" y="2258568"/>
            <a:ext cx="5647944" cy="3919538"/>
          </a:xfrm>
        </p:spPr>
        <p:txBody>
          <a:bodyPr vertOverflow="overflow" horzOverflow="overflow" vert="horz" wrap="square" lIns="274319" tIns="274319" rIns="274319" bIns="45720" numCol="1" spcCol="0" rtlCol="0" fromWordArt="0" anchor="t" anchorCtr="0" forceAA="0" upright="0" compatLnSpc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97911628" name="Content Placeholder 3"/>
          <p:cNvSpPr>
            <a:spLocks noGrp="1"/>
          </p:cNvSpPr>
          <p:nvPr>
            <p:ph sz="half" idx="2"/>
          </p:nvPr>
        </p:nvSpPr>
        <p:spPr bwMode="auto">
          <a:xfrm rot="0" flipH="0" flipV="0">
            <a:off x="6172200" y="2258568"/>
            <a:ext cx="5643560" cy="3919538"/>
          </a:xfrm>
        </p:spPr>
        <p:txBody>
          <a:bodyPr vertOverflow="overflow" horzOverflow="overflow" vert="horz" wrap="square" lIns="274319" tIns="274319" rIns="274319" bIns="45720" numCol="1" spcCol="0" rtlCol="0" fromWordArt="0" anchor="t" anchorCtr="0" forceAA="0" upright="0" compatLnSpc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0659598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5983658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2297054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940066506" name="Title 1"/>
          <p:cNvSpPr>
            <a:spLocks noGrp="1"/>
          </p:cNvSpPr>
          <p:nvPr>
            <p:ph type="title"/>
          </p:nvPr>
        </p:nvSpPr>
        <p:spPr bwMode="auto">
          <a:xfrm rot="0" flipH="0" flipV="0">
            <a:off x="374903" y="365760"/>
            <a:ext cx="11440857" cy="189547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757020" name=""/>
          <p:cNvSpPr/>
          <p:nvPr/>
        </p:nvSpPr>
        <p:spPr bwMode="auto">
          <a:xfrm>
            <a:off x="375570" y="2257932"/>
            <a:ext cx="11440857" cy="3919030"/>
          </a:xfrm>
          <a:custGeom>
            <a:avLst/>
            <a:gdLst/>
            <a:ahLst/>
            <a:cxnLst/>
            <a:rect l="0" t="0" r="r" b="b"/>
            <a:pathLst>
              <a:path w="11440858" h="3919031" fill="norm" stroke="1" extrusionOk="0">
                <a:moveTo>
                  <a:pt x="11440858" y="3499648"/>
                </a:moveTo>
                <a:cubicBezTo>
                  <a:pt x="11440858" y="3729715"/>
                  <a:pt x="11251541" y="3919031"/>
                  <a:pt x="11021475" y="3919031"/>
                </a:cubicBezTo>
                <a:cubicBezTo>
                  <a:pt x="11021475" y="3919031"/>
                  <a:pt x="419381" y="3919031"/>
                  <a:pt x="419381" y="3919031"/>
                </a:cubicBezTo>
                <a:cubicBezTo>
                  <a:pt x="189315" y="3919031"/>
                  <a:pt x="0" y="3729715"/>
                  <a:pt x="0" y="3499648"/>
                </a:cubicBezTo>
                <a:cubicBezTo>
                  <a:pt x="0" y="3499648"/>
                  <a:pt x="0" y="0"/>
                  <a:pt x="0" y="0"/>
                </a:cubicBezTo>
                <a:cubicBezTo>
                  <a:pt x="0" y="0"/>
                  <a:pt x="11440858" y="0"/>
                  <a:pt x="11440858" y="0"/>
                </a:cubicBezTo>
                <a:cubicBezTo>
                  <a:pt x="11440858" y="0"/>
                  <a:pt x="11440858" y="3499648"/>
                  <a:pt x="11440858" y="3499648"/>
                </a:cubicBezTo>
                <a:close/>
              </a:path>
            </a:pathLst>
          </a:cu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</p:sp>
      <p:pic>
        <p:nvPicPr>
          <p:cNvPr id="1579364628" name=""/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</p:blipFill>
        <p:spPr bwMode="auto">
          <a:xfrm rot="0" flipH="0" flipV="0">
            <a:off x="374903" y="365760"/>
            <a:ext cx="11439143" cy="1892808"/>
          </a:xfrm>
          <a:prstGeom prst="rect">
            <a:avLst/>
          </a:prstGeom>
        </p:spPr>
      </p:pic>
      <p:sp>
        <p:nvSpPr>
          <p:cNvPr id="107593170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294456" y="365124"/>
            <a:ext cx="8521305" cy="189547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52032753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374903" y="2258568"/>
            <a:ext cx="5624130" cy="823911"/>
          </a:xfrm>
        </p:spPr>
        <p:txBody>
          <a:bodyPr vertOverflow="overflow" horzOverflow="overflow" vert="horz" wrap="square" lIns="274319" tIns="45720" rIns="274319" bIns="45720" numCol="1" spcCol="0" rtlCol="0" fromWordArt="0" anchor="ctr" anchorCtr="0" forceAA="0" upright="0" compatLnSpc="0">
            <a:normAutofit/>
          </a:bodyPr>
          <a:lstStyle>
            <a:lvl1pPr marL="0" indent="0">
              <a:buNone/>
              <a:defRPr sz="3200" b="1"/>
            </a:lvl1pPr>
            <a:lvl2pPr marL="457200" indent="0">
              <a:buNone/>
              <a:defRPr sz="3200" b="1"/>
            </a:lvl2pPr>
            <a:lvl3pPr marL="914400" indent="0">
              <a:buNone/>
              <a:defRPr sz="3200" b="1"/>
            </a:lvl3pPr>
            <a:lvl4pPr marL="1371600" indent="0">
              <a:buNone/>
              <a:defRPr sz="3200" b="1"/>
            </a:lvl4pPr>
            <a:lvl5pPr marL="1828800" indent="0">
              <a:buNone/>
              <a:defRPr sz="3200" b="1"/>
            </a:lvl5pPr>
            <a:lvl6pPr marL="2286000" indent="0">
              <a:buNone/>
              <a:defRPr sz="3200" b="1"/>
            </a:lvl6pPr>
            <a:lvl7pPr marL="2743200" indent="0">
              <a:buNone/>
              <a:defRPr sz="3200" b="1"/>
            </a:lvl7pPr>
            <a:lvl8pPr marL="3200400" indent="0">
              <a:buNone/>
              <a:defRPr sz="3200" b="1"/>
            </a:lvl8pPr>
            <a:lvl9pPr marL="3657600" indent="0">
              <a:buNone/>
              <a:defRPr sz="3200" b="1"/>
            </a:lvl9pPr>
          </a:lstStyle>
          <a:p>
            <a:pPr lvl="0">
              <a:defRPr/>
            </a:pPr>
            <a:r>
              <a:rPr lang="en-US"/>
              <a:t>Click to edit </a:t>
            </a:r>
            <a:endParaRPr/>
          </a:p>
        </p:txBody>
      </p:sp>
      <p:sp>
        <p:nvSpPr>
          <p:cNvPr id="470442144" name="Content Placeholder 3"/>
          <p:cNvSpPr>
            <a:spLocks noGrp="1"/>
          </p:cNvSpPr>
          <p:nvPr>
            <p:ph sz="half" idx="2"/>
          </p:nvPr>
        </p:nvSpPr>
        <p:spPr bwMode="auto">
          <a:xfrm rot="0" flipH="0" flipV="0">
            <a:off x="374903" y="3081528"/>
            <a:ext cx="5621336" cy="3105150"/>
          </a:xfrm>
        </p:spPr>
        <p:txBody>
          <a:bodyPr vertOverflow="overflow" horzOverflow="overflow" vert="horz" wrap="square" lIns="274319" tIns="45720" rIns="274319" bIns="45720" numCol="1" spcCol="0" rtlCol="0" fromWordArt="0" anchor="t" anchorCtr="0" forceAA="0" upright="0" compatLnSpc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94440151" name="Text Placeholder 4"/>
          <p:cNvSpPr>
            <a:spLocks noGrp="1"/>
          </p:cNvSpPr>
          <p:nvPr>
            <p:ph type="body" sz="quarter" idx="3"/>
          </p:nvPr>
        </p:nvSpPr>
        <p:spPr bwMode="auto">
          <a:xfrm rot="0" flipH="0" flipV="0">
            <a:off x="6172200" y="2258568"/>
            <a:ext cx="5623559" cy="822960"/>
          </a:xfrm>
        </p:spPr>
        <p:txBody>
          <a:bodyPr vertOverflow="overflow" horzOverflow="overflow" vert="horz" wrap="square" lIns="274319" tIns="45720" rIns="274319" bIns="45720" numCol="1" spcCol="0" rtlCol="0" fromWordArt="0" anchor="ctr" anchorCtr="0" forceAA="0" upright="0" compatLnSpc="0">
            <a:normAutofit/>
          </a:bodyPr>
          <a:lstStyle>
            <a:lvl1pPr marL="0" indent="0">
              <a:buNone/>
              <a:defRPr sz="3200" b="1"/>
            </a:lvl1pPr>
            <a:lvl2pPr marL="457200" indent="0">
              <a:buNone/>
              <a:defRPr sz="3200" b="1"/>
            </a:lvl2pPr>
            <a:lvl3pPr marL="914400" indent="0">
              <a:buNone/>
              <a:defRPr sz="3200" b="1"/>
            </a:lvl3pPr>
            <a:lvl4pPr marL="1371600" indent="0">
              <a:buNone/>
              <a:defRPr sz="3200" b="1"/>
            </a:lvl4pPr>
            <a:lvl5pPr marL="1828800" indent="0">
              <a:buNone/>
              <a:defRPr sz="3200" b="1"/>
            </a:lvl5pPr>
            <a:lvl6pPr marL="2286000" indent="0">
              <a:buNone/>
              <a:defRPr sz="3200" b="1"/>
            </a:lvl6pPr>
            <a:lvl7pPr marL="2743200" indent="0">
              <a:buNone/>
              <a:defRPr sz="3200" b="1"/>
            </a:lvl7pPr>
            <a:lvl8pPr marL="3200400" indent="0">
              <a:buNone/>
              <a:defRPr sz="3200" b="1"/>
            </a:lvl8pPr>
            <a:lvl9pPr marL="3657600" indent="0">
              <a:buNone/>
              <a:defRPr sz="32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56226403" name="Content Placeholder 5"/>
          <p:cNvSpPr>
            <a:spLocks noGrp="1"/>
          </p:cNvSpPr>
          <p:nvPr>
            <p:ph sz="quarter" idx="4"/>
          </p:nvPr>
        </p:nvSpPr>
        <p:spPr bwMode="auto">
          <a:xfrm rot="0" flipH="0" flipV="0">
            <a:off x="6172200" y="3081528"/>
            <a:ext cx="5623560" cy="3108960"/>
          </a:xfrm>
        </p:spPr>
        <p:txBody>
          <a:bodyPr vertOverflow="overflow" horzOverflow="overflow" vert="horz" wrap="square" lIns="274319" tIns="45720" rIns="274319" bIns="45720" numCol="1" spcCol="0" rtlCol="0" fromWordArt="0" anchor="t" anchorCtr="0" forceAA="0" upright="0" compatLnSpc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90285694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339661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7334757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7318794" name=""/>
          <p:cNvSpPr/>
          <p:nvPr/>
        </p:nvSpPr>
        <p:spPr bwMode="auto">
          <a:xfrm rot="0" flipH="0" flipV="0">
            <a:off x="374902" y="365123"/>
            <a:ext cx="4397121" cy="5811838"/>
          </a:xfrm>
          <a:prstGeom prst="roundRect">
            <a:avLst>
              <a:gd name="adj" fmla="val 7216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97827577" name="Title 1"/>
          <p:cNvSpPr>
            <a:spLocks noGrp="1"/>
          </p:cNvSpPr>
          <p:nvPr>
            <p:ph type="title"/>
          </p:nvPr>
        </p:nvSpPr>
        <p:spPr bwMode="auto">
          <a:xfrm rot="0" flipH="0" flipV="0">
            <a:off x="374903" y="365760"/>
            <a:ext cx="4397121" cy="1692275"/>
          </a:xfrm>
        </p:spPr>
        <p:txBody>
          <a:bodyPr vertOverflow="overflow" horzOverflow="overflow" vert="horz" wrap="square" lIns="274319" tIns="45720" rIns="274319" bIns="45720" numCol="1" spcCol="0" rtlCol="0" fromWordArt="0" anchor="t" anchorCtr="0" forceAA="0" upright="0" compatLnSpc="0">
            <a:normAutofit/>
          </a:bodyPr>
          <a:lstStyle>
            <a:lvl1pPr>
              <a:defRPr sz="4400"/>
            </a:lvl1pPr>
            <a:lvl2pPr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  <a:lvl6pPr>
              <a:defRPr sz="4400"/>
            </a:lvl6pPr>
            <a:lvl7pPr>
              <a:defRPr sz="4400"/>
            </a:lvl7pPr>
            <a:lvl8pPr>
              <a:defRPr sz="4400"/>
            </a:lvl8pPr>
            <a:lvl9pPr>
              <a:defRPr sz="4400"/>
            </a:lvl9pPr>
          </a:lstStyle>
          <a:p>
            <a:pPr>
              <a:defRPr/>
            </a:pPr>
            <a:r>
              <a:rPr lang="en-US"/>
              <a:t>CLICK TO EDIT MASTER TITLE </a:t>
            </a:r>
            <a:endParaRPr lang="en-US"/>
          </a:p>
        </p:txBody>
      </p:sp>
      <p:sp>
        <p:nvSpPr>
          <p:cNvPr id="631197999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6" y="365123"/>
            <a:ext cx="6632573" cy="5811838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69351769" name="Text Placeholder 3"/>
          <p:cNvSpPr>
            <a:spLocks noGrp="1"/>
          </p:cNvSpPr>
          <p:nvPr>
            <p:ph type="body" sz="half" idx="2"/>
          </p:nvPr>
        </p:nvSpPr>
        <p:spPr bwMode="auto">
          <a:xfrm rot="0" flipH="0" flipV="0">
            <a:off x="374903" y="2057400"/>
            <a:ext cx="4397121" cy="4118926"/>
          </a:xfrm>
        </p:spPr>
        <p:txBody>
          <a:bodyPr vertOverflow="overflow" horzOverflow="overflow" vert="horz" wrap="square" lIns="274319" tIns="274319" rIns="274319" bIns="45720" numCol="1" spcCol="0" rtlCol="0" fromWordArt="0" anchor="t" anchorCtr="0" forceAA="0" upright="0" compatLnSpc="0"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  <a:lvl6pPr marL="2286000" indent="0">
              <a:buNone/>
              <a:defRPr sz="2400"/>
            </a:lvl6pPr>
            <a:lvl7pPr marL="2743200" indent="0">
              <a:buNone/>
              <a:defRPr sz="2400"/>
            </a:lvl7pPr>
            <a:lvl8pPr marL="3200400" indent="0">
              <a:buNone/>
              <a:defRPr sz="2400"/>
            </a:lvl8pPr>
            <a:lvl9pPr marL="3657600" indent="0">
              <a:buNone/>
              <a:defRPr sz="2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7311199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027584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8898083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94684833" name=""/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</p:blipFill>
        <p:spPr bwMode="auto">
          <a:xfrm flipH="0">
            <a:off x="0" y="0"/>
            <a:ext cx="5267323" cy="6858000"/>
          </a:xfrm>
          <a:prstGeom prst="rect">
            <a:avLst/>
          </a:prstGeom>
        </p:spPr>
      </p:pic>
      <p:sp>
        <p:nvSpPr>
          <p:cNvPr id="460452406" name="Title 1"/>
          <p:cNvSpPr>
            <a:spLocks noGrp="1"/>
          </p:cNvSpPr>
          <p:nvPr>
            <p:ph type="title"/>
          </p:nvPr>
        </p:nvSpPr>
        <p:spPr bwMode="auto">
          <a:xfrm rot="0" flipH="0" flipV="0">
            <a:off x="6172200" y="4472410"/>
            <a:ext cx="5405841" cy="1902312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lstStyle>
            <a:lvl1pPr algn="r">
              <a:defRPr>
                <a:latin typeface="Arial"/>
                <a:ea typeface="Arial"/>
                <a:cs typeface="Arial"/>
              </a:defRPr>
            </a:lvl1pPr>
            <a:lvl2pPr>
              <a:defRPr>
                <a:latin typeface="Arial Black"/>
                <a:ea typeface="Arial Black"/>
                <a:cs typeface="Arial Black"/>
              </a:defRPr>
            </a:lvl2pPr>
            <a:lvl3pPr>
              <a:defRPr>
                <a:latin typeface="Arial Black"/>
                <a:ea typeface="Arial Black"/>
                <a:cs typeface="Arial Black"/>
              </a:defRPr>
            </a:lvl3pPr>
            <a:lvl4pPr>
              <a:defRPr>
                <a:latin typeface="Arial Black"/>
                <a:ea typeface="Arial Black"/>
                <a:cs typeface="Arial Black"/>
              </a:defRPr>
            </a:lvl4pPr>
            <a:lvl5pPr>
              <a:defRPr>
                <a:latin typeface="Arial Black"/>
                <a:ea typeface="Arial Black"/>
                <a:cs typeface="Arial Black"/>
              </a:defRPr>
            </a:lvl5pPr>
            <a:lvl6pPr>
              <a:defRPr>
                <a:latin typeface="Arial Black"/>
                <a:ea typeface="Arial Black"/>
                <a:cs typeface="Arial Black"/>
              </a:defRPr>
            </a:lvl6pPr>
            <a:lvl7pPr>
              <a:defRPr>
                <a:latin typeface="Arial Black"/>
                <a:ea typeface="Arial Black"/>
                <a:cs typeface="Arial Black"/>
              </a:defRPr>
            </a:lvl7pPr>
            <a:lvl8pPr>
              <a:defRPr>
                <a:latin typeface="Arial Black"/>
                <a:ea typeface="Arial Black"/>
                <a:cs typeface="Arial Black"/>
              </a:defRPr>
            </a:lvl8pPr>
            <a:lvl9pPr>
              <a:defRPr>
                <a:latin typeface="Arial Black"/>
                <a:ea typeface="Arial Black"/>
                <a:cs typeface="Arial Black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17137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7767298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9152937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9370127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8014718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3047922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448894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76735103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8987937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527184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039237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3983064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484435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024662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228173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862519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5730118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14200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9690593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5290825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8468873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061324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0797832" name="Title Placeholder 1"/>
          <p:cNvSpPr>
            <a:spLocks noGrp="1"/>
          </p:cNvSpPr>
          <p:nvPr>
            <p:ph type="title"/>
          </p:nvPr>
        </p:nvSpPr>
        <p:spPr bwMode="auto">
          <a:xfrm rot="0" flipH="0" flipV="0">
            <a:off x="841248" y="365760"/>
            <a:ext cx="9289407" cy="1895473"/>
          </a:xfrm>
          <a:prstGeom prst="rect">
            <a:avLst/>
          </a:prstGeom>
        </p:spPr>
        <p:txBody>
          <a:bodyPr vertOverflow="overflow" horzOverflow="overflow" vert="horz" wrap="square" lIns="274319" tIns="274319" rIns="274319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2719986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841248" y="2258568"/>
            <a:ext cx="9289407" cy="3916363"/>
          </a:xfrm>
          <a:prstGeom prst="rect">
            <a:avLst/>
          </a:prstGeom>
        </p:spPr>
        <p:txBody>
          <a:bodyPr vertOverflow="overflow" horzOverflow="overflow" vert="horz" wrap="square" lIns="274319" tIns="274319" rIns="274319" bIns="45720" numCol="1" spcCol="0" rtlCol="0" fromWordArt="0" anchor="t" anchorCtr="0" forceAA="0" upright="0" compatLnSpc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8982123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655641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7302270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 flipH="0" flipV="0">
            <a:off x="8610599" y="6356349"/>
            <a:ext cx="1517008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2265492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33685962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Spaces and Faces">
  <a:themeElements>
    <a:clrScheme name="Violet">
      <a:dk1>
        <a:srgbClr val="000000"/>
      </a:dk1>
      <a:lt1>
        <a:srgbClr val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 Theme">
      <a:majorFont>
        <a:latin typeface="Arial"/>
        <a:ea typeface="SimSun"/>
        <a:cs typeface="Arial"/>
      </a:majorFont>
      <a:minorFont>
        <a:latin typeface="Arial"/>
        <a:ea typeface="SimSun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onlyoffice/9.3.1.4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10</cp:revision>
  <dcterms:modified xsi:type="dcterms:W3CDTF">2026-03-26T11:35:46Z</dcterms:modified>
</cp:coreProperties>
</file>
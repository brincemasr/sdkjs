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6697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547471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2216219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3593897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16547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712842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135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73869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3608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1">
                <a:lumMod val="50000"/>
              </a:schemeClr>
            </a:gs>
            <a:gs pos="30000">
              <a:schemeClr val="accent1">
                <a:lumMod val="75000"/>
              </a:schemeClr>
            </a:gs>
            <a:gs pos="60000">
              <a:schemeClr val="bg2">
                <a:lumMod val="25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8757217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0" t="14394" r="0" b="0"/>
          <a:stretch/>
        </p:blipFill>
        <p:spPr bwMode="auto">
          <a:xfrm rot="0" flipH="0" flipV="0">
            <a:off x="23811" y="-25031"/>
            <a:ext cx="7882775" cy="6883031"/>
          </a:xfrm>
          <a:prstGeom prst="rect">
            <a:avLst/>
          </a:prstGeom>
        </p:spPr>
      </p:pic>
      <p:pic>
        <p:nvPicPr>
          <p:cNvPr id="1737640856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rot="5399999">
            <a:off x="42862" y="-42862"/>
            <a:ext cx="4286250" cy="4371975"/>
          </a:xfrm>
          <a:prstGeom prst="rect">
            <a:avLst/>
          </a:prstGeom>
        </p:spPr>
      </p:pic>
      <p:pic>
        <p:nvPicPr>
          <p:cNvPr id="1198422883" name=""/>
          <p:cNvPicPr>
            <a:picLocks noChangeAspect="1"/>
          </p:cNvPicPr>
          <p:nvPr/>
        </p:nvPicPr>
        <p:blipFill rotWithShape="1">
          <a:blip r:embed="rId3">
            <a:alphaModFix amt="49999"/>
          </a:blip>
          <a:stretch/>
        </p:blipFill>
        <p:spPr bwMode="auto">
          <a:xfrm flipH="0" flipV="0">
            <a:off x="4329782" y="-22156"/>
            <a:ext cx="7862215" cy="3467098"/>
          </a:xfrm>
          <a:prstGeom prst="rect">
            <a:avLst/>
          </a:prstGeom>
        </p:spPr>
      </p:pic>
      <p:sp>
        <p:nvSpPr>
          <p:cNvPr id="1707960760" name=""/>
          <p:cNvSpPr/>
          <p:nvPr/>
        </p:nvSpPr>
        <p:spPr bwMode="auto">
          <a:xfrm rot="0" flipH="0" flipV="0">
            <a:off x="9272457" y="1228496"/>
            <a:ext cx="2919539" cy="1603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2897" y="42945"/>
                </a:lnTo>
                <a:lnTo>
                  <a:pt x="0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000">
                <a:schemeClr val="accent4">
                  <a:lumMod val="75000"/>
                  <a:alpha val="69000"/>
                </a:schemeClr>
              </a:gs>
              <a:gs pos="57000">
                <a:schemeClr val="accent1">
                  <a:lumMod val="75000"/>
                  <a:alpha val="69000"/>
                </a:schemeClr>
              </a:gs>
              <a:gs pos="100000">
                <a:schemeClr val="accent1">
                  <a:lumMod val="50000"/>
                  <a:alpha val="69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619779" name=""/>
          <p:cNvSpPr/>
          <p:nvPr/>
        </p:nvSpPr>
        <p:spPr bwMode="auto">
          <a:xfrm rot="0" flipH="0" flipV="0">
            <a:off x="11283660" y="2268632"/>
            <a:ext cx="908337" cy="247436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200" y="35439"/>
                </a:lnTo>
                <a:lnTo>
                  <a:pt x="1752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2770586" name=""/>
          <p:cNvSpPr/>
          <p:nvPr/>
        </p:nvSpPr>
        <p:spPr bwMode="auto">
          <a:xfrm rot="0" flipH="0" flipV="0">
            <a:off x="11161980" y="3265120"/>
            <a:ext cx="1049067" cy="177153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855" y="43200"/>
                </a:moveTo>
                <a:lnTo>
                  <a:pt x="0" y="0"/>
                </a:lnTo>
                <a:lnTo>
                  <a:pt x="43200" y="21599"/>
                </a:lnTo>
                <a:lnTo>
                  <a:pt x="855" y="43200"/>
                </a:lnTo>
                <a:close/>
              </a:path>
            </a:pathLst>
          </a:custGeom>
          <a:gradFill>
            <a:gsLst>
              <a:gs pos="38000">
                <a:schemeClr val="accent4">
                  <a:lumMod val="50000"/>
                  <a:alpha val="67000"/>
                </a:schemeClr>
              </a:gs>
              <a:gs pos="100000">
                <a:schemeClr val="accent1">
                  <a:lumMod val="75000"/>
                  <a:alpha val="67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3201851" name=""/>
          <p:cNvSpPr/>
          <p:nvPr/>
        </p:nvSpPr>
        <p:spPr bwMode="auto">
          <a:xfrm rot="0" flipH="0" flipV="0">
            <a:off x="11430644" y="4127816"/>
            <a:ext cx="780402" cy="273018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9538"/>
                </a:moveTo>
                <a:lnTo>
                  <a:pt x="43200" y="0"/>
                </a:lnTo>
                <a:lnTo>
                  <a:pt x="42524" y="43200"/>
                </a:lnTo>
                <a:lnTo>
                  <a:pt x="446" y="43200"/>
                </a:lnTo>
                <a:lnTo>
                  <a:pt x="0" y="953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368608" name=""/>
          <p:cNvSpPr/>
          <p:nvPr/>
        </p:nvSpPr>
        <p:spPr bwMode="auto">
          <a:xfrm rot="0" flipH="0" flipV="0">
            <a:off x="9776290" y="5974218"/>
            <a:ext cx="1803717" cy="88877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781" y="501"/>
                </a:moveTo>
                <a:lnTo>
                  <a:pt x="43086" y="0"/>
                </a:lnTo>
                <a:lnTo>
                  <a:pt x="43200" y="43166"/>
                </a:lnTo>
                <a:cubicBezTo>
                  <a:pt x="28800" y="43177"/>
                  <a:pt x="14400" y="43188"/>
                  <a:pt x="0" y="43200"/>
                </a:cubicBezTo>
                <a:lnTo>
                  <a:pt x="781" y="501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7489485" name=""/>
          <p:cNvSpPr/>
          <p:nvPr/>
        </p:nvSpPr>
        <p:spPr bwMode="auto">
          <a:xfrm rot="0" flipH="0" flipV="0">
            <a:off x="6048763" y="1206110"/>
            <a:ext cx="2805195" cy="26513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2827"/>
                </a:moveTo>
                <a:lnTo>
                  <a:pt x="41604" y="0"/>
                </a:lnTo>
                <a:lnTo>
                  <a:pt x="43200" y="41999"/>
                </a:lnTo>
                <a:lnTo>
                  <a:pt x="1018" y="43200"/>
                </a:lnTo>
                <a:lnTo>
                  <a:pt x="0" y="22827"/>
                </a:ln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77117991" name=""/>
          <p:cNvSpPr/>
          <p:nvPr/>
        </p:nvSpPr>
        <p:spPr bwMode="auto">
          <a:xfrm rot="0" flipH="0" flipV="0">
            <a:off x="6022360" y="2611603"/>
            <a:ext cx="857973" cy="42441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288" y="0"/>
                </a:moveTo>
                <a:lnTo>
                  <a:pt x="43200" y="4940"/>
                </a:lnTo>
                <a:lnTo>
                  <a:pt x="43200" y="43200"/>
                </a:lnTo>
                <a:lnTo>
                  <a:pt x="0" y="43200"/>
                </a:lnTo>
                <a:lnTo>
                  <a:pt x="1288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68149081" name=""/>
          <p:cNvSpPr/>
          <p:nvPr/>
        </p:nvSpPr>
        <p:spPr bwMode="auto">
          <a:xfrm rot="0" flipH="0" flipV="0">
            <a:off x="6865785" y="1711392"/>
            <a:ext cx="2738910" cy="260786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4" y="22952"/>
                </a:moveTo>
                <a:lnTo>
                  <a:pt x="42160" y="0"/>
                </a:lnTo>
                <a:lnTo>
                  <a:pt x="43200" y="41980"/>
                </a:lnTo>
                <a:lnTo>
                  <a:pt x="0" y="43200"/>
                </a:lnTo>
                <a:lnTo>
                  <a:pt x="194" y="2295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31000">
                <a:schemeClr val="accent1">
                  <a:lumMod val="75000"/>
                </a:schemeClr>
              </a:gs>
              <a:gs pos="75000">
                <a:schemeClr val="accent2">
                  <a:lumMod val="5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0635679" name=""/>
          <p:cNvSpPr/>
          <p:nvPr/>
        </p:nvSpPr>
        <p:spPr bwMode="auto">
          <a:xfrm rot="0" flipH="0" flipV="0">
            <a:off x="9776290" y="5935143"/>
            <a:ext cx="1803690" cy="92285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780" y="2077"/>
                </a:moveTo>
                <a:lnTo>
                  <a:pt x="43087" y="0"/>
                </a:lnTo>
                <a:lnTo>
                  <a:pt x="43200" y="43166"/>
                </a:lnTo>
                <a:cubicBezTo>
                  <a:pt x="28800" y="43177"/>
                  <a:pt x="14400" y="43188"/>
                  <a:pt x="0" y="43200"/>
                </a:cubicBezTo>
                <a:lnTo>
                  <a:pt x="780" y="2077"/>
                </a:lnTo>
                <a:close/>
              </a:path>
            </a:pathLst>
          </a:custGeom>
          <a:gradFill>
            <a:gsLst>
              <a:gs pos="57000">
                <a:schemeClr val="accent1">
                  <a:lumMod val="50000"/>
                  <a:alpha val="87000"/>
                </a:schemeClr>
              </a:gs>
              <a:gs pos="100000">
                <a:schemeClr val="accent1">
                  <a:alpha val="87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294244" name=""/>
          <p:cNvSpPr/>
          <p:nvPr/>
        </p:nvSpPr>
        <p:spPr bwMode="auto">
          <a:xfrm rot="0" flipH="0" flipV="0">
            <a:off x="6685002" y="4026929"/>
            <a:ext cx="891333" cy="283106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tx2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7893674" name=""/>
          <p:cNvSpPr/>
          <p:nvPr/>
        </p:nvSpPr>
        <p:spPr bwMode="auto">
          <a:xfrm rot="0" flipH="0" flipV="0">
            <a:off x="8611041" y="5895378"/>
            <a:ext cx="1769769" cy="96261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1785855" name=""/>
          <p:cNvSpPr/>
          <p:nvPr/>
        </p:nvSpPr>
        <p:spPr bwMode="auto">
          <a:xfrm rot="0" flipH="0" flipV="0">
            <a:off x="6402942" y="4064238"/>
            <a:ext cx="4646646" cy="206287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15420" y="1065"/>
                </a:lnTo>
                <a:lnTo>
                  <a:pt x="43199" y="30410"/>
                </a:lnTo>
                <a:lnTo>
                  <a:pt x="33965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9000">
                <a:schemeClr val="accent1"/>
              </a:gs>
              <a:gs pos="100000">
                <a:schemeClr val="tx2"/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2886197" name=""/>
          <p:cNvSpPr/>
          <p:nvPr/>
        </p:nvSpPr>
        <p:spPr bwMode="auto">
          <a:xfrm rot="0" flipH="0" flipV="0">
            <a:off x="8030334" y="1252383"/>
            <a:ext cx="1789996" cy="384328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643" y="0"/>
                </a:moveTo>
                <a:lnTo>
                  <a:pt x="43030" y="10271"/>
                </a:lnTo>
                <a:lnTo>
                  <a:pt x="43200" y="43200"/>
                </a:lnTo>
                <a:lnTo>
                  <a:pt x="0" y="32147"/>
                </a:lnTo>
                <a:lnTo>
                  <a:pt x="643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23835572" name=""/>
          <p:cNvSpPr/>
          <p:nvPr/>
        </p:nvSpPr>
        <p:spPr bwMode="auto">
          <a:xfrm rot="0" flipH="0" flipV="0">
            <a:off x="6407388" y="3160017"/>
            <a:ext cx="1637386" cy="103961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7479"/>
                </a:moveTo>
                <a:lnTo>
                  <a:pt x="43198" y="0"/>
                </a:lnTo>
                <a:lnTo>
                  <a:pt x="43200" y="43200"/>
                </a:lnTo>
                <a:lnTo>
                  <a:pt x="0" y="37668"/>
                </a:lnTo>
                <a:lnTo>
                  <a:pt x="0" y="37479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68000">
                <a:schemeClr val="accent1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134030" name=""/>
          <p:cNvSpPr/>
          <p:nvPr/>
        </p:nvSpPr>
        <p:spPr bwMode="auto">
          <a:xfrm rot="0" flipH="0" flipV="0">
            <a:off x="6826345" y="4114498"/>
            <a:ext cx="3569389" cy="173548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878"/>
                </a:moveTo>
                <a:lnTo>
                  <a:pt x="14649" y="0"/>
                </a:lnTo>
                <a:lnTo>
                  <a:pt x="43200" y="33662"/>
                </a:lnTo>
                <a:lnTo>
                  <a:pt x="33573" y="43200"/>
                </a:lnTo>
                <a:lnTo>
                  <a:pt x="0" y="4878"/>
                </a:lnTo>
                <a:close/>
              </a:path>
            </a:pathLst>
          </a:custGeom>
          <a:gradFill>
            <a:gsLst>
              <a:gs pos="38000">
                <a:schemeClr val="tx2">
                  <a:alpha val="15000"/>
                </a:schemeClr>
              </a:gs>
              <a:gs pos="99000">
                <a:schemeClr val="accent1">
                  <a:alpha val="15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81811929" name=""/>
          <p:cNvSpPr/>
          <p:nvPr/>
        </p:nvSpPr>
        <p:spPr bwMode="auto">
          <a:xfrm rot="0" flipH="0" flipV="0">
            <a:off x="8032789" y="1251228"/>
            <a:ext cx="1779907" cy="388791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83" y="0"/>
                </a:moveTo>
                <a:lnTo>
                  <a:pt x="42920" y="10124"/>
                </a:lnTo>
                <a:lnTo>
                  <a:pt x="43200" y="43200"/>
                </a:lnTo>
                <a:lnTo>
                  <a:pt x="0" y="31881"/>
                </a:lnTo>
                <a:lnTo>
                  <a:pt x="383" y="0"/>
                </a:lnTo>
                <a:close/>
              </a:path>
            </a:pathLst>
          </a:custGeom>
          <a:gradFill>
            <a:gsLst>
              <a:gs pos="0">
                <a:schemeClr val="tx2">
                  <a:alpha val="80000"/>
                </a:schemeClr>
              </a:gs>
              <a:gs pos="46000">
                <a:schemeClr val="accent1">
                  <a:lumMod val="75000"/>
                  <a:alpha val="80000"/>
                </a:schemeClr>
              </a:gs>
              <a:gs pos="100000">
                <a:schemeClr val="tx2">
                  <a:lumMod val="75000"/>
                  <a:alpha val="80000"/>
                </a:schemeClr>
              </a:gs>
            </a:gsLst>
            <a:lin ang="5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73877" name=""/>
          <p:cNvSpPr/>
          <p:nvPr/>
        </p:nvSpPr>
        <p:spPr bwMode="auto">
          <a:xfrm rot="0" flipH="0" flipV="0">
            <a:off x="9583798" y="3193304"/>
            <a:ext cx="907484" cy="278091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5"/>
                </a:moveTo>
                <a:lnTo>
                  <a:pt x="42548" y="0"/>
                </a:lnTo>
                <a:lnTo>
                  <a:pt x="43200" y="43200"/>
                </a:lnTo>
                <a:lnTo>
                  <a:pt x="284" y="34954"/>
                </a:lnTo>
                <a:lnTo>
                  <a:pt x="0" y="25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328984" name=""/>
          <p:cNvSpPr/>
          <p:nvPr/>
        </p:nvSpPr>
        <p:spPr bwMode="auto">
          <a:xfrm rot="0" flipH="0" flipV="0">
            <a:off x="9584388" y="3114468"/>
            <a:ext cx="907483" cy="278091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5"/>
                </a:moveTo>
                <a:lnTo>
                  <a:pt x="42548" y="0"/>
                </a:lnTo>
                <a:lnTo>
                  <a:pt x="43200" y="43200"/>
                </a:lnTo>
                <a:lnTo>
                  <a:pt x="251" y="35333"/>
                </a:lnTo>
                <a:lnTo>
                  <a:pt x="0" y="25"/>
                </a:lnTo>
                <a:close/>
              </a:path>
            </a:pathLst>
          </a:custGeom>
          <a:gradFill>
            <a:gsLst>
              <a:gs pos="1000">
                <a:schemeClr val="tx2">
                  <a:alpha val="70000"/>
                </a:schemeClr>
              </a:gs>
              <a:gs pos="69000">
                <a:schemeClr val="accent1">
                  <a:lumMod val="75000"/>
                  <a:alpha val="70000"/>
                </a:schemeClr>
              </a:gs>
              <a:gs pos="89000">
                <a:schemeClr val="accent1">
                  <a:alpha val="70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962536" name=""/>
          <p:cNvSpPr/>
          <p:nvPr/>
        </p:nvSpPr>
        <p:spPr bwMode="auto">
          <a:xfrm rot="0" flipH="0" flipV="0">
            <a:off x="8480747" y="2977527"/>
            <a:ext cx="889173" cy="147484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14860"/>
                </a:lnTo>
                <a:lnTo>
                  <a:pt x="43024" y="43200"/>
                </a:lnTo>
                <a:lnTo>
                  <a:pt x="0" y="287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25504761" name=""/>
          <p:cNvSpPr/>
          <p:nvPr/>
        </p:nvSpPr>
        <p:spPr bwMode="auto">
          <a:xfrm rot="0" flipH="0" flipV="0">
            <a:off x="8498445" y="2979146"/>
            <a:ext cx="1705699" cy="50876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993" y="43200"/>
                </a:moveTo>
                <a:cubicBezTo>
                  <a:pt x="21993" y="43200"/>
                  <a:pt x="0" y="0"/>
                  <a:pt x="0" y="0"/>
                </a:cubicBezTo>
                <a:cubicBezTo>
                  <a:pt x="0" y="0"/>
                  <a:pt x="39807" y="4466"/>
                  <a:pt x="43200" y="3708"/>
                </a:cubicBezTo>
                <a:cubicBezTo>
                  <a:pt x="39656" y="10532"/>
                  <a:pt x="21993" y="43200"/>
                  <a:pt x="21993" y="43200"/>
                </a:cubicBezTo>
                <a:close/>
              </a:path>
            </a:pathLst>
          </a:custGeom>
          <a:gradFill>
            <a:gsLst>
              <a:gs pos="8000">
                <a:schemeClr val="accent4">
                  <a:lumMod val="75000"/>
                  <a:alpha val="55000"/>
                </a:schemeClr>
              </a:gs>
              <a:gs pos="54000">
                <a:srgbClr val="7ACCB5">
                  <a:alpha val="55000"/>
                </a:srgbClr>
              </a:gs>
              <a:gs pos="100000">
                <a:schemeClr val="bg1">
                  <a:alpha val="5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55516779" name=""/>
          <p:cNvSpPr/>
          <p:nvPr/>
        </p:nvSpPr>
        <p:spPr bwMode="auto">
          <a:xfrm rot="0" flipH="0" flipV="0">
            <a:off x="8469626" y="2970954"/>
            <a:ext cx="900293" cy="148303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15016"/>
                </a:lnTo>
                <a:lnTo>
                  <a:pt x="43026" y="43200"/>
                </a:lnTo>
                <a:lnTo>
                  <a:pt x="533" y="288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  <a:alpha val="80000"/>
                </a:schemeClr>
              </a:gs>
              <a:gs pos="73000">
                <a:schemeClr val="accent1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12639236" name=""/>
          <p:cNvSpPr/>
          <p:nvPr/>
        </p:nvSpPr>
        <p:spPr bwMode="auto">
          <a:xfrm rot="0" flipH="0" flipV="0">
            <a:off x="8043380" y="807890"/>
            <a:ext cx="3543277" cy="268001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5317" y="34989"/>
                </a:moveTo>
                <a:cubicBezTo>
                  <a:pt x="5317" y="34989"/>
                  <a:pt x="21094" y="23367"/>
                  <a:pt x="21094" y="23367"/>
                </a:cubicBezTo>
                <a:cubicBezTo>
                  <a:pt x="21094" y="23367"/>
                  <a:pt x="0" y="7199"/>
                  <a:pt x="0" y="7199"/>
                </a:cubicBezTo>
                <a:cubicBezTo>
                  <a:pt x="0" y="7199"/>
                  <a:pt x="10740" y="20"/>
                  <a:pt x="10740" y="20"/>
                </a:cubicBezTo>
                <a:cubicBezTo>
                  <a:pt x="10740" y="20"/>
                  <a:pt x="10636" y="-308"/>
                  <a:pt x="31693" y="15141"/>
                </a:cubicBezTo>
                <a:lnTo>
                  <a:pt x="43200" y="23469"/>
                </a:lnTo>
                <a:cubicBezTo>
                  <a:pt x="43200" y="23469"/>
                  <a:pt x="43159" y="23581"/>
                  <a:pt x="43159" y="23581"/>
                </a:cubicBezTo>
                <a:cubicBezTo>
                  <a:pt x="43159" y="23581"/>
                  <a:pt x="16134" y="43200"/>
                  <a:pt x="16134" y="43200"/>
                </a:cubicBezTo>
                <a:cubicBezTo>
                  <a:pt x="16134" y="43200"/>
                  <a:pt x="5317" y="34989"/>
                  <a:pt x="5317" y="34989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76000">
                <a:schemeClr val="accent4">
                  <a:lumMod val="7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83177960" name=""/>
          <p:cNvSpPr/>
          <p:nvPr/>
        </p:nvSpPr>
        <p:spPr bwMode="auto">
          <a:xfrm rot="0" flipH="0" flipV="0">
            <a:off x="6402942" y="4064238"/>
            <a:ext cx="3093014" cy="280165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cubicBezTo>
                  <a:pt x="0" y="0"/>
                  <a:pt x="43200" y="26887"/>
                  <a:pt x="43200" y="26887"/>
                </a:cubicBezTo>
                <a:cubicBezTo>
                  <a:pt x="43200" y="26887"/>
                  <a:pt x="42885" y="34192"/>
                  <a:pt x="42885" y="34192"/>
                </a:cubicBezTo>
                <a:cubicBezTo>
                  <a:pt x="42885" y="34192"/>
                  <a:pt x="7114" y="12140"/>
                  <a:pt x="7114" y="12140"/>
                </a:cubicBezTo>
                <a:cubicBezTo>
                  <a:pt x="7114" y="12140"/>
                  <a:pt x="7157" y="43155"/>
                  <a:pt x="7157" y="43155"/>
                </a:cubicBezTo>
                <a:cubicBezTo>
                  <a:pt x="7157" y="43155"/>
                  <a:pt x="15" y="43200"/>
                  <a:pt x="15" y="43200"/>
                </a:cubicBezTo>
                <a:cubicBezTo>
                  <a:pt x="15" y="43200"/>
                  <a:pt x="63" y="7793"/>
                  <a:pt x="63" y="7793"/>
                </a:cubicBezTo>
                <a:lnTo>
                  <a:pt x="61" y="7792"/>
                </a:lnTo>
                <a:cubicBezTo>
                  <a:pt x="61" y="7792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4">
                  <a:lumMod val="7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479640047" name=""/>
          <p:cNvSpPr/>
          <p:nvPr/>
        </p:nvSpPr>
        <p:spPr bwMode="auto">
          <a:xfrm rot="0" flipH="0" flipV="0">
            <a:off x="8607190" y="5895361"/>
            <a:ext cx="922842" cy="96263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1624" y="22771"/>
                </a:lnTo>
                <a:lnTo>
                  <a:pt x="43200" y="43097"/>
                </a:lnTo>
                <a:lnTo>
                  <a:pt x="204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60000"/>
                </a:schemeClr>
              </a:gs>
              <a:gs pos="100000">
                <a:schemeClr val="accent1">
                  <a:lumMod val="50000"/>
                  <a:alpha val="6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377919712" name=""/>
          <p:cNvSpPr/>
          <p:nvPr/>
        </p:nvSpPr>
        <p:spPr bwMode="auto">
          <a:xfrm rot="0" flipH="0" flipV="0">
            <a:off x="8607190" y="5398498"/>
            <a:ext cx="1909380" cy="103822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1194"/>
                </a:moveTo>
                <a:lnTo>
                  <a:pt x="22336" y="0"/>
                </a:lnTo>
                <a:lnTo>
                  <a:pt x="43200" y="21400"/>
                </a:lnTo>
                <a:lnTo>
                  <a:pt x="21109" y="43200"/>
                </a:lnTo>
                <a:lnTo>
                  <a:pt x="0" y="21194"/>
                </a:lnTo>
                <a:close/>
              </a:path>
            </a:pathLst>
          </a:custGeom>
          <a:gradFill>
            <a:gsLst>
              <a:gs pos="3000">
                <a:schemeClr val="accent4">
                  <a:lumMod val="50000"/>
                </a:schemeClr>
              </a:gs>
              <a:gs pos="32000">
                <a:schemeClr val="accent4">
                  <a:lumMod val="75000"/>
                </a:schemeClr>
              </a:gs>
              <a:gs pos="80000">
                <a:schemeClr val="accent4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256564" name=""/>
          <p:cNvSpPr/>
          <p:nvPr/>
        </p:nvSpPr>
        <p:spPr bwMode="auto">
          <a:xfrm rot="0" flipH="0" flipV="0">
            <a:off x="9366297" y="2263298"/>
            <a:ext cx="2218082" cy="459240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8738"/>
                </a:moveTo>
                <a:cubicBezTo>
                  <a:pt x="43200" y="8738"/>
                  <a:pt x="43180" y="35846"/>
                  <a:pt x="43180" y="35846"/>
                </a:cubicBezTo>
                <a:cubicBezTo>
                  <a:pt x="43180" y="35846"/>
                  <a:pt x="22172" y="41208"/>
                  <a:pt x="22172" y="41208"/>
                </a:cubicBezTo>
                <a:cubicBezTo>
                  <a:pt x="22172" y="41208"/>
                  <a:pt x="22130" y="43199"/>
                  <a:pt x="22130" y="43199"/>
                </a:cubicBezTo>
                <a:lnTo>
                  <a:pt x="2505" y="43200"/>
                </a:lnTo>
                <a:cubicBezTo>
                  <a:pt x="2505" y="43200"/>
                  <a:pt x="2406" y="38976"/>
                  <a:pt x="2406" y="38976"/>
                </a:cubicBezTo>
                <a:cubicBezTo>
                  <a:pt x="2406" y="38976"/>
                  <a:pt x="21730" y="34214"/>
                  <a:pt x="21730" y="34214"/>
                </a:cubicBezTo>
                <a:cubicBezTo>
                  <a:pt x="21730" y="34214"/>
                  <a:pt x="21494" y="14718"/>
                  <a:pt x="21494" y="14718"/>
                </a:cubicBezTo>
                <a:cubicBezTo>
                  <a:pt x="21494" y="14718"/>
                  <a:pt x="0" y="20506"/>
                  <a:pt x="0" y="20506"/>
                </a:cubicBezTo>
                <a:cubicBezTo>
                  <a:pt x="0" y="20506"/>
                  <a:pt x="54" y="11337"/>
                  <a:pt x="54" y="11337"/>
                </a:cubicBezTo>
                <a:cubicBezTo>
                  <a:pt x="54" y="11337"/>
                  <a:pt x="43181" y="0"/>
                  <a:pt x="43181" y="0"/>
                </a:cubicBezTo>
                <a:cubicBezTo>
                  <a:pt x="43181" y="0"/>
                  <a:pt x="43181" y="8741"/>
                  <a:pt x="43181" y="8741"/>
                </a:cubicBezTo>
                <a:lnTo>
                  <a:pt x="43200" y="8738"/>
                </a:lnTo>
                <a:close/>
              </a:path>
            </a:pathLst>
          </a:custGeom>
          <a:gradFill>
            <a:gsLst>
              <a:gs pos="5000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798673297" name=""/>
          <p:cNvSpPr/>
          <p:nvPr/>
        </p:nvSpPr>
        <p:spPr bwMode="auto">
          <a:xfrm rot="0" flipH="0" flipV="0">
            <a:off x="8607190" y="5398498"/>
            <a:ext cx="1885257" cy="71464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0790"/>
                </a:moveTo>
                <a:cubicBezTo>
                  <a:pt x="0" y="30790"/>
                  <a:pt x="22621" y="0"/>
                  <a:pt x="22621" y="0"/>
                </a:cubicBezTo>
                <a:cubicBezTo>
                  <a:pt x="22621" y="0"/>
                  <a:pt x="43200" y="29477"/>
                  <a:pt x="43200" y="29477"/>
                </a:cubicBezTo>
                <a:cubicBezTo>
                  <a:pt x="43200" y="29477"/>
                  <a:pt x="8298" y="43200"/>
                  <a:pt x="8298" y="43200"/>
                </a:cubicBezTo>
                <a:cubicBezTo>
                  <a:pt x="8298" y="43200"/>
                  <a:pt x="0" y="30790"/>
                  <a:pt x="0" y="30790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50000"/>
                  <a:alpha val="15000"/>
                </a:schemeClr>
              </a:gs>
              <a:gs pos="100000">
                <a:schemeClr val="accent4">
                  <a:alpha val="15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39191768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38198" y="807890"/>
            <a:ext cx="6100604" cy="23875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>
            <a:lvl1pPr algn="l">
              <a:defRPr sz="60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139503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8" y="3287565"/>
            <a:ext cx="6100604" cy="16557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508531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602760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12797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1">
                <a:lumMod val="75000"/>
              </a:schemeClr>
            </a:gs>
            <a:gs pos="32000">
              <a:schemeClr val="accent1"/>
            </a:gs>
            <a:gs pos="100000">
              <a:schemeClr val="bg2">
                <a:lumMod val="25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6730462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4329781" y="-22156"/>
            <a:ext cx="7862214" cy="3467098"/>
          </a:xfrm>
          <a:prstGeom prst="rect">
            <a:avLst/>
          </a:prstGeom>
        </p:spPr>
      </p:pic>
      <p:sp>
        <p:nvSpPr>
          <p:cNvPr id="487660467" name=""/>
          <p:cNvSpPr/>
          <p:nvPr/>
        </p:nvSpPr>
        <p:spPr bwMode="auto">
          <a:xfrm rot="0" flipH="0" flipV="0">
            <a:off x="841248" y="1837348"/>
            <a:ext cx="9871474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706339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41247" y="365759"/>
            <a:ext cx="8765392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69610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971498" name=""/>
          <p:cNvSpPr/>
          <p:nvPr/>
        </p:nvSpPr>
        <p:spPr bwMode="auto">
          <a:xfrm rot="0" flipH="0" flipV="0">
            <a:off x="10689336" y="4742677"/>
            <a:ext cx="891333" cy="211532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96" y="0"/>
                </a:moveTo>
                <a:lnTo>
                  <a:pt x="43014" y="8181"/>
                </a:lnTo>
                <a:lnTo>
                  <a:pt x="43200" y="43200"/>
                </a:lnTo>
                <a:lnTo>
                  <a:pt x="0" y="43198"/>
                </a:lnTo>
                <a:lnTo>
                  <a:pt x="496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20791852" name=""/>
          <p:cNvSpPr/>
          <p:nvPr/>
        </p:nvSpPr>
        <p:spPr bwMode="auto">
          <a:xfrm rot="15029760" flipH="0" flipV="0">
            <a:off x="10752836" y="2323588"/>
            <a:ext cx="891333" cy="179224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646478" name=""/>
          <p:cNvSpPr/>
          <p:nvPr/>
        </p:nvSpPr>
        <p:spPr bwMode="auto">
          <a:xfrm rot="0" flipH="0" flipV="0">
            <a:off x="10669788" y="1880659"/>
            <a:ext cx="891333" cy="283106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tx2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7414412" name=""/>
          <p:cNvSpPr/>
          <p:nvPr/>
        </p:nvSpPr>
        <p:spPr bwMode="auto">
          <a:xfrm rot="0" flipH="0" flipV="0">
            <a:off x="9996844" y="0"/>
            <a:ext cx="2195154" cy="156754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5466"/>
                </a:moveTo>
                <a:cubicBezTo>
                  <a:pt x="0" y="15466"/>
                  <a:pt x="19975" y="0"/>
                  <a:pt x="19975" y="0"/>
                </a:cubicBezTo>
                <a:lnTo>
                  <a:pt x="43029" y="0"/>
                </a:lnTo>
                <a:cubicBezTo>
                  <a:pt x="43029" y="0"/>
                  <a:pt x="43200" y="5923"/>
                  <a:pt x="43200" y="5923"/>
                </a:cubicBezTo>
                <a:cubicBezTo>
                  <a:pt x="43200" y="5923"/>
                  <a:pt x="43200" y="41581"/>
                  <a:pt x="43200" y="41581"/>
                </a:cubicBezTo>
                <a:cubicBezTo>
                  <a:pt x="43200" y="41581"/>
                  <a:pt x="253" y="43200"/>
                  <a:pt x="253" y="43200"/>
                </a:cubicBezTo>
                <a:cubicBezTo>
                  <a:pt x="253" y="43200"/>
                  <a:pt x="0" y="15466"/>
                  <a:pt x="0" y="15466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100376787" name=""/>
          <p:cNvSpPr/>
          <p:nvPr/>
        </p:nvSpPr>
        <p:spPr bwMode="auto">
          <a:xfrm rot="0" flipH="0" flipV="0">
            <a:off x="9976819" y="559662"/>
            <a:ext cx="692950" cy="414219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872" y="0"/>
                </a:moveTo>
                <a:lnTo>
                  <a:pt x="43200" y="4128"/>
                </a:lnTo>
                <a:lnTo>
                  <a:pt x="42414" y="42774"/>
                </a:lnTo>
                <a:lnTo>
                  <a:pt x="0" y="43200"/>
                </a:lnTo>
                <a:lnTo>
                  <a:pt x="872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4256674" name=""/>
          <p:cNvSpPr/>
          <p:nvPr/>
        </p:nvSpPr>
        <p:spPr bwMode="auto">
          <a:xfrm>
            <a:off x="10655667" y="163290"/>
            <a:ext cx="1536331" cy="1791842"/>
          </a:xfrm>
          <a:custGeom>
            <a:avLst/>
            <a:gdLst/>
            <a:ahLst/>
            <a:cxnLst/>
            <a:rect l="0" t="0" r="r" b="b"/>
            <a:pathLst>
              <a:path w="1536333" h="1791844" fill="norm" stroke="1" extrusionOk="0">
                <a:moveTo>
                  <a:pt x="10031" y="794821"/>
                </a:moveTo>
                <a:cubicBezTo>
                  <a:pt x="10031" y="794821"/>
                  <a:pt x="1536332" y="0"/>
                  <a:pt x="1536332" y="0"/>
                </a:cubicBezTo>
                <a:cubicBezTo>
                  <a:pt x="1536332" y="0"/>
                  <a:pt x="1536332" y="1750532"/>
                  <a:pt x="1536332" y="1750532"/>
                </a:cubicBezTo>
                <a:cubicBezTo>
                  <a:pt x="1536332" y="1750532"/>
                  <a:pt x="0" y="1791843"/>
                  <a:pt x="0" y="1791843"/>
                </a:cubicBezTo>
                <a:cubicBezTo>
                  <a:pt x="0" y="1791843"/>
                  <a:pt x="10031" y="794821"/>
                  <a:pt x="10031" y="79482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31000">
                <a:schemeClr val="accent1">
                  <a:lumMod val="75000"/>
                </a:schemeClr>
              </a:gs>
              <a:gs pos="75000">
                <a:schemeClr val="accent2">
                  <a:lumMod val="5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875547188" name=""/>
          <p:cNvSpPr/>
          <p:nvPr/>
        </p:nvSpPr>
        <p:spPr bwMode="auto">
          <a:xfrm rot="0">
            <a:off x="10207902" y="1705798"/>
            <a:ext cx="1984095" cy="516350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47" y="0"/>
                </a:moveTo>
                <a:cubicBezTo>
                  <a:pt x="247" y="0"/>
                  <a:pt x="43200" y="9303"/>
                  <a:pt x="43200" y="9303"/>
                </a:cubicBezTo>
                <a:cubicBezTo>
                  <a:pt x="43200" y="9303"/>
                  <a:pt x="43200" y="13422"/>
                  <a:pt x="43200" y="13422"/>
                </a:cubicBezTo>
                <a:cubicBezTo>
                  <a:pt x="43200" y="13422"/>
                  <a:pt x="11336" y="6584"/>
                  <a:pt x="11336" y="6584"/>
                </a:cubicBezTo>
                <a:cubicBezTo>
                  <a:pt x="11336" y="6584"/>
                  <a:pt x="11391" y="42643"/>
                  <a:pt x="11167" y="43200"/>
                </a:cubicBezTo>
                <a:cubicBezTo>
                  <a:pt x="11167" y="43200"/>
                  <a:pt x="3722" y="43116"/>
                  <a:pt x="0" y="43074"/>
                </a:cubicBezTo>
                <a:cubicBezTo>
                  <a:pt x="0" y="43074"/>
                  <a:pt x="344" y="4227"/>
                  <a:pt x="344" y="4227"/>
                </a:cubicBezTo>
                <a:lnTo>
                  <a:pt x="341" y="4226"/>
                </a:lnTo>
                <a:cubicBezTo>
                  <a:pt x="341" y="4226"/>
                  <a:pt x="247" y="0"/>
                  <a:pt x="24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4">
                  <a:lumMod val="7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578502988" name=""/>
          <p:cNvSpPr/>
          <p:nvPr/>
        </p:nvSpPr>
        <p:spPr bwMode="auto">
          <a:xfrm rot="0">
            <a:off x="10219257" y="783768"/>
            <a:ext cx="1973764" cy="204637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9464"/>
                </a:moveTo>
                <a:cubicBezTo>
                  <a:pt x="0" y="19464"/>
                  <a:pt x="43177" y="0"/>
                  <a:pt x="43177" y="0"/>
                </a:cubicBezTo>
                <a:cubicBezTo>
                  <a:pt x="43177" y="0"/>
                  <a:pt x="43177" y="18855"/>
                  <a:pt x="43177" y="18855"/>
                </a:cubicBezTo>
                <a:lnTo>
                  <a:pt x="43199" y="18858"/>
                </a:lnTo>
                <a:cubicBezTo>
                  <a:pt x="43199" y="18858"/>
                  <a:pt x="43200" y="43200"/>
                  <a:pt x="43200" y="43200"/>
                </a:cubicBezTo>
                <a:cubicBezTo>
                  <a:pt x="43200" y="43200"/>
                  <a:pt x="85" y="19464"/>
                  <a:pt x="85" y="19464"/>
                </a:cubicBezTo>
                <a:lnTo>
                  <a:pt x="0" y="19464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383195701" name=""/>
          <p:cNvSpPr/>
          <p:nvPr/>
        </p:nvSpPr>
        <p:spPr bwMode="auto">
          <a:xfrm rot="0" flipH="0" flipV="0">
            <a:off x="10044855" y="4806427"/>
            <a:ext cx="457737" cy="2051570"/>
          </a:xfrm>
          <a:prstGeom prst="rect">
            <a:avLst/>
          </a:prstGeom>
          <a:gradFill>
            <a:gsLst>
              <a:gs pos="0">
                <a:schemeClr val="tx2"/>
              </a:gs>
              <a:gs pos="3900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6539996" name=""/>
          <p:cNvSpPr/>
          <p:nvPr/>
        </p:nvSpPr>
        <p:spPr bwMode="auto">
          <a:xfrm rot="0" flipH="0" flipV="0">
            <a:off x="9989848" y="4854847"/>
            <a:ext cx="2203542" cy="39439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170" y="2616"/>
                </a:lnTo>
                <a:lnTo>
                  <a:pt x="43200" y="43200"/>
                </a:lnTo>
                <a:lnTo>
                  <a:pt x="9959" y="4173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5130880" name=""/>
          <p:cNvSpPr/>
          <p:nvPr/>
        </p:nvSpPr>
        <p:spPr bwMode="auto">
          <a:xfrm>
            <a:off x="9606640" y="4299855"/>
            <a:ext cx="2585356" cy="2558142"/>
          </a:xfrm>
          <a:custGeom>
            <a:avLst/>
            <a:gdLst/>
            <a:ahLst/>
            <a:cxnLst/>
            <a:rect l="0" t="0" r="r" b="b"/>
            <a:pathLst>
              <a:path w="2585358" h="2558143" fill="norm" stroke="1" extrusionOk="0">
                <a:moveTo>
                  <a:pt x="0" y="0"/>
                </a:moveTo>
                <a:cubicBezTo>
                  <a:pt x="0" y="0"/>
                  <a:pt x="2585357" y="0"/>
                  <a:pt x="2585357" y="0"/>
                </a:cubicBezTo>
                <a:cubicBezTo>
                  <a:pt x="2585357" y="0"/>
                  <a:pt x="2585357" y="639536"/>
                  <a:pt x="2585357" y="639536"/>
                </a:cubicBezTo>
                <a:cubicBezTo>
                  <a:pt x="2585357" y="639536"/>
                  <a:pt x="489856" y="639536"/>
                  <a:pt x="489856" y="639536"/>
                </a:cubicBezTo>
                <a:cubicBezTo>
                  <a:pt x="489856" y="639536"/>
                  <a:pt x="489856" y="2558143"/>
                  <a:pt x="489856" y="2558143"/>
                </a:cubicBezTo>
                <a:cubicBezTo>
                  <a:pt x="489856" y="2558143"/>
                  <a:pt x="0" y="2558143"/>
                  <a:pt x="0" y="2558143"/>
                </a:cubicBezTo>
                <a:cubicBezTo>
                  <a:pt x="0" y="2558143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53894438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1828800"/>
            <a:ext cx="8765392" cy="4351338"/>
          </a:xfrm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rPr lang="en-US"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 lang="en-US"/>
              <a:t>Second level</a:t>
            </a:r>
            <a:endParaRPr/>
          </a:p>
          <a:p>
            <a:pPr lvl="2" defTabSz="914400" rtl="0">
              <a:defRPr/>
            </a:pPr>
            <a:r>
              <a:rPr lang="en-US"/>
              <a:t>Third level</a:t>
            </a:r>
            <a:endParaRPr/>
          </a:p>
          <a:p>
            <a:pPr lvl="3" defTabSz="914400" rtl="0">
              <a:defRPr/>
            </a:pPr>
            <a:r>
              <a:rPr lang="en-US"/>
              <a:t>Fourth level</a:t>
            </a:r>
            <a:endParaRPr/>
          </a:p>
          <a:p>
            <a:pPr lvl="4" defTabSz="914400" rtl="0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90277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35153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23611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bg1"/>
            </a:gs>
            <a:gs pos="32000">
              <a:schemeClr val="bg1">
                <a:lumMod val="95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4793710" name=""/>
          <p:cNvGrpSpPr/>
          <p:nvPr/>
        </p:nvGrpSpPr>
        <p:grpSpPr bwMode="auto">
          <a:xfrm flipH="0" flipV="0">
            <a:off x="364" y="2919619"/>
            <a:ext cx="1193074" cy="3949682"/>
            <a:chOff x="0" y="0"/>
            <a:chExt cx="1193074" cy="3949682"/>
          </a:xfrm>
        </p:grpSpPr>
        <p:sp>
          <p:nvSpPr>
            <p:cNvPr id="1001036994" name=""/>
            <p:cNvSpPr/>
            <p:nvPr/>
          </p:nvSpPr>
          <p:spPr bwMode="auto">
            <a:xfrm rot="0" flipH="1" flipV="0">
              <a:off x="368029" y="2569442"/>
              <a:ext cx="535698" cy="1372901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496" y="0"/>
                  </a:moveTo>
                  <a:lnTo>
                    <a:pt x="43014" y="8181"/>
                  </a:lnTo>
                  <a:lnTo>
                    <a:pt x="43200" y="43200"/>
                  </a:lnTo>
                  <a:lnTo>
                    <a:pt x="0" y="43198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19158679" name=""/>
            <p:cNvSpPr/>
            <p:nvPr/>
          </p:nvSpPr>
          <p:spPr bwMode="auto">
            <a:xfrm rot="0" flipH="1" flipV="0">
              <a:off x="379777" y="711913"/>
              <a:ext cx="535698" cy="1837440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42" y="0"/>
                  </a:moveTo>
                  <a:lnTo>
                    <a:pt x="43014" y="12607"/>
                  </a:lnTo>
                  <a:lnTo>
                    <a:pt x="43200" y="43200"/>
                  </a:lnTo>
                  <a:lnTo>
                    <a:pt x="0" y="43199"/>
                  </a:lnTo>
                  <a:lnTo>
                    <a:pt x="142" y="0"/>
                  </a:lnTo>
                  <a:close/>
                </a:path>
              </a:pathLst>
            </a:custGeom>
            <a:gradFill>
              <a:gsLst>
                <a:gs pos="15000">
                  <a:schemeClr val="accent4">
                    <a:lumMod val="40000"/>
                    <a:lumOff val="60000"/>
                  </a:schemeClr>
                </a:gs>
                <a:gs pos="72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1952691" name=""/>
            <p:cNvSpPr/>
            <p:nvPr/>
          </p:nvSpPr>
          <p:spPr bwMode="auto">
            <a:xfrm rot="0" flipH="1" flipV="0">
              <a:off x="615" y="598422"/>
              <a:ext cx="1192458" cy="3351259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247" y="0"/>
                  </a:moveTo>
                  <a:cubicBezTo>
                    <a:pt x="247" y="0"/>
                    <a:pt x="43200" y="9303"/>
                    <a:pt x="43200" y="9303"/>
                  </a:cubicBezTo>
                  <a:cubicBezTo>
                    <a:pt x="43200" y="9303"/>
                    <a:pt x="43200" y="13422"/>
                    <a:pt x="43200" y="13422"/>
                  </a:cubicBezTo>
                  <a:cubicBezTo>
                    <a:pt x="43200" y="13422"/>
                    <a:pt x="11336" y="6584"/>
                    <a:pt x="11336" y="6584"/>
                  </a:cubicBezTo>
                  <a:cubicBezTo>
                    <a:pt x="11336" y="6584"/>
                    <a:pt x="11391" y="42643"/>
                    <a:pt x="11167" y="43200"/>
                  </a:cubicBezTo>
                  <a:cubicBezTo>
                    <a:pt x="11167" y="43200"/>
                    <a:pt x="3722" y="43116"/>
                    <a:pt x="0" y="43074"/>
                  </a:cubicBezTo>
                  <a:cubicBezTo>
                    <a:pt x="0" y="43074"/>
                    <a:pt x="344" y="4227"/>
                    <a:pt x="344" y="4227"/>
                  </a:cubicBezTo>
                  <a:lnTo>
                    <a:pt x="341" y="4226"/>
                  </a:lnTo>
                  <a:cubicBezTo>
                    <a:pt x="341" y="4226"/>
                    <a:pt x="247" y="0"/>
                    <a:pt x="247" y="0"/>
                  </a:cubicBezTo>
                  <a:close/>
                </a:path>
              </a:pathLst>
            </a:cu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50000">
                  <a:schemeClr val="accent4">
                    <a:lumMod val="75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801296776" name=""/>
            <p:cNvSpPr/>
            <p:nvPr/>
          </p:nvSpPr>
          <p:spPr bwMode="auto">
            <a:xfrm rot="0" flipH="1" flipV="0">
              <a:off x="0" y="0"/>
              <a:ext cx="1186250" cy="1328151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19464"/>
                  </a:moveTo>
                  <a:cubicBezTo>
                    <a:pt x="0" y="19464"/>
                    <a:pt x="43177" y="0"/>
                    <a:pt x="43177" y="0"/>
                  </a:cubicBezTo>
                  <a:cubicBezTo>
                    <a:pt x="43177" y="0"/>
                    <a:pt x="43177" y="18855"/>
                    <a:pt x="43177" y="18855"/>
                  </a:cubicBezTo>
                  <a:lnTo>
                    <a:pt x="43199" y="18858"/>
                  </a:lnTo>
                  <a:cubicBezTo>
                    <a:pt x="43199" y="18858"/>
                    <a:pt x="43200" y="43200"/>
                    <a:pt x="43200" y="43200"/>
                  </a:cubicBezTo>
                  <a:cubicBezTo>
                    <a:pt x="43200" y="43200"/>
                    <a:pt x="85" y="19464"/>
                    <a:pt x="85" y="19464"/>
                  </a:cubicBezTo>
                  <a:lnTo>
                    <a:pt x="0" y="19464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grpSp>
        <p:nvGrpSpPr>
          <p:cNvPr id="311286620" name=""/>
          <p:cNvGrpSpPr/>
          <p:nvPr/>
        </p:nvGrpSpPr>
        <p:grpSpPr bwMode="auto">
          <a:xfrm flipH="0" flipV="0">
            <a:off x="-40140" y="5412531"/>
            <a:ext cx="1615956" cy="1456770"/>
            <a:chOff x="0" y="0"/>
            <a:chExt cx="1615956" cy="1456770"/>
          </a:xfrm>
        </p:grpSpPr>
        <p:sp>
          <p:nvSpPr>
            <p:cNvPr id="1758135406" name=""/>
            <p:cNvSpPr/>
            <p:nvPr/>
          </p:nvSpPr>
          <p:spPr bwMode="auto">
            <a:xfrm rot="0" flipH="1" flipV="0">
              <a:off x="1056249" y="288474"/>
              <a:ext cx="285950" cy="1168296"/>
            </a:xfrm>
            <a:prstGeom prst="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69132251" name=""/>
            <p:cNvSpPr/>
            <p:nvPr/>
          </p:nvSpPr>
          <p:spPr bwMode="auto">
            <a:xfrm rot="0" flipH="1" flipV="0">
              <a:off x="0" y="316046"/>
              <a:ext cx="1376565" cy="224592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170" y="2616"/>
                  </a:lnTo>
                  <a:lnTo>
                    <a:pt x="43200" y="43200"/>
                  </a:lnTo>
                  <a:lnTo>
                    <a:pt x="9959" y="4173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817161" name=""/>
            <p:cNvSpPr/>
            <p:nvPr/>
          </p:nvSpPr>
          <p:spPr bwMode="auto">
            <a:xfrm rot="0" flipH="1" flipV="0">
              <a:off x="868" y="0"/>
              <a:ext cx="1615084" cy="1456770"/>
            </a:xfrm>
            <a:custGeom>
              <a:avLst/>
              <a:gdLst/>
              <a:ahLst/>
              <a:cxnLst/>
              <a:rect l="0" t="0" r="r" b="b"/>
              <a:pathLst>
                <a:path w="2585358" h="2558143" fill="norm" stroke="1" extrusionOk="0">
                  <a:moveTo>
                    <a:pt x="0" y="0"/>
                  </a:moveTo>
                  <a:cubicBezTo>
                    <a:pt x="0" y="0"/>
                    <a:pt x="2585357" y="0"/>
                    <a:pt x="2585357" y="0"/>
                  </a:cubicBezTo>
                  <a:cubicBezTo>
                    <a:pt x="2585357" y="0"/>
                    <a:pt x="2585357" y="639536"/>
                    <a:pt x="2585357" y="639536"/>
                  </a:cubicBezTo>
                  <a:cubicBezTo>
                    <a:pt x="2585357" y="639536"/>
                    <a:pt x="489856" y="639536"/>
                    <a:pt x="489856" y="639536"/>
                  </a:cubicBezTo>
                  <a:cubicBezTo>
                    <a:pt x="489856" y="639536"/>
                    <a:pt x="489856" y="2558143"/>
                    <a:pt x="489856" y="2558143"/>
                  </a:cubicBezTo>
                  <a:cubicBezTo>
                    <a:pt x="489856" y="2558143"/>
                    <a:pt x="0" y="2558143"/>
                    <a:pt x="0" y="2558143"/>
                  </a:cubicBezTo>
                  <a:cubicBezTo>
                    <a:pt x="0" y="2558143"/>
                    <a:pt x="0" y="0"/>
                    <a:pt x="0" y="0"/>
                  </a:cubicBezTo>
                  <a:close/>
                </a:path>
              </a:pathLst>
            </a:custGeom>
            <a:gradFill>
              <a:gsLst>
                <a:gs pos="50000">
                  <a:schemeClr val="accent1">
                    <a:lumMod val="20000"/>
                    <a:lumOff val="80000"/>
                    <a:alpha val="99999"/>
                  </a:schemeClr>
                </a:gs>
                <a:gs pos="100000">
                  <a:schemeClr val="accent1">
                    <a:lumMod val="40000"/>
                    <a:lumOff val="60000"/>
                    <a:alpha val="99999"/>
                  </a:schemeClr>
                </a:gs>
              </a:gsLst>
              <a:lin ang="13500000" scaled="1"/>
            </a:gra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1575229101" name=""/>
          <p:cNvSpPr/>
          <p:nvPr/>
        </p:nvSpPr>
        <p:spPr bwMode="auto">
          <a:xfrm rot="0" flipH="0" flipV="0">
            <a:off x="9996844" y="0"/>
            <a:ext cx="2195154" cy="156753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5466"/>
                </a:moveTo>
                <a:cubicBezTo>
                  <a:pt x="0" y="15466"/>
                  <a:pt x="19975" y="0"/>
                  <a:pt x="19975" y="0"/>
                </a:cubicBezTo>
                <a:lnTo>
                  <a:pt x="43029" y="0"/>
                </a:lnTo>
                <a:cubicBezTo>
                  <a:pt x="43029" y="0"/>
                  <a:pt x="43200" y="5923"/>
                  <a:pt x="43200" y="5923"/>
                </a:cubicBezTo>
                <a:cubicBezTo>
                  <a:pt x="43200" y="5923"/>
                  <a:pt x="43200" y="41581"/>
                  <a:pt x="43200" y="41581"/>
                </a:cubicBezTo>
                <a:cubicBezTo>
                  <a:pt x="43200" y="41581"/>
                  <a:pt x="253" y="43200"/>
                  <a:pt x="253" y="43200"/>
                </a:cubicBezTo>
                <a:cubicBezTo>
                  <a:pt x="253" y="43200"/>
                  <a:pt x="0" y="15466"/>
                  <a:pt x="0" y="15466"/>
                </a:cubicBezTo>
                <a:close/>
              </a:path>
            </a:pathLst>
          </a:custGeom>
          <a:gradFill>
            <a:gsLst>
              <a:gs pos="2000">
                <a:schemeClr val="accent4">
                  <a:lumMod val="20000"/>
                  <a:lumOff val="80000"/>
                </a:schemeClr>
              </a:gs>
              <a:gs pos="46000">
                <a:schemeClr val="accent2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39520876" name=""/>
          <p:cNvSpPr/>
          <p:nvPr/>
        </p:nvSpPr>
        <p:spPr bwMode="auto">
          <a:xfrm rot="0" flipH="0" flipV="0">
            <a:off x="9961820" y="559660"/>
            <a:ext cx="707950" cy="629833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768" y="0"/>
                </a:moveTo>
                <a:lnTo>
                  <a:pt x="43200" y="2714"/>
                </a:lnTo>
                <a:lnTo>
                  <a:pt x="41516" y="43200"/>
                </a:lnTo>
                <a:lnTo>
                  <a:pt x="0" y="43200"/>
                </a:lnTo>
                <a:lnTo>
                  <a:pt x="1768" y="0"/>
                </a:lnTo>
                <a:close/>
              </a:path>
            </a:pathLst>
          </a:custGeom>
          <a:gradFill>
            <a:gsLst>
              <a:gs pos="30000">
                <a:schemeClr val="tx2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0950485" name=""/>
          <p:cNvSpPr/>
          <p:nvPr/>
        </p:nvSpPr>
        <p:spPr bwMode="auto">
          <a:xfrm rot="0" flipH="0" flipV="0">
            <a:off x="10637924" y="147378"/>
            <a:ext cx="1554072" cy="672206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770" y="5107"/>
                </a:moveTo>
                <a:cubicBezTo>
                  <a:pt x="770" y="5107"/>
                  <a:pt x="43200" y="0"/>
                  <a:pt x="43200" y="0"/>
                </a:cubicBezTo>
                <a:cubicBezTo>
                  <a:pt x="43200" y="0"/>
                  <a:pt x="42479" y="43199"/>
                  <a:pt x="42479" y="43199"/>
                </a:cubicBezTo>
                <a:cubicBezTo>
                  <a:pt x="42479" y="43199"/>
                  <a:pt x="-1773" y="43213"/>
                  <a:pt x="118" y="43126"/>
                </a:cubicBezTo>
                <a:cubicBezTo>
                  <a:pt x="118" y="43126"/>
                  <a:pt x="770" y="5107"/>
                  <a:pt x="770" y="5107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267745943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4329781" y="-22156"/>
            <a:ext cx="7862214" cy="3467098"/>
          </a:xfrm>
          <a:prstGeom prst="rect">
            <a:avLst/>
          </a:prstGeom>
        </p:spPr>
      </p:pic>
      <p:sp>
        <p:nvSpPr>
          <p:cNvPr id="1791313692" name=""/>
          <p:cNvSpPr/>
          <p:nvPr/>
        </p:nvSpPr>
        <p:spPr bwMode="auto">
          <a:xfrm rot="0" flipH="0" flipV="0">
            <a:off x="841248" y="1837348"/>
            <a:ext cx="8765392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434335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759"/>
            <a:ext cx="8765392" cy="1325562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  <a:lvl6pPr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53154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893797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1828800"/>
            <a:ext cx="8765392" cy="4351338"/>
          </a:xfrm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rPr lang="en-US"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 lang="en-US"/>
              <a:t>Second level</a:t>
            </a:r>
            <a:endParaRPr/>
          </a:p>
          <a:p>
            <a:pPr lvl="2" defTabSz="914400" rtl="0">
              <a:defRPr/>
            </a:pPr>
            <a:r>
              <a:rPr lang="en-US"/>
              <a:t>Third level</a:t>
            </a:r>
            <a:endParaRPr/>
          </a:p>
          <a:p>
            <a:pPr lvl="3" defTabSz="914400" rtl="0">
              <a:defRPr/>
            </a:pPr>
            <a:r>
              <a:rPr lang="en-US"/>
              <a:t>Fourth level</a:t>
            </a:r>
            <a:endParaRPr/>
          </a:p>
          <a:p>
            <a:pPr lvl="4" defTabSz="914400" rtl="0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09578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143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C9D9B5-F077-468C-1B1B-ECB29E219831}" type="datetimeFigureOut">
              <a:rPr lang="en-US"/>
              <a:t/>
            </a:fld>
            <a:endParaRPr lang="en-US"/>
          </a:p>
        </p:txBody>
      </p:sp>
      <p:sp>
        <p:nvSpPr>
          <p:cNvPr id="326940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32930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050D75-E444-7303-8BE6-1B8C1C244E3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55000">
              <a:schemeClr val="accent1">
                <a:lumMod val="50000"/>
              </a:schemeClr>
            </a:gs>
            <a:gs pos="100000">
              <a:schemeClr val="tx1"/>
            </a:gs>
          </a:gsLst>
          <a:lin ang="1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767396" name=""/>
          <p:cNvSpPr/>
          <p:nvPr/>
        </p:nvSpPr>
        <p:spPr bwMode="auto">
          <a:xfrm rot="0" flipH="0" flipV="0">
            <a:off x="9523518" y="0"/>
            <a:ext cx="1956861" cy="118657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67" y="14243"/>
                </a:moveTo>
                <a:cubicBezTo>
                  <a:pt x="267" y="14243"/>
                  <a:pt x="16262" y="41"/>
                  <a:pt x="16262" y="41"/>
                </a:cubicBezTo>
                <a:lnTo>
                  <a:pt x="43200" y="0"/>
                </a:lnTo>
                <a:cubicBezTo>
                  <a:pt x="43200" y="0"/>
                  <a:pt x="43200" y="41601"/>
                  <a:pt x="43200" y="41601"/>
                </a:cubicBezTo>
                <a:cubicBezTo>
                  <a:pt x="43200" y="41601"/>
                  <a:pt x="0" y="43200"/>
                  <a:pt x="0" y="43200"/>
                </a:cubicBezTo>
                <a:cubicBezTo>
                  <a:pt x="0" y="43200"/>
                  <a:pt x="267" y="14243"/>
                  <a:pt x="267" y="14243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012798422" name=""/>
          <p:cNvSpPr/>
          <p:nvPr/>
        </p:nvSpPr>
        <p:spPr bwMode="auto">
          <a:xfrm rot="0" flipH="0" flipV="0">
            <a:off x="9486963" y="379985"/>
            <a:ext cx="770485" cy="370322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309" y="0"/>
                </a:moveTo>
                <a:lnTo>
                  <a:pt x="43200" y="2723"/>
                </a:lnTo>
                <a:lnTo>
                  <a:pt x="42414" y="42758"/>
                </a:lnTo>
                <a:lnTo>
                  <a:pt x="0" y="43200"/>
                </a:lnTo>
                <a:lnTo>
                  <a:pt x="1309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4658937" name=""/>
          <p:cNvSpPr/>
          <p:nvPr/>
        </p:nvSpPr>
        <p:spPr bwMode="auto">
          <a:xfrm rot="0" flipH="0" flipV="0">
            <a:off x="10241766" y="-5065"/>
            <a:ext cx="1634600" cy="217012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93" y="12203"/>
                </a:moveTo>
                <a:cubicBezTo>
                  <a:pt x="393" y="12203"/>
                  <a:pt x="32666" y="100"/>
                  <a:pt x="32666" y="100"/>
                </a:cubicBezTo>
                <a:cubicBezTo>
                  <a:pt x="32666" y="100"/>
                  <a:pt x="43200" y="0"/>
                  <a:pt x="43200" y="0"/>
                </a:cubicBezTo>
                <a:cubicBezTo>
                  <a:pt x="43200" y="0"/>
                  <a:pt x="27828" y="23762"/>
                  <a:pt x="15081" y="36510"/>
                </a:cubicBezTo>
                <a:cubicBezTo>
                  <a:pt x="9380" y="42210"/>
                  <a:pt x="0" y="43200"/>
                  <a:pt x="0" y="43200"/>
                </a:cubicBezTo>
                <a:cubicBezTo>
                  <a:pt x="0" y="43200"/>
                  <a:pt x="393" y="12203"/>
                  <a:pt x="393" y="1220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442817574" name=""/>
          <p:cNvSpPr/>
          <p:nvPr/>
        </p:nvSpPr>
        <p:spPr bwMode="auto">
          <a:xfrm rot="0" flipH="0" flipV="0">
            <a:off x="10680678" y="0"/>
            <a:ext cx="1511318" cy="145174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7790"/>
                </a:moveTo>
                <a:cubicBezTo>
                  <a:pt x="0" y="17790"/>
                  <a:pt x="31325" y="0"/>
                  <a:pt x="31325" y="0"/>
                </a:cubicBezTo>
                <a:lnTo>
                  <a:pt x="43200" y="0"/>
                </a:lnTo>
                <a:cubicBezTo>
                  <a:pt x="43200" y="0"/>
                  <a:pt x="43200" y="41894"/>
                  <a:pt x="43200" y="41894"/>
                </a:cubicBezTo>
                <a:cubicBezTo>
                  <a:pt x="43200" y="41894"/>
                  <a:pt x="421" y="43200"/>
                  <a:pt x="421" y="43200"/>
                </a:cubicBezTo>
                <a:cubicBezTo>
                  <a:pt x="421" y="43200"/>
                  <a:pt x="0" y="17790"/>
                  <a:pt x="0" y="17790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86068696" name=""/>
          <p:cNvSpPr/>
          <p:nvPr/>
        </p:nvSpPr>
        <p:spPr bwMode="auto">
          <a:xfrm rot="0" flipH="0" flipV="0">
            <a:off x="10667469" y="618111"/>
            <a:ext cx="590787" cy="373651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594" y="0"/>
                </a:moveTo>
                <a:lnTo>
                  <a:pt x="43200" y="2108"/>
                </a:lnTo>
                <a:lnTo>
                  <a:pt x="42303" y="42761"/>
                </a:lnTo>
                <a:lnTo>
                  <a:pt x="0" y="43200"/>
                </a:lnTo>
                <a:lnTo>
                  <a:pt x="594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59613698" name=""/>
          <p:cNvSpPr/>
          <p:nvPr/>
        </p:nvSpPr>
        <p:spPr bwMode="auto">
          <a:xfrm rot="0" flipH="0" flipV="0">
            <a:off x="11231046" y="258390"/>
            <a:ext cx="960952" cy="249777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606" y="9200"/>
                </a:moveTo>
                <a:cubicBezTo>
                  <a:pt x="606" y="9200"/>
                  <a:pt x="43200" y="0"/>
                  <a:pt x="43200" y="0"/>
                </a:cubicBezTo>
                <a:cubicBezTo>
                  <a:pt x="43200" y="0"/>
                  <a:pt x="42496" y="42409"/>
                  <a:pt x="42496" y="42409"/>
                </a:cubicBezTo>
                <a:cubicBezTo>
                  <a:pt x="42496" y="42409"/>
                  <a:pt x="0" y="43200"/>
                  <a:pt x="0" y="43200"/>
                </a:cubicBezTo>
                <a:cubicBezTo>
                  <a:pt x="0" y="43200"/>
                  <a:pt x="606" y="9200"/>
                  <a:pt x="606" y="920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78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98401945" name=""/>
          <p:cNvSpPr/>
          <p:nvPr/>
        </p:nvSpPr>
        <p:spPr bwMode="auto">
          <a:xfrm>
            <a:off x="8694829" y="1486329"/>
            <a:ext cx="3497169" cy="2218275"/>
          </a:xfrm>
          <a:custGeom>
            <a:avLst/>
            <a:gdLst/>
            <a:ahLst/>
            <a:cxnLst/>
            <a:rect l="0" t="0" r="r" b="b"/>
            <a:pathLst>
              <a:path w="3497171" h="2218277" fill="norm" stroke="1" extrusionOk="0">
                <a:moveTo>
                  <a:pt x="0" y="1068455"/>
                </a:moveTo>
                <a:cubicBezTo>
                  <a:pt x="0" y="1068455"/>
                  <a:pt x="3497171" y="0"/>
                  <a:pt x="3497171" y="0"/>
                </a:cubicBezTo>
                <a:cubicBezTo>
                  <a:pt x="3497171" y="0"/>
                  <a:pt x="3497171" y="889088"/>
                  <a:pt x="3497171" y="889088"/>
                </a:cubicBezTo>
                <a:cubicBezTo>
                  <a:pt x="3497171" y="889088"/>
                  <a:pt x="2740248" y="2164090"/>
                  <a:pt x="2740248" y="2164090"/>
                </a:cubicBezTo>
                <a:cubicBezTo>
                  <a:pt x="2740248" y="2164090"/>
                  <a:pt x="19826" y="2218276"/>
                  <a:pt x="19826" y="2218276"/>
                </a:cubicBezTo>
                <a:cubicBezTo>
                  <a:pt x="19826" y="2218276"/>
                  <a:pt x="0" y="1068455"/>
                  <a:pt x="0" y="1068455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45097674" name=""/>
          <p:cNvSpPr/>
          <p:nvPr/>
        </p:nvSpPr>
        <p:spPr bwMode="auto">
          <a:xfrm rot="0" flipH="0" flipV="0">
            <a:off x="9652498" y="2168456"/>
            <a:ext cx="2539500" cy="27509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24" y="13033"/>
                </a:moveTo>
                <a:cubicBezTo>
                  <a:pt x="324" y="13033"/>
                  <a:pt x="43517" y="1273"/>
                  <a:pt x="43178" y="0"/>
                </a:cubicBezTo>
                <a:cubicBezTo>
                  <a:pt x="43178" y="0"/>
                  <a:pt x="42499" y="40736"/>
                  <a:pt x="42499" y="40736"/>
                </a:cubicBezTo>
                <a:cubicBezTo>
                  <a:pt x="42499" y="40736"/>
                  <a:pt x="0" y="43200"/>
                  <a:pt x="0" y="43200"/>
                </a:cubicBezTo>
                <a:cubicBezTo>
                  <a:pt x="0" y="43200"/>
                  <a:pt x="324" y="13033"/>
                  <a:pt x="324" y="1303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777447000" name=""/>
          <p:cNvSpPr/>
          <p:nvPr/>
        </p:nvSpPr>
        <p:spPr bwMode="auto">
          <a:xfrm flipH="0" flipV="0">
            <a:off x="8677818" y="2553081"/>
            <a:ext cx="1005360" cy="4281610"/>
          </a:xfrm>
          <a:custGeom>
            <a:avLst/>
            <a:gdLst/>
            <a:ahLst/>
            <a:cxnLst/>
            <a:rect l="0" t="0" r="r" b="b"/>
            <a:pathLst>
              <a:path w="1005361" h="4286677" fill="norm" stroke="1" extrusionOk="0">
                <a:moveTo>
                  <a:pt x="18416" y="0"/>
                </a:moveTo>
                <a:cubicBezTo>
                  <a:pt x="18416" y="0"/>
                  <a:pt x="1005361" y="452223"/>
                  <a:pt x="1005361" y="452223"/>
                </a:cubicBezTo>
                <a:cubicBezTo>
                  <a:pt x="1005361" y="452223"/>
                  <a:pt x="988762" y="4286677"/>
                  <a:pt x="988762" y="4286677"/>
                </a:cubicBezTo>
                <a:cubicBezTo>
                  <a:pt x="988762" y="4286677"/>
                  <a:pt x="0" y="4286677"/>
                  <a:pt x="0" y="4286677"/>
                </a:cubicBezTo>
                <a:cubicBezTo>
                  <a:pt x="0" y="4286677"/>
                  <a:pt x="18416" y="0"/>
                  <a:pt x="18416" y="0"/>
                </a:cubicBez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965069543" name=""/>
          <p:cNvSpPr/>
          <p:nvPr/>
        </p:nvSpPr>
        <p:spPr bwMode="auto">
          <a:xfrm>
            <a:off x="9387493" y="2985266"/>
            <a:ext cx="2804505" cy="2006652"/>
          </a:xfrm>
          <a:custGeom>
            <a:avLst/>
            <a:gdLst/>
            <a:ahLst/>
            <a:cxnLst/>
            <a:rect l="0" t="0" r="r" b="b"/>
            <a:pathLst>
              <a:path w="2804507" h="2006653" fill="norm" stroke="1" extrusionOk="0">
                <a:moveTo>
                  <a:pt x="0" y="856832"/>
                </a:moveTo>
                <a:cubicBezTo>
                  <a:pt x="0" y="856832"/>
                  <a:pt x="2804507" y="0"/>
                  <a:pt x="2804507" y="0"/>
                </a:cubicBezTo>
                <a:cubicBezTo>
                  <a:pt x="2804507" y="0"/>
                  <a:pt x="2804507" y="1844226"/>
                  <a:pt x="2804507" y="1844226"/>
                </a:cubicBezTo>
                <a:cubicBezTo>
                  <a:pt x="2804507" y="1844226"/>
                  <a:pt x="2740248" y="1952467"/>
                  <a:pt x="2740248" y="1952467"/>
                </a:cubicBezTo>
                <a:cubicBezTo>
                  <a:pt x="2740248" y="1952467"/>
                  <a:pt x="19826" y="2006653"/>
                  <a:pt x="19826" y="2006653"/>
                </a:cubicBezTo>
                <a:cubicBezTo>
                  <a:pt x="19826" y="2006653"/>
                  <a:pt x="0" y="856832"/>
                  <a:pt x="0" y="856832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0302013" name=""/>
          <p:cNvSpPr/>
          <p:nvPr/>
        </p:nvSpPr>
        <p:spPr bwMode="auto">
          <a:xfrm flipH="0" flipV="0">
            <a:off x="9375795" y="3840396"/>
            <a:ext cx="1000048" cy="2994295"/>
          </a:xfrm>
          <a:custGeom>
            <a:avLst/>
            <a:gdLst/>
            <a:ahLst/>
            <a:cxnLst/>
            <a:rect l="0" t="0" r="r" b="b"/>
            <a:pathLst>
              <a:path w="1000050" h="3050027" fill="norm" stroke="1" extrusionOk="0">
                <a:moveTo>
                  <a:pt x="0" y="3050026"/>
                </a:moveTo>
                <a:cubicBezTo>
                  <a:pt x="0" y="3050026"/>
                  <a:pt x="988803" y="3050025"/>
                  <a:pt x="988803" y="3050025"/>
                </a:cubicBezTo>
                <a:cubicBezTo>
                  <a:pt x="988803" y="3050025"/>
                  <a:pt x="1000049" y="452223"/>
                  <a:pt x="1000049" y="452223"/>
                </a:cubicBezTo>
                <a:cubicBezTo>
                  <a:pt x="1000049" y="452223"/>
                  <a:pt x="13103" y="0"/>
                  <a:pt x="13103" y="0"/>
                </a:cubicBezTo>
                <a:cubicBezTo>
                  <a:pt x="13103" y="0"/>
                  <a:pt x="0" y="3050026"/>
                  <a:pt x="0" y="3050026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045154588" name=""/>
          <p:cNvSpPr/>
          <p:nvPr/>
        </p:nvSpPr>
        <p:spPr bwMode="auto">
          <a:xfrm flipH="0" flipV="0">
            <a:off x="10348895" y="3722375"/>
            <a:ext cx="1843103" cy="3112317"/>
          </a:xfrm>
          <a:custGeom>
            <a:avLst/>
            <a:gdLst/>
            <a:ahLst/>
            <a:cxnLst/>
            <a:rect l="0" t="0" r="r" b="b"/>
            <a:pathLst>
              <a:path w="1843105" h="3107250" fill="norm" stroke="1" extrusionOk="0">
                <a:moveTo>
                  <a:pt x="15286" y="563267"/>
                </a:moveTo>
                <a:cubicBezTo>
                  <a:pt x="15286" y="563267"/>
                  <a:pt x="1097306" y="244137"/>
                  <a:pt x="1843104" y="0"/>
                </a:cubicBezTo>
                <a:cubicBezTo>
                  <a:pt x="1843104" y="0"/>
                  <a:pt x="1843104" y="3107250"/>
                  <a:pt x="1843104" y="3107250"/>
                </a:cubicBezTo>
                <a:cubicBezTo>
                  <a:pt x="1843104" y="3107250"/>
                  <a:pt x="0" y="3107250"/>
                  <a:pt x="0" y="3107250"/>
                </a:cubicBezTo>
                <a:cubicBezTo>
                  <a:pt x="0" y="3107250"/>
                  <a:pt x="15286" y="563267"/>
                  <a:pt x="15286" y="56326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5682919" name=""/>
          <p:cNvSpPr/>
          <p:nvPr/>
        </p:nvSpPr>
        <p:spPr bwMode="auto">
          <a:xfrm rot="0" flipH="0" flipV="0">
            <a:off x="10934257" y="4395105"/>
            <a:ext cx="1257741" cy="243958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53" y="7257"/>
                </a:moveTo>
                <a:cubicBezTo>
                  <a:pt x="353" y="7257"/>
                  <a:pt x="25975" y="3449"/>
                  <a:pt x="43200" y="0"/>
                </a:cubicBezTo>
                <a:cubicBezTo>
                  <a:pt x="43200" y="0"/>
                  <a:pt x="42567" y="43199"/>
                  <a:pt x="42567" y="43199"/>
                </a:cubicBezTo>
                <a:lnTo>
                  <a:pt x="0" y="43199"/>
                </a:lnTo>
                <a:cubicBezTo>
                  <a:pt x="0" y="43199"/>
                  <a:pt x="353" y="7257"/>
                  <a:pt x="353" y="7257"/>
                </a:cubicBezTo>
                <a:close/>
              </a:path>
            </a:pathLst>
          </a:custGeom>
          <a:gradFill>
            <a:gsLst>
              <a:gs pos="53000">
                <a:schemeClr val="accent1">
                  <a:lumMod val="50000"/>
                  <a:alpha val="47000"/>
                </a:schemeClr>
              </a:gs>
              <a:gs pos="100000">
                <a:schemeClr val="tx1">
                  <a:alpha val="47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5826709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709737"/>
            <a:ext cx="7862979" cy="2130658"/>
          </a:xfrm>
        </p:spPr>
        <p:txBody>
          <a:bodyPr vertOverflow="overflow" horzOverflow="overflow" vert="horz" wrap="square" lIns="274319" tIns="45720" rIns="274319" bIns="45720" numCol="1" spcCol="0" rtlCol="0" fromWordArt="0" anchor="ctr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282029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14838" y="3837357"/>
            <a:ext cx="7862979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  <a:lvl6pPr marL="2286000" indent="0">
              <a:buNone/>
              <a:defRPr sz="1600">
                <a:solidFill>
                  <a:schemeClr val="bg1"/>
                </a:solidFill>
              </a:defRPr>
            </a:lvl6pPr>
            <a:lvl7pPr marL="2743200" indent="0">
              <a:buNone/>
              <a:defRPr sz="1600">
                <a:solidFill>
                  <a:schemeClr val="bg1"/>
                </a:solidFill>
              </a:defRPr>
            </a:lvl7pPr>
            <a:lvl8pPr marL="3200400" indent="0">
              <a:buNone/>
              <a:defRPr sz="1600">
                <a:solidFill>
                  <a:schemeClr val="bg1"/>
                </a:solidFill>
              </a:defRPr>
            </a:lvl8pPr>
            <a:lvl9pPr marL="3657600" indent="0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577616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276522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47288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4089343" name=""/>
          <p:cNvGrpSpPr/>
          <p:nvPr/>
        </p:nvGrpSpPr>
        <p:grpSpPr bwMode="auto">
          <a:xfrm>
            <a:off x="9509231" y="0"/>
            <a:ext cx="2682766" cy="4240776"/>
            <a:chOff x="0" y="0"/>
            <a:chExt cx="2682766" cy="4240776"/>
          </a:xfrm>
        </p:grpSpPr>
        <p:sp>
          <p:nvSpPr>
            <p:cNvPr id="899103650" name=""/>
            <p:cNvSpPr/>
            <p:nvPr/>
          </p:nvSpPr>
          <p:spPr bwMode="auto">
            <a:xfrm>
              <a:off x="14292" y="0"/>
              <a:ext cx="2168470" cy="1166099"/>
            </a:xfrm>
            <a:custGeom>
              <a:avLst/>
              <a:gdLst/>
              <a:ahLst/>
              <a:cxnLst/>
              <a:rect l="0" t="0" r="r" b="b"/>
              <a:pathLst>
                <a:path w="2168471" h="1166100" fill="norm" stroke="1" extrusionOk="0">
                  <a:moveTo>
                    <a:pt x="2559" y="221292"/>
                  </a:moveTo>
                  <a:cubicBezTo>
                    <a:pt x="2559" y="221292"/>
                    <a:pt x="546327" y="0"/>
                    <a:pt x="546327" y="0"/>
                  </a:cubicBezTo>
                  <a:cubicBezTo>
                    <a:pt x="546327" y="0"/>
                    <a:pt x="2168471" y="0"/>
                    <a:pt x="2168471" y="0"/>
                  </a:cubicBezTo>
                  <a:cubicBezTo>
                    <a:pt x="2168471" y="0"/>
                    <a:pt x="2168471" y="1122208"/>
                    <a:pt x="2168471" y="1122208"/>
                  </a:cubicBezTo>
                  <a:cubicBezTo>
                    <a:pt x="2168471" y="1122208"/>
                    <a:pt x="0" y="1166100"/>
                    <a:pt x="0" y="1166100"/>
                  </a:cubicBezTo>
                  <a:cubicBezTo>
                    <a:pt x="0" y="1166100"/>
                    <a:pt x="2559" y="221292"/>
                    <a:pt x="2559" y="221292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2231560" name=""/>
            <p:cNvSpPr/>
            <p:nvPr/>
          </p:nvSpPr>
          <p:spPr bwMode="auto">
            <a:xfrm rot="0" flipH="0" flipV="0">
              <a:off x="720076" y="278267"/>
              <a:ext cx="837900" cy="2281408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446" y="6251"/>
                  </a:moveTo>
                  <a:lnTo>
                    <a:pt x="43200" y="0"/>
                  </a:lnTo>
                  <a:lnTo>
                    <a:pt x="30951" y="43200"/>
                  </a:lnTo>
                  <a:lnTo>
                    <a:pt x="0" y="43200"/>
                  </a:lnTo>
                  <a:lnTo>
                    <a:pt x="446" y="6251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0000">
                  <a:schemeClr val="accent1">
                    <a:lumMod val="75000"/>
                  </a:schemeClr>
                </a:gs>
                <a:gs pos="92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46340456" name=""/>
            <p:cNvSpPr/>
            <p:nvPr/>
          </p:nvSpPr>
          <p:spPr bwMode="auto">
            <a:xfrm rot="0" flipH="0" flipV="0">
              <a:off x="0" y="229456"/>
              <a:ext cx="770484" cy="3836295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72" y="0"/>
                  </a:moveTo>
                  <a:lnTo>
                    <a:pt x="43200" y="4128"/>
                  </a:lnTo>
                  <a:lnTo>
                    <a:pt x="42414" y="42774"/>
                  </a:lnTo>
                  <a:lnTo>
                    <a:pt x="0" y="43200"/>
                  </a:lnTo>
                  <a:lnTo>
                    <a:pt x="872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2081072987" name=""/>
            <p:cNvSpPr/>
            <p:nvPr/>
          </p:nvSpPr>
          <p:spPr bwMode="auto">
            <a:xfrm rot="0" flipH="0" flipV="0">
              <a:off x="1195401" y="476094"/>
              <a:ext cx="571500" cy="2077763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35063782" name=""/>
            <p:cNvSpPr/>
            <p:nvPr/>
          </p:nvSpPr>
          <p:spPr bwMode="auto">
            <a:xfrm rot="0" flipH="0" flipV="0">
              <a:off x="1206160" y="0"/>
              <a:ext cx="1476605" cy="1451741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35" y="12600"/>
                  </a:moveTo>
                  <a:cubicBezTo>
                    <a:pt x="135" y="12600"/>
                    <a:pt x="24597" y="0"/>
                    <a:pt x="24597" y="0"/>
                  </a:cubicBezTo>
                  <a:lnTo>
                    <a:pt x="43200" y="0"/>
                  </a:lnTo>
                  <a:cubicBezTo>
                    <a:pt x="43200" y="0"/>
                    <a:pt x="43200" y="41893"/>
                    <a:pt x="43200" y="41893"/>
                  </a:cubicBezTo>
                  <a:cubicBezTo>
                    <a:pt x="43200" y="41893"/>
                    <a:pt x="0" y="43199"/>
                    <a:pt x="0" y="43199"/>
                  </a:cubicBezTo>
                  <a:cubicBezTo>
                    <a:pt x="0" y="43199"/>
                    <a:pt x="135" y="12433"/>
                    <a:pt x="135" y="12600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518789494" name=""/>
            <p:cNvSpPr/>
            <p:nvPr/>
          </p:nvSpPr>
          <p:spPr bwMode="auto">
            <a:xfrm rot="0" flipH="0" flipV="0">
              <a:off x="1766902" y="229456"/>
              <a:ext cx="915863" cy="2258158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11082"/>
                  </a:moveTo>
                  <a:lnTo>
                    <a:pt x="43199" y="0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110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2000">
                  <a:schemeClr val="accent1">
                    <a:lumMod val="75000"/>
                  </a:schemeClr>
                </a:gs>
                <a:gs pos="76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94139372" name=""/>
            <p:cNvSpPr/>
            <p:nvPr/>
          </p:nvSpPr>
          <p:spPr bwMode="auto">
            <a:xfrm rot="0" flipH="0" flipV="0">
              <a:off x="1195401" y="417633"/>
              <a:ext cx="571500" cy="2136223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861028554" name=""/>
            <p:cNvSpPr/>
            <p:nvPr/>
          </p:nvSpPr>
          <p:spPr bwMode="auto">
            <a:xfrm rot="0" flipH="0" flipV="0">
              <a:off x="1766902" y="1868040"/>
              <a:ext cx="915863" cy="2372735"/>
            </a:xfrm>
            <a:custGeom>
              <a:avLst/>
              <a:gdLst/>
              <a:ahLst/>
              <a:cxnLst/>
              <a:rect l="0" t="0" r="r" b="b"/>
              <a:pathLst>
                <a:path w="915865" h="2197711" fill="norm" stroke="1" extrusionOk="0">
                  <a:moveTo>
                    <a:pt x="0" y="563774"/>
                  </a:moveTo>
                  <a:cubicBezTo>
                    <a:pt x="0" y="563774"/>
                    <a:pt x="915843" y="0"/>
                    <a:pt x="915843" y="0"/>
                  </a:cubicBezTo>
                  <a:cubicBezTo>
                    <a:pt x="915843" y="0"/>
                    <a:pt x="915864" y="2197711"/>
                    <a:pt x="915864" y="2197711"/>
                  </a:cubicBezTo>
                  <a:cubicBezTo>
                    <a:pt x="915864" y="2197711"/>
                    <a:pt x="915859" y="2197710"/>
                    <a:pt x="915859" y="2197710"/>
                  </a:cubicBezTo>
                  <a:cubicBezTo>
                    <a:pt x="915859" y="2197710"/>
                    <a:pt x="915843" y="587986"/>
                    <a:pt x="915843" y="587986"/>
                  </a:cubicBezTo>
                  <a:cubicBezTo>
                    <a:pt x="915843" y="587986"/>
                    <a:pt x="0" y="1151759"/>
                    <a:pt x="0" y="1151759"/>
                  </a:cubicBezTo>
                  <a:cubicBezTo>
                    <a:pt x="0" y="1151759"/>
                    <a:pt x="0" y="563774"/>
                    <a:pt x="0" y="563774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75000">
                  <a:schemeClr val="accent1">
                    <a:lumMod val="5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622250983" name=""/>
          <p:cNvSpPr/>
          <p:nvPr/>
        </p:nvSpPr>
        <p:spPr bwMode="auto">
          <a:xfrm rot="0" flipH="0" flipV="0">
            <a:off x="841247" y="1837348"/>
            <a:ext cx="5178551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293037" name=""/>
          <p:cNvSpPr/>
          <p:nvPr/>
        </p:nvSpPr>
        <p:spPr bwMode="auto">
          <a:xfrm rot="0" flipH="0" flipV="0">
            <a:off x="9990923" y="2036061"/>
            <a:ext cx="692949" cy="364550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872" y="0"/>
                </a:moveTo>
                <a:lnTo>
                  <a:pt x="43200" y="4128"/>
                </a:lnTo>
                <a:lnTo>
                  <a:pt x="42414" y="42774"/>
                </a:lnTo>
                <a:lnTo>
                  <a:pt x="0" y="43200"/>
                </a:lnTo>
                <a:lnTo>
                  <a:pt x="872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670260" name=""/>
          <p:cNvSpPr/>
          <p:nvPr/>
        </p:nvSpPr>
        <p:spPr bwMode="auto">
          <a:xfrm rot="0" flipH="0" flipV="0">
            <a:off x="11191986" y="1283258"/>
            <a:ext cx="1000012" cy="1505597"/>
          </a:xfrm>
          <a:custGeom>
            <a:avLst/>
            <a:gdLst/>
            <a:ahLst/>
            <a:cxnLst/>
            <a:rect l="0" t="0" r="r" b="b"/>
            <a:pathLst>
              <a:path w="1000014" h="1505599" fill="norm" stroke="1" extrusionOk="0">
                <a:moveTo>
                  <a:pt x="0" y="552906"/>
                </a:moveTo>
                <a:cubicBezTo>
                  <a:pt x="0" y="552906"/>
                  <a:pt x="1000013" y="0"/>
                  <a:pt x="1000013" y="0"/>
                </a:cubicBezTo>
                <a:cubicBezTo>
                  <a:pt x="1000013" y="0"/>
                  <a:pt x="1000013" y="991178"/>
                  <a:pt x="1000013" y="991178"/>
                </a:cubicBezTo>
                <a:cubicBezTo>
                  <a:pt x="1000013" y="991178"/>
                  <a:pt x="12168" y="1505598"/>
                  <a:pt x="12168" y="1505598"/>
                </a:cubicBezTo>
                <a:cubicBezTo>
                  <a:pt x="12168" y="1505598"/>
                  <a:pt x="0" y="552906"/>
                  <a:pt x="0" y="552906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72776462" name=""/>
          <p:cNvSpPr/>
          <p:nvPr/>
        </p:nvSpPr>
        <p:spPr bwMode="auto">
          <a:xfrm rot="0" flipH="0" flipV="0">
            <a:off x="11118426" y="2249366"/>
            <a:ext cx="1074962" cy="459502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955" y="5198"/>
                </a:moveTo>
                <a:cubicBezTo>
                  <a:pt x="2955" y="5198"/>
                  <a:pt x="43143" y="0"/>
                  <a:pt x="43143" y="0"/>
                </a:cubicBezTo>
                <a:cubicBezTo>
                  <a:pt x="43143" y="0"/>
                  <a:pt x="43200" y="43199"/>
                  <a:pt x="43200" y="43199"/>
                </a:cubicBezTo>
                <a:lnTo>
                  <a:pt x="0" y="43199"/>
                </a:lnTo>
                <a:cubicBezTo>
                  <a:pt x="0" y="43200"/>
                  <a:pt x="2955" y="5198"/>
                  <a:pt x="2955" y="519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6000">
                <a:schemeClr val="accent1">
                  <a:lumMod val="50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825063885" name=""/>
          <p:cNvSpPr/>
          <p:nvPr/>
        </p:nvSpPr>
        <p:spPr bwMode="auto">
          <a:xfrm rot="0" flipH="0" flipV="0">
            <a:off x="11176984" y="2208546"/>
            <a:ext cx="1015012" cy="90748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6319"/>
                </a:moveTo>
                <a:cubicBezTo>
                  <a:pt x="0" y="26319"/>
                  <a:pt x="42561" y="0"/>
                  <a:pt x="42561" y="0"/>
                </a:cubicBezTo>
                <a:cubicBezTo>
                  <a:pt x="42561" y="0"/>
                  <a:pt x="43200" y="15993"/>
                  <a:pt x="43200" y="15993"/>
                </a:cubicBezTo>
                <a:cubicBezTo>
                  <a:pt x="43200" y="15993"/>
                  <a:pt x="344" y="43200"/>
                  <a:pt x="344" y="43200"/>
                </a:cubicBezTo>
                <a:cubicBezTo>
                  <a:pt x="344" y="43200"/>
                  <a:pt x="0" y="26319"/>
                  <a:pt x="0" y="26319"/>
                </a:cubicBezTo>
                <a:close/>
              </a:path>
            </a:pathLst>
          </a:custGeom>
          <a:gradFill>
            <a:gsLst>
              <a:gs pos="25000">
                <a:schemeClr val="accent2">
                  <a:lumMod val="50000"/>
                </a:schemeClr>
              </a:gs>
              <a:gs pos="100000">
                <a:schemeClr val="accent1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558479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000685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rPr lang="en-US"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 lang="en-US"/>
              <a:t>Second level</a:t>
            </a:r>
            <a:endParaRPr/>
          </a:p>
          <a:p>
            <a:pPr lvl="2" defTabSz="914400" rtl="0">
              <a:defRPr/>
            </a:pPr>
            <a:r>
              <a:rPr lang="en-US"/>
              <a:t>Third level</a:t>
            </a:r>
            <a:endParaRPr/>
          </a:p>
          <a:p>
            <a:pPr lvl="3" defTabSz="914400" rtl="0">
              <a:defRPr/>
            </a:pPr>
            <a:r>
              <a:rPr lang="en-US"/>
              <a:t>Fourth level</a:t>
            </a:r>
            <a:endParaRPr/>
          </a:p>
          <a:p>
            <a:pPr lvl="4" defTabSz="914400" rtl="0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080329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680012" name=""/>
          <p:cNvSpPr/>
          <p:nvPr/>
        </p:nvSpPr>
        <p:spPr bwMode="auto">
          <a:xfrm rot="0" flipH="0" flipV="0">
            <a:off x="6178294" y="1837348"/>
            <a:ext cx="5178551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0543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>
            <a:lvl1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 defTabSz="914400" rtl="0">
              <a:defRPr/>
            </a:pPr>
            <a:r>
              <a:rPr lang="en-US"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 lang="en-US"/>
              <a:t>Second level</a:t>
            </a:r>
            <a:endParaRPr/>
          </a:p>
          <a:p>
            <a:pPr lvl="2" defTabSz="914400" rtl="0">
              <a:defRPr/>
            </a:pPr>
            <a:r>
              <a:rPr lang="en-US"/>
              <a:t>Third level</a:t>
            </a:r>
            <a:endParaRPr/>
          </a:p>
          <a:p>
            <a:pPr lvl="3" defTabSz="914400" rtl="0">
              <a:defRPr/>
            </a:pPr>
            <a:r>
              <a:rPr lang="en-US"/>
              <a:t>Fourth level</a:t>
            </a:r>
            <a:endParaRPr/>
          </a:p>
          <a:p>
            <a:pPr lvl="4" defTabSz="914400" rtl="0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09153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925411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06485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3192947" name=""/>
          <p:cNvGrpSpPr/>
          <p:nvPr/>
        </p:nvGrpSpPr>
        <p:grpSpPr bwMode="auto">
          <a:xfrm>
            <a:off x="9509231" y="0"/>
            <a:ext cx="2682767" cy="4240777"/>
            <a:chOff x="0" y="0"/>
            <a:chExt cx="2682767" cy="4240777"/>
          </a:xfrm>
        </p:grpSpPr>
        <p:sp>
          <p:nvSpPr>
            <p:cNvPr id="1615766652" name=""/>
            <p:cNvSpPr/>
            <p:nvPr/>
          </p:nvSpPr>
          <p:spPr bwMode="auto">
            <a:xfrm>
              <a:off x="14292" y="0"/>
              <a:ext cx="2168471" cy="1166099"/>
            </a:xfrm>
            <a:custGeom>
              <a:avLst/>
              <a:gdLst/>
              <a:ahLst/>
              <a:cxnLst/>
              <a:rect l="0" t="0" r="r" b="b"/>
              <a:pathLst>
                <a:path w="2168472" h="1166100" fill="norm" stroke="1" extrusionOk="0">
                  <a:moveTo>
                    <a:pt x="2559" y="221292"/>
                  </a:moveTo>
                  <a:cubicBezTo>
                    <a:pt x="2559" y="221292"/>
                    <a:pt x="546327" y="0"/>
                    <a:pt x="546327" y="0"/>
                  </a:cubicBezTo>
                  <a:cubicBezTo>
                    <a:pt x="546327" y="0"/>
                    <a:pt x="2168471" y="0"/>
                    <a:pt x="2168471" y="0"/>
                  </a:cubicBezTo>
                  <a:cubicBezTo>
                    <a:pt x="2168471" y="0"/>
                    <a:pt x="2168471" y="1122208"/>
                    <a:pt x="2168471" y="1122208"/>
                  </a:cubicBezTo>
                  <a:cubicBezTo>
                    <a:pt x="2168471" y="1122208"/>
                    <a:pt x="0" y="1166100"/>
                    <a:pt x="0" y="1166100"/>
                  </a:cubicBezTo>
                  <a:cubicBezTo>
                    <a:pt x="0" y="1166100"/>
                    <a:pt x="2559" y="221292"/>
                    <a:pt x="2559" y="221292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736298565" name=""/>
            <p:cNvSpPr/>
            <p:nvPr/>
          </p:nvSpPr>
          <p:spPr bwMode="auto">
            <a:xfrm rot="0" flipH="0" flipV="0">
              <a:off x="720076" y="278268"/>
              <a:ext cx="837900" cy="2281409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446" y="6251"/>
                  </a:moveTo>
                  <a:lnTo>
                    <a:pt x="43200" y="0"/>
                  </a:lnTo>
                  <a:lnTo>
                    <a:pt x="30951" y="43200"/>
                  </a:lnTo>
                  <a:lnTo>
                    <a:pt x="0" y="43200"/>
                  </a:lnTo>
                  <a:lnTo>
                    <a:pt x="446" y="6251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0000">
                  <a:schemeClr val="accent1">
                    <a:lumMod val="75000"/>
                  </a:schemeClr>
                </a:gs>
                <a:gs pos="92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97037155" name=""/>
            <p:cNvSpPr/>
            <p:nvPr/>
          </p:nvSpPr>
          <p:spPr bwMode="auto">
            <a:xfrm rot="0" flipH="0" flipV="0">
              <a:off x="0" y="229457"/>
              <a:ext cx="770485" cy="3836295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72" y="0"/>
                  </a:moveTo>
                  <a:lnTo>
                    <a:pt x="43200" y="4128"/>
                  </a:lnTo>
                  <a:lnTo>
                    <a:pt x="42414" y="42774"/>
                  </a:lnTo>
                  <a:lnTo>
                    <a:pt x="0" y="43200"/>
                  </a:lnTo>
                  <a:lnTo>
                    <a:pt x="872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2064223638" name=""/>
            <p:cNvSpPr/>
            <p:nvPr/>
          </p:nvSpPr>
          <p:spPr bwMode="auto">
            <a:xfrm rot="0" flipH="0" flipV="0">
              <a:off x="1195402" y="476095"/>
              <a:ext cx="571500" cy="2077764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26875920" name=""/>
            <p:cNvSpPr/>
            <p:nvPr/>
          </p:nvSpPr>
          <p:spPr bwMode="auto">
            <a:xfrm rot="0" flipH="0" flipV="0">
              <a:off x="1206161" y="0"/>
              <a:ext cx="1476606" cy="1451741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35" y="12600"/>
                  </a:moveTo>
                  <a:cubicBezTo>
                    <a:pt x="135" y="12600"/>
                    <a:pt x="24597" y="0"/>
                    <a:pt x="24597" y="0"/>
                  </a:cubicBezTo>
                  <a:lnTo>
                    <a:pt x="43200" y="0"/>
                  </a:lnTo>
                  <a:cubicBezTo>
                    <a:pt x="43200" y="0"/>
                    <a:pt x="43200" y="41893"/>
                    <a:pt x="43200" y="41893"/>
                  </a:cubicBezTo>
                  <a:cubicBezTo>
                    <a:pt x="43200" y="41893"/>
                    <a:pt x="0" y="43199"/>
                    <a:pt x="0" y="43199"/>
                  </a:cubicBezTo>
                  <a:cubicBezTo>
                    <a:pt x="0" y="43199"/>
                    <a:pt x="135" y="12433"/>
                    <a:pt x="135" y="12600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9757094" name=""/>
            <p:cNvSpPr/>
            <p:nvPr/>
          </p:nvSpPr>
          <p:spPr bwMode="auto">
            <a:xfrm rot="0" flipH="0" flipV="0">
              <a:off x="1766902" y="229457"/>
              <a:ext cx="915863" cy="2258158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11082"/>
                  </a:moveTo>
                  <a:lnTo>
                    <a:pt x="43199" y="0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110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2000">
                  <a:schemeClr val="accent1">
                    <a:lumMod val="75000"/>
                  </a:schemeClr>
                </a:gs>
                <a:gs pos="76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64223638" name=""/>
            <p:cNvSpPr/>
            <p:nvPr/>
          </p:nvSpPr>
          <p:spPr bwMode="auto">
            <a:xfrm rot="0" flipH="0" flipV="0">
              <a:off x="1195402" y="417634"/>
              <a:ext cx="571500" cy="2136224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09375561" name=""/>
            <p:cNvSpPr/>
            <p:nvPr/>
          </p:nvSpPr>
          <p:spPr bwMode="auto">
            <a:xfrm rot="0" flipH="0" flipV="0">
              <a:off x="1766902" y="1868041"/>
              <a:ext cx="915864" cy="2372736"/>
            </a:xfrm>
            <a:custGeom>
              <a:avLst/>
              <a:gdLst/>
              <a:ahLst/>
              <a:cxnLst/>
              <a:rect l="0" t="0" r="r" b="b"/>
              <a:pathLst>
                <a:path w="915865" h="2197711" fill="norm" stroke="1" extrusionOk="0">
                  <a:moveTo>
                    <a:pt x="0" y="563774"/>
                  </a:moveTo>
                  <a:cubicBezTo>
                    <a:pt x="0" y="563774"/>
                    <a:pt x="915843" y="0"/>
                    <a:pt x="915843" y="0"/>
                  </a:cubicBezTo>
                  <a:cubicBezTo>
                    <a:pt x="915843" y="0"/>
                    <a:pt x="915864" y="2197711"/>
                    <a:pt x="915864" y="2197711"/>
                  </a:cubicBezTo>
                  <a:cubicBezTo>
                    <a:pt x="915864" y="2197711"/>
                    <a:pt x="915859" y="2197710"/>
                    <a:pt x="915859" y="2197710"/>
                  </a:cubicBezTo>
                  <a:cubicBezTo>
                    <a:pt x="915859" y="2197710"/>
                    <a:pt x="915843" y="587986"/>
                    <a:pt x="915843" y="587986"/>
                  </a:cubicBezTo>
                  <a:cubicBezTo>
                    <a:pt x="915843" y="587986"/>
                    <a:pt x="0" y="1151759"/>
                    <a:pt x="0" y="1151759"/>
                  </a:cubicBezTo>
                  <a:cubicBezTo>
                    <a:pt x="0" y="1151759"/>
                    <a:pt x="0" y="563774"/>
                    <a:pt x="0" y="563774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75000">
                  <a:schemeClr val="accent1">
                    <a:lumMod val="5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755394885" name=""/>
          <p:cNvSpPr/>
          <p:nvPr/>
        </p:nvSpPr>
        <p:spPr bwMode="auto">
          <a:xfrm rot="0" flipH="0" flipV="0">
            <a:off x="841245" y="2505073"/>
            <a:ext cx="5156327" cy="3675061"/>
          </a:xfrm>
          <a:prstGeom prst="roundRect">
            <a:avLst>
              <a:gd name="adj" fmla="val 3868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549948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365124"/>
            <a:ext cx="8209848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35267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ln>
            <a:noFill/>
          </a:ln>
        </p:spPr>
        <p:txBody>
          <a:bodyPr vertOverflow="overflow" horzOverflow="overflow" vert="horz" wrap="square" lIns="274319" tIns="274319" rIns="274319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</a:t>
            </a:r>
            <a:endParaRPr/>
          </a:p>
        </p:txBody>
      </p:sp>
      <p:sp>
        <p:nvSpPr>
          <p:cNvPr id="1463041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2312922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335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445969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823731544" name=""/>
          <p:cNvSpPr/>
          <p:nvPr/>
        </p:nvSpPr>
        <p:spPr bwMode="auto">
          <a:xfrm rot="0" flipH="0" flipV="0">
            <a:off x="6175247" y="2505074"/>
            <a:ext cx="5178551" cy="3684587"/>
          </a:xfrm>
          <a:prstGeom prst="roundRect">
            <a:avLst>
              <a:gd name="adj" fmla="val 3868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254456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0611" y="1681162"/>
            <a:ext cx="5183188" cy="823912"/>
          </a:xfrm>
        </p:spPr>
        <p:txBody>
          <a:bodyPr vertOverflow="overflow" horzOverflow="overflow" vert="horz" wrap="square" lIns="274319" tIns="274319" rIns="274319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</a:t>
            </a:r>
            <a:endParaRPr/>
          </a:p>
        </p:txBody>
      </p:sp>
      <p:sp>
        <p:nvSpPr>
          <p:cNvPr id="163148198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165565" name="Title 1"/>
          <p:cNvSpPr>
            <a:spLocks noGrp="1"/>
          </p:cNvSpPr>
          <p:nvPr>
            <p:ph type="title"/>
          </p:nvPr>
        </p:nvSpPr>
        <p:spPr bwMode="auto">
          <a:xfrm>
            <a:off x="83819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2133148069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70793553" name="Text Placeholder 3"/>
          <p:cNvSpPr>
            <a:spLocks noGrp="1"/>
          </p:cNvSpPr>
          <p:nvPr>
            <p:ph type="body" sz="half" idx="2"/>
          </p:nvPr>
        </p:nvSpPr>
        <p:spPr bwMode="auto">
          <a:xfrm rot="0" flipH="0" flipV="0">
            <a:off x="841248" y="2057400"/>
            <a:ext cx="3932237" cy="3811588"/>
          </a:xfrm>
        </p:spPr>
        <p:txBody>
          <a:bodyPr vertOverflow="overflow" horzOverflow="overflow" vert="horz" wrap="square" lIns="91440" tIns="18288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57368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159419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26549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935814" name=""/>
          <p:cNvSpPr/>
          <p:nvPr/>
        </p:nvSpPr>
        <p:spPr bwMode="auto">
          <a:xfrm rot="0" flipH="0" flipV="0">
            <a:off x="10631853" y="3677130"/>
            <a:ext cx="250871" cy="3180870"/>
          </a:xfrm>
          <a:prstGeom prst="rect">
            <a:avLst/>
          </a:prstGeom>
          <a:gradFill>
            <a:gsLst>
              <a:gs pos="0">
                <a:schemeClr val="tx2">
                  <a:lumMod val="75000"/>
                </a:schemeClr>
              </a:gs>
              <a:gs pos="100000">
                <a:schemeClr val="accent1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5413796" name=""/>
          <p:cNvSpPr/>
          <p:nvPr/>
        </p:nvSpPr>
        <p:spPr bwMode="auto">
          <a:xfrm rot="0">
            <a:off x="10503078" y="3774166"/>
            <a:ext cx="1688920" cy="60793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cubicBezTo>
                  <a:pt x="0" y="0"/>
                  <a:pt x="43199" y="2355"/>
                  <a:pt x="43199" y="2355"/>
                </a:cubicBezTo>
                <a:cubicBezTo>
                  <a:pt x="43199" y="2355"/>
                  <a:pt x="43200" y="43200"/>
                  <a:pt x="43200" y="43200"/>
                </a:cubicBezTo>
                <a:cubicBezTo>
                  <a:pt x="43200" y="43200"/>
                  <a:pt x="9745" y="42392"/>
                  <a:pt x="9745" y="42392"/>
                </a:cubicBezTo>
                <a:cubicBezTo>
                  <a:pt x="9745" y="42392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498466257" name=""/>
          <p:cNvSpPr/>
          <p:nvPr/>
        </p:nvSpPr>
        <p:spPr bwMode="auto">
          <a:xfrm flipH="0" flipV="0">
            <a:off x="0" y="3940473"/>
            <a:ext cx="2273963" cy="1691554"/>
          </a:xfrm>
          <a:custGeom>
            <a:avLst/>
            <a:gdLst/>
            <a:ahLst/>
            <a:cxnLst/>
            <a:rect l="0" t="0" r="r" b="b"/>
            <a:pathLst>
              <a:path w="2139670" h="1691554" fill="norm" stroke="1" extrusionOk="0">
                <a:moveTo>
                  <a:pt x="2139670" y="18075"/>
                </a:moveTo>
                <a:cubicBezTo>
                  <a:pt x="2139670" y="18075"/>
                  <a:pt x="1703764" y="1684896"/>
                  <a:pt x="1703764" y="1684896"/>
                </a:cubicBezTo>
                <a:cubicBezTo>
                  <a:pt x="1703764" y="1684896"/>
                  <a:pt x="0" y="1691554"/>
                  <a:pt x="0" y="1691554"/>
                </a:cubicBezTo>
                <a:cubicBezTo>
                  <a:pt x="0" y="1691554"/>
                  <a:pt x="0" y="0"/>
                  <a:pt x="0" y="0"/>
                </a:cubicBezTo>
                <a:cubicBezTo>
                  <a:pt x="0" y="0"/>
                  <a:pt x="2139670" y="18075"/>
                  <a:pt x="2139670" y="18075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</p:sp>
      <p:grpSp>
        <p:nvGrpSpPr>
          <p:cNvPr id="1605310534" name=""/>
          <p:cNvGrpSpPr/>
          <p:nvPr/>
        </p:nvGrpSpPr>
        <p:grpSpPr bwMode="auto">
          <a:xfrm>
            <a:off x="5798170" y="4112327"/>
            <a:ext cx="4071678" cy="2745672"/>
            <a:chOff x="0" y="0"/>
            <a:chExt cx="4071678" cy="2745672"/>
          </a:xfrm>
        </p:grpSpPr>
        <p:sp>
          <p:nvSpPr>
            <p:cNvPr id="1073244385" name=""/>
            <p:cNvSpPr/>
            <p:nvPr/>
          </p:nvSpPr>
          <p:spPr bwMode="auto">
            <a:xfrm rot="0" flipH="0" flipV="0">
              <a:off x="0" y="734704"/>
              <a:ext cx="3422028" cy="192987"/>
            </a:xfrm>
            <a:prstGeom prst="flowChartProcess">
              <a:avLst/>
            </a:prstGeom>
            <a:gradFill>
              <a:gsLst>
                <a:gs pos="0">
                  <a:schemeClr val="bg2">
                    <a:lumMod val="25000"/>
                    <a:alpha val="99999"/>
                  </a:schemeClr>
                </a:gs>
                <a:gs pos="100000">
                  <a:schemeClr val="tx2">
                    <a:lumMod val="75000"/>
                    <a:alpha val="99999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357176036" name=""/>
            <p:cNvSpPr/>
            <p:nvPr/>
          </p:nvSpPr>
          <p:spPr bwMode="auto">
            <a:xfrm flipH="0" flipV="0">
              <a:off x="0" y="0"/>
              <a:ext cx="4071678" cy="2745672"/>
            </a:xfrm>
            <a:custGeom>
              <a:avLst/>
              <a:gdLst/>
              <a:ahLst/>
              <a:cxnLst/>
              <a:rect l="0" t="0" r="r" b="b"/>
              <a:pathLst>
                <a:path w="5414530" h="3635960" fill="norm" stroke="1" extrusionOk="0">
                  <a:moveTo>
                    <a:pt x="5366212" y="21480"/>
                  </a:moveTo>
                  <a:cubicBezTo>
                    <a:pt x="5366212" y="21480"/>
                    <a:pt x="5414529" y="3635960"/>
                    <a:pt x="5414529" y="3635960"/>
                  </a:cubicBezTo>
                  <a:cubicBezTo>
                    <a:pt x="5414529" y="3635960"/>
                    <a:pt x="4542191" y="3635960"/>
                    <a:pt x="4542191" y="3635960"/>
                  </a:cubicBezTo>
                  <a:cubicBezTo>
                    <a:pt x="4542191" y="3635960"/>
                    <a:pt x="4548511" y="989054"/>
                    <a:pt x="4548511" y="989054"/>
                  </a:cubicBezTo>
                  <a:cubicBezTo>
                    <a:pt x="4548511" y="989054"/>
                    <a:pt x="69332" y="993857"/>
                    <a:pt x="0" y="974384"/>
                  </a:cubicBezTo>
                  <a:cubicBezTo>
                    <a:pt x="0" y="974384"/>
                    <a:pt x="10531" y="324678"/>
                    <a:pt x="16172" y="0"/>
                  </a:cubicBezTo>
                  <a:cubicBezTo>
                    <a:pt x="16172" y="0"/>
                    <a:pt x="4841012" y="29951"/>
                    <a:pt x="4841012" y="29951"/>
                  </a:cubicBezTo>
                  <a:cubicBezTo>
                    <a:pt x="4841012" y="29951"/>
                    <a:pt x="4841263" y="29689"/>
                    <a:pt x="4841263" y="29689"/>
                  </a:cubicBezTo>
                  <a:cubicBezTo>
                    <a:pt x="4841263" y="29689"/>
                    <a:pt x="5366212" y="21480"/>
                    <a:pt x="5366212" y="21480"/>
                  </a:cubicBezTo>
                  <a:close/>
                </a:path>
              </a:pathLst>
            </a:custGeom>
            <a:gradFill>
              <a:gsLst>
                <a:gs pos="8000">
                  <a:schemeClr val="accent1">
                    <a:lumMod val="50000"/>
                    <a:alpha val="99999"/>
                  </a:schemeClr>
                </a:gs>
                <a:gs pos="54000">
                  <a:schemeClr val="accent1">
                    <a:lumMod val="75000"/>
                    <a:alpha val="99999"/>
                  </a:schemeClr>
                </a:gs>
                <a:gs pos="100000">
                  <a:schemeClr val="accent2">
                    <a:lumMod val="50000"/>
                    <a:alpha val="99999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17525198" name=""/>
            <p:cNvSpPr/>
            <p:nvPr/>
          </p:nvSpPr>
          <p:spPr bwMode="auto">
            <a:xfrm rot="0" flipH="1" flipV="0">
              <a:off x="2964828" y="746167"/>
              <a:ext cx="457200" cy="1999503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2750" y="3973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  <a:alpha val="99999"/>
                  </a:schemeClr>
                </a:gs>
                <a:gs pos="100000">
                  <a:schemeClr val="tx2">
                    <a:lumMod val="50000"/>
                    <a:alpha val="99999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896028045" name=""/>
          <p:cNvSpPr/>
          <p:nvPr/>
        </p:nvSpPr>
        <p:spPr bwMode="auto">
          <a:xfrm rot="0">
            <a:off x="2335630" y="2646449"/>
            <a:ext cx="4304651" cy="329476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0216" y="43200"/>
                </a:moveTo>
                <a:cubicBezTo>
                  <a:pt x="30216" y="43200"/>
                  <a:pt x="30156" y="17206"/>
                  <a:pt x="30156" y="17206"/>
                </a:cubicBezTo>
                <a:cubicBezTo>
                  <a:pt x="30156" y="17206"/>
                  <a:pt x="425" y="16948"/>
                  <a:pt x="425" y="16948"/>
                </a:cubicBezTo>
                <a:cubicBezTo>
                  <a:pt x="425" y="16948"/>
                  <a:pt x="0" y="0"/>
                  <a:pt x="0" y="0"/>
                </a:cubicBezTo>
                <a:cubicBezTo>
                  <a:pt x="0" y="0"/>
                  <a:pt x="43200" y="348"/>
                  <a:pt x="43200" y="348"/>
                </a:cubicBezTo>
                <a:cubicBezTo>
                  <a:pt x="43200" y="348"/>
                  <a:pt x="39072" y="17262"/>
                  <a:pt x="39072" y="17262"/>
                </a:cubicBezTo>
                <a:cubicBezTo>
                  <a:pt x="39072" y="17262"/>
                  <a:pt x="38108" y="17254"/>
                  <a:pt x="38108" y="17254"/>
                </a:cubicBezTo>
                <a:cubicBezTo>
                  <a:pt x="38108" y="17254"/>
                  <a:pt x="30216" y="43200"/>
                  <a:pt x="30216" y="4320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3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664328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3664079" name=""/>
          <p:cNvSpPr/>
          <p:nvPr/>
        </p:nvSpPr>
        <p:spPr bwMode="auto">
          <a:xfrm rot="0" flipH="0" flipV="0">
            <a:off x="3412761" y="3452687"/>
            <a:ext cx="1075194" cy="340531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1343169" name=""/>
          <p:cNvSpPr/>
          <p:nvPr/>
        </p:nvSpPr>
        <p:spPr bwMode="auto">
          <a:xfrm rot="5399999" flipH="0" flipV="0">
            <a:off x="2894571" y="3346634"/>
            <a:ext cx="1740834" cy="287923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1" y="0"/>
                </a:moveTo>
                <a:lnTo>
                  <a:pt x="43071" y="7017"/>
                </a:lnTo>
                <a:lnTo>
                  <a:pt x="43200" y="43200"/>
                </a:lnTo>
                <a:lnTo>
                  <a:pt x="0" y="43199"/>
                </a:lnTo>
                <a:lnTo>
                  <a:pt x="141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62000">
                <a:schemeClr val="tx2"/>
              </a:gs>
              <a:gs pos="96000">
                <a:schemeClr val="accent1">
                  <a:lumMod val="75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2174453" name=""/>
          <p:cNvSpPr/>
          <p:nvPr/>
        </p:nvSpPr>
        <p:spPr bwMode="auto">
          <a:xfrm rot="5399999" flipH="0" flipV="0">
            <a:off x="-121688" y="4559671"/>
            <a:ext cx="4186793" cy="40986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170" y="2616"/>
                </a:lnTo>
                <a:lnTo>
                  <a:pt x="43200" y="43200"/>
                </a:lnTo>
                <a:lnTo>
                  <a:pt x="9959" y="4173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29191277" name=""/>
          <p:cNvSpPr/>
          <p:nvPr/>
        </p:nvSpPr>
        <p:spPr bwMode="auto">
          <a:xfrm rot="5399999" flipH="0" flipV="0">
            <a:off x="-1126887" y="3069986"/>
            <a:ext cx="4912251" cy="2658475"/>
          </a:xfrm>
          <a:custGeom>
            <a:avLst/>
            <a:gdLst/>
            <a:ahLst/>
            <a:cxnLst/>
            <a:rect l="0" t="0" r="r" b="b"/>
            <a:pathLst>
              <a:path w="2585358" h="2558143" fill="norm" stroke="1" extrusionOk="0">
                <a:moveTo>
                  <a:pt x="0" y="0"/>
                </a:moveTo>
                <a:cubicBezTo>
                  <a:pt x="0" y="0"/>
                  <a:pt x="2585357" y="0"/>
                  <a:pt x="2585357" y="0"/>
                </a:cubicBezTo>
                <a:cubicBezTo>
                  <a:pt x="2585357" y="0"/>
                  <a:pt x="2585357" y="639536"/>
                  <a:pt x="2585357" y="639536"/>
                </a:cubicBezTo>
                <a:cubicBezTo>
                  <a:pt x="2585357" y="639536"/>
                  <a:pt x="489856" y="639536"/>
                  <a:pt x="489856" y="639536"/>
                </a:cubicBezTo>
                <a:cubicBezTo>
                  <a:pt x="489856" y="639536"/>
                  <a:pt x="489856" y="2558143"/>
                  <a:pt x="489856" y="2558143"/>
                </a:cubicBezTo>
                <a:cubicBezTo>
                  <a:pt x="489856" y="2558143"/>
                  <a:pt x="0" y="2558143"/>
                  <a:pt x="0" y="2558143"/>
                </a:cubicBezTo>
                <a:cubicBezTo>
                  <a:pt x="0" y="2558143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963180955" name=""/>
          <p:cNvSpPr/>
          <p:nvPr/>
        </p:nvSpPr>
        <p:spPr bwMode="auto">
          <a:xfrm rot="1304965" flipH="0" flipV="0">
            <a:off x="5916235" y="2572400"/>
            <a:ext cx="192152" cy="386382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2084"/>
                </a:lnTo>
                <a:lnTo>
                  <a:pt x="39483" y="43200"/>
                </a:lnTo>
                <a:lnTo>
                  <a:pt x="1631" y="405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0463622" name=""/>
          <p:cNvSpPr/>
          <p:nvPr/>
        </p:nvSpPr>
        <p:spPr bwMode="auto">
          <a:xfrm rot="0" flipH="0" flipV="0">
            <a:off x="0" y="3827752"/>
            <a:ext cx="4547928" cy="133349"/>
          </a:xfrm>
          <a:prstGeom prst="flowChartProcess">
            <a:avLst/>
          </a:prstGeom>
          <a:gradFill>
            <a:gsLst>
              <a:gs pos="0">
                <a:schemeClr val="accent1"/>
              </a:gs>
              <a:gs pos="100000">
                <a:schemeClr val="tx2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0551467" name=""/>
          <p:cNvSpPr/>
          <p:nvPr/>
        </p:nvSpPr>
        <p:spPr bwMode="auto">
          <a:xfrm flipH="0" flipV="0">
            <a:off x="1" y="2646449"/>
            <a:ext cx="2013249" cy="318999"/>
          </a:xfrm>
          <a:custGeom>
            <a:avLst/>
            <a:gdLst/>
            <a:ahLst/>
            <a:cxnLst/>
            <a:rect l="0" t="0" r="r" b="b"/>
            <a:pathLst>
              <a:path w="1886832" h="869712" fill="norm" stroke="1" extrusionOk="0">
                <a:moveTo>
                  <a:pt x="1886831" y="0"/>
                </a:moveTo>
                <a:cubicBezTo>
                  <a:pt x="1886831" y="0"/>
                  <a:pt x="1886831" y="869711"/>
                  <a:pt x="1886831" y="869711"/>
                </a:cubicBezTo>
                <a:cubicBezTo>
                  <a:pt x="1886831" y="869711"/>
                  <a:pt x="0" y="869711"/>
                  <a:pt x="0" y="869711"/>
                </a:cubicBezTo>
                <a:cubicBezTo>
                  <a:pt x="0" y="869711"/>
                  <a:pt x="0" y="0"/>
                  <a:pt x="0" y="0"/>
                </a:cubicBezTo>
                <a:cubicBezTo>
                  <a:pt x="0" y="0"/>
                  <a:pt x="1886831" y="0"/>
                  <a:pt x="1886831" y="0"/>
                </a:cubicBezTo>
                <a:close/>
              </a:path>
            </a:pathLst>
          </a:custGeom>
          <a:gradFill>
            <a:gsLst>
              <a:gs pos="0">
                <a:schemeClr val="tx2"/>
              </a:gs>
              <a:gs pos="3900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048540265" name=""/>
          <p:cNvSpPr/>
          <p:nvPr/>
        </p:nvSpPr>
        <p:spPr bwMode="auto">
          <a:xfrm flipH="0" flipV="0">
            <a:off x="0" y="2888091"/>
            <a:ext cx="5251815" cy="3969908"/>
          </a:xfrm>
          <a:custGeom>
            <a:avLst/>
            <a:gdLst/>
            <a:ahLst/>
            <a:cxnLst/>
            <a:rect l="0" t="0" r="r" b="b"/>
            <a:pathLst>
              <a:path w="5251816" h="3635049" fill="norm" stroke="1" extrusionOk="0">
                <a:moveTo>
                  <a:pt x="5203499" y="20570"/>
                </a:moveTo>
                <a:cubicBezTo>
                  <a:pt x="5203499" y="20570"/>
                  <a:pt x="5251816" y="3635049"/>
                  <a:pt x="5251816" y="3635049"/>
                </a:cubicBezTo>
                <a:cubicBezTo>
                  <a:pt x="5251816" y="3635049"/>
                  <a:pt x="4379478" y="3635049"/>
                  <a:pt x="4379478" y="3635049"/>
                </a:cubicBezTo>
                <a:cubicBezTo>
                  <a:pt x="4379478" y="3635049"/>
                  <a:pt x="4385798" y="988144"/>
                  <a:pt x="4385798" y="988144"/>
                </a:cubicBezTo>
                <a:cubicBezTo>
                  <a:pt x="4385798" y="988144"/>
                  <a:pt x="813535" y="991974"/>
                  <a:pt x="0" y="978925"/>
                </a:cubicBezTo>
                <a:cubicBezTo>
                  <a:pt x="0" y="978925"/>
                  <a:pt x="0" y="0"/>
                  <a:pt x="0" y="0"/>
                </a:cubicBezTo>
                <a:cubicBezTo>
                  <a:pt x="0" y="0"/>
                  <a:pt x="4678299" y="29041"/>
                  <a:pt x="4678299" y="29041"/>
                </a:cubicBezTo>
                <a:cubicBezTo>
                  <a:pt x="4678299" y="29041"/>
                  <a:pt x="4678550" y="28779"/>
                  <a:pt x="4678550" y="28779"/>
                </a:cubicBezTo>
                <a:cubicBezTo>
                  <a:pt x="4678550" y="28779"/>
                  <a:pt x="5203499" y="20570"/>
                  <a:pt x="5203499" y="2057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4">
                  <a:lumMod val="75000"/>
                </a:schemeClr>
              </a:gs>
              <a:gs pos="97000">
                <a:schemeClr val="accent2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0069847" name=""/>
          <p:cNvSpPr/>
          <p:nvPr/>
        </p:nvSpPr>
        <p:spPr bwMode="auto">
          <a:xfrm rot="0" flipH="0" flipV="0">
            <a:off x="5204604" y="2905124"/>
            <a:ext cx="182880" cy="394952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30" y="0"/>
                </a:moveTo>
                <a:lnTo>
                  <a:pt x="42904" y="1794"/>
                </a:lnTo>
                <a:lnTo>
                  <a:pt x="43200" y="43200"/>
                </a:lnTo>
                <a:lnTo>
                  <a:pt x="0" y="43200"/>
                </a:lnTo>
                <a:lnTo>
                  <a:pt x="33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204994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6401692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548322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45077198" name=""/>
          <p:cNvSpPr/>
          <p:nvPr/>
        </p:nvSpPr>
        <p:spPr bwMode="auto">
          <a:xfrm>
            <a:off x="10301868" y="3546653"/>
            <a:ext cx="1890131" cy="3311345"/>
          </a:xfrm>
          <a:custGeom>
            <a:avLst/>
            <a:gdLst/>
            <a:ahLst/>
            <a:cxnLst/>
            <a:rect l="0" t="0" r="r" b="b"/>
            <a:pathLst>
              <a:path w="1890132" h="3311346" fill="norm" stroke="1" extrusionOk="0">
                <a:moveTo>
                  <a:pt x="367966" y="484936"/>
                </a:moveTo>
                <a:cubicBezTo>
                  <a:pt x="367966" y="484936"/>
                  <a:pt x="367966" y="3311346"/>
                  <a:pt x="367966" y="3311346"/>
                </a:cubicBezTo>
                <a:cubicBezTo>
                  <a:pt x="367966" y="3311346"/>
                  <a:pt x="0" y="3311346"/>
                  <a:pt x="0" y="3311346"/>
                </a:cubicBezTo>
                <a:cubicBezTo>
                  <a:pt x="0" y="3311346"/>
                  <a:pt x="0" y="0"/>
                  <a:pt x="0" y="0"/>
                </a:cubicBezTo>
                <a:cubicBezTo>
                  <a:pt x="0" y="0"/>
                  <a:pt x="1890132" y="0"/>
                  <a:pt x="1890132" y="0"/>
                </a:cubicBezTo>
                <a:cubicBezTo>
                  <a:pt x="1890132" y="0"/>
                  <a:pt x="1890132" y="484936"/>
                  <a:pt x="1890132" y="484936"/>
                </a:cubicBezTo>
                <a:cubicBezTo>
                  <a:pt x="1890132" y="484936"/>
                  <a:pt x="367966" y="484936"/>
                  <a:pt x="367966" y="484936"/>
                </a:cubicBezTo>
                <a:close/>
              </a:path>
            </a:pathLst>
          </a:custGeom>
          <a:gradFill>
            <a:gsLst>
              <a:gs pos="50000">
                <a:schemeClr val="tx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3457890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71854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7177984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760971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8461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9037943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45361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888890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026602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163690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5158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676817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783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36804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74904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03646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888854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42403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317984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94499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1">
                <a:lumMod val="50000"/>
              </a:schemeClr>
            </a:gs>
            <a:gs pos="100000">
              <a:schemeClr val="tx1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100633" name="Title Placeholder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65760"/>
            <a:ext cx="10515600" cy="1325563"/>
          </a:xfrm>
          <a:prstGeom prst="rect">
            <a:avLst/>
          </a:prstGeom>
        </p:spPr>
        <p:txBody>
          <a:bodyPr vertOverflow="overflow" horzOverflow="overflow" vert="horz" wrap="square" lIns="274319" tIns="45720" rIns="274319" bIns="45720" numCol="1" spcCol="0" rtlCol="0" fromWordArt="0" anchor="ctr" anchorCtr="0" forceAA="0" upright="0" compatLnSpc="0">
            <a:normAutofit/>
          </a:bodyPr>
          <a:lstStyle>
            <a:lvl1pPr>
              <a:defRPr sz="40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1pPr>
            <a:lvl2pPr>
              <a:defRPr sz="40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2pPr>
            <a:lvl3pPr>
              <a:defRPr sz="40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3pPr>
            <a:lvl4pPr>
              <a:defRPr sz="40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4pPr>
            <a:lvl5pPr>
              <a:defRPr sz="40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5pPr>
            <a:lvl6pPr>
              <a:defRPr sz="40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6pPr>
            <a:lvl7pPr>
              <a:defRPr sz="40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7pPr>
            <a:lvl8pPr>
              <a:defRPr sz="40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8pPr>
            <a:lvl9pPr>
              <a:defRPr sz="40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1123341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  <a:lvl6pPr>
              <a:defRPr b="1">
                <a:solidFill>
                  <a:schemeClr val="bg1"/>
                </a:solidFill>
              </a:defRPr>
            </a:lvl6pPr>
            <a:lvl7pPr>
              <a:defRPr b="1">
                <a:solidFill>
                  <a:schemeClr val="bg1"/>
                </a:solidFill>
              </a:defRPr>
            </a:lvl7pPr>
            <a:lvl8pPr>
              <a:defRPr b="1">
                <a:solidFill>
                  <a:schemeClr val="bg1"/>
                </a:solidFill>
              </a:defRPr>
            </a:lvl8pPr>
            <a:lvl9pPr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5930332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27288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581750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973650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575891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Nexus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onlyoffice/9.3.1.4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modified xsi:type="dcterms:W3CDTF">2026-04-01T12:02:35Z</dcterms:modified>
</cp:coreProperties>
</file>
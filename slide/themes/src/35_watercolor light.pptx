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ppt/slideMasters/slideMaster1.xml" ContentType="application/vnd.openxmlformats-officedocument.presentationml.slideMaster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206795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623612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18764748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29572510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2474634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70410843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0258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21384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02270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A046A4-216F-AE1A-9CA8-596C718863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bg>
      <p:bgPr shadeToTitle="0">
        <a:solidFill>
          <a:schemeClr val="accent6">
            <a:lumMod val="60000"/>
            <a:lumOff val="40000"/>
            <a:alpha val="99999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28826629" name=""/>
          <p:cNvPicPr/>
          <p:nvPr/>
        </p:nvPicPr>
        <p:blipFill rotWithShape="1">
          <a:blip r:embed="rId2">
            <a:alphaModFix amt="70000"/>
          </a:blip>
          <a:stretch/>
        </p:blipFill>
        <p:spPr bwMode="auto">
          <a:xfrm rot="0" flipH="0" flipV="0">
            <a:off x="-3047" y="0"/>
            <a:ext cx="12198095" cy="6858000"/>
          </a:xfrm>
          <a:prstGeom prst="rect">
            <a:avLst/>
          </a:prstGeom>
        </p:spPr>
      </p:pic>
      <p:sp>
        <p:nvSpPr>
          <p:cNvPr id="1877928747" name=""/>
          <p:cNvSpPr/>
          <p:nvPr/>
        </p:nvSpPr>
        <p:spPr bwMode="auto">
          <a:xfrm rot="19426603" flipH="0" flipV="0">
            <a:off x="89646" y="373967"/>
            <a:ext cx="2868705" cy="1826557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30478"/>
                </a:moveTo>
                <a:cubicBezTo>
                  <a:pt x="0" y="18629"/>
                  <a:pt x="10403" y="0"/>
                  <a:pt x="22021" y="0"/>
                </a:cubicBezTo>
                <a:cubicBezTo>
                  <a:pt x="33639" y="0"/>
                  <a:pt x="43199" y="9750"/>
                  <a:pt x="43200" y="21599"/>
                </a:cubicBezTo>
                <a:cubicBezTo>
                  <a:pt x="43200" y="33449"/>
                  <a:pt x="33639" y="43200"/>
                  <a:pt x="22021" y="43200"/>
                </a:cubicBezTo>
                <a:cubicBezTo>
                  <a:pt x="10403" y="43200"/>
                  <a:pt x="0" y="42327"/>
                  <a:pt x="0" y="30478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6401106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9600369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0650621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pic>
        <p:nvPicPr>
          <p:cNvPr id="1042298471" name=""/>
          <p:cNvPicPr>
            <a:picLocks noChangeAspect="1"/>
          </p:cNvPicPr>
          <p:nvPr/>
        </p:nvPicPr>
        <p:blipFill rotWithShape="1">
          <a:blip r:embed="rId3">
            <a:alphaModFix amt="89999"/>
          </a:blip>
          <a:stretch/>
        </p:blipFill>
        <p:spPr bwMode="auto">
          <a:xfrm flipH="0" flipV="0">
            <a:off x="1523999" y="1122363"/>
            <a:ext cx="9144000" cy="4135437"/>
          </a:xfrm>
          <a:prstGeom prst="rect">
            <a:avLst/>
          </a:prstGeom>
          <a:ln w="12700">
            <a:noFill/>
          </a:ln>
        </p:spPr>
      </p:pic>
      <p:sp>
        <p:nvSpPr>
          <p:cNvPr id="1595285816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523999" y="3429000"/>
            <a:ext cx="9144000" cy="182880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4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532286548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1523998" y="1099951"/>
            <a:ext cx="9144000" cy="2306637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09139350" name=""/>
          <p:cNvSpPr/>
          <p:nvPr/>
        </p:nvSpPr>
        <p:spPr bwMode="auto">
          <a:xfrm rot="611918" flipH="0" flipV="0">
            <a:off x="747405" y="2903891"/>
            <a:ext cx="1329066" cy="1050193"/>
          </a:xfrm>
          <a:prstGeom prst="ellipse">
            <a:avLst/>
          </a:prstGeom>
          <a:solidFill>
            <a:schemeClr val="accent6">
              <a:lumMod val="60000"/>
              <a:lumOff val="40000"/>
              <a:alpha val="4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39855214" name="Freeform: Shape 7"/>
          <p:cNvSpPr/>
          <p:nvPr/>
        </p:nvSpPr>
        <p:spPr bwMode="auto">
          <a:xfrm rot="4182464" flipH="0" flipV="0">
            <a:off x="9748521" y="2966146"/>
            <a:ext cx="1828218" cy="2099639"/>
          </a:xfrm>
          <a:custGeom>
            <a:avLst/>
            <a:gdLst>
              <a:gd name="connsiteX0" fmla="*/ 2211988 w 2211987"/>
              <a:gd name="connsiteY0" fmla="*/ 1293768 h 2528356"/>
              <a:gd name="connsiteX1" fmla="*/ 1474295 w 2211987"/>
              <a:gd name="connsiteY1" fmla="*/ 2528356 h 2528356"/>
              <a:gd name="connsiteX2" fmla="*/ 463231 w 2211987"/>
              <a:gd name="connsiteY2" fmla="*/ 1293768 h 2528356"/>
              <a:gd name="connsiteX3" fmla="*/ 1183043 w 2211987"/>
              <a:gd name="connsiteY3" fmla="*/ 30778 h 2528356"/>
              <a:gd name="connsiteX4" fmla="*/ 2211988 w 2211987"/>
              <a:gd name="connsiteY4" fmla="*/ 1293768 h 252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11987" h="2528356" fill="norm" stroke="1" extrusionOk="0">
                <a:moveTo>
                  <a:pt x="2211988" y="1293768"/>
                </a:moveTo>
                <a:cubicBezTo>
                  <a:pt x="2211988" y="1991294"/>
                  <a:pt x="2042569" y="2528356"/>
                  <a:pt x="1474295" y="2528356"/>
                </a:cubicBezTo>
                <a:cubicBezTo>
                  <a:pt x="906021" y="2528356"/>
                  <a:pt x="1227209" y="1872272"/>
                  <a:pt x="463231" y="1293768"/>
                </a:cubicBezTo>
                <a:cubicBezTo>
                  <a:pt x="-681692" y="426794"/>
                  <a:pt x="582456" y="-141451"/>
                  <a:pt x="1183043" y="30778"/>
                </a:cubicBezTo>
                <a:cubicBezTo>
                  <a:pt x="1729292" y="187417"/>
                  <a:pt x="2211988" y="596242"/>
                  <a:pt x="2211988" y="1293768"/>
                </a:cubicBezTo>
                <a:close/>
              </a:path>
            </a:pathLst>
          </a:custGeom>
          <a:solidFill>
            <a:schemeClr val="accent6">
              <a:alpha val="49999"/>
            </a:schemeClr>
          </a:solidFill>
          <a:ln w="2898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301939767" name=""/>
          <p:cNvSpPr/>
          <p:nvPr/>
        </p:nvSpPr>
        <p:spPr bwMode="auto">
          <a:xfrm rot="19539018" flipH="0" flipV="0">
            <a:off x="876976" y="4811573"/>
            <a:ext cx="470646" cy="26470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0364"/>
                </a:moveTo>
                <a:cubicBezTo>
                  <a:pt x="0" y="5844"/>
                  <a:pt x="6454" y="8947"/>
                  <a:pt x="19264" y="8947"/>
                </a:cubicBezTo>
                <a:cubicBezTo>
                  <a:pt x="32074" y="8947"/>
                  <a:pt x="43200" y="-8683"/>
                  <a:pt x="43200" y="5830"/>
                </a:cubicBezTo>
                <a:cubicBezTo>
                  <a:pt x="43200" y="20350"/>
                  <a:pt x="29153" y="43200"/>
                  <a:pt x="16344" y="43200"/>
                </a:cubicBezTo>
                <a:cubicBezTo>
                  <a:pt x="3533" y="43200"/>
                  <a:pt x="0" y="34884"/>
                  <a:pt x="0" y="20364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75746107" name=""/>
          <p:cNvSpPr/>
          <p:nvPr/>
        </p:nvSpPr>
        <p:spPr bwMode="auto">
          <a:xfrm rot="19539018" flipH="0" flipV="0">
            <a:off x="727620" y="5319181"/>
            <a:ext cx="470646" cy="26470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0364"/>
                </a:moveTo>
                <a:cubicBezTo>
                  <a:pt x="0" y="5844"/>
                  <a:pt x="6454" y="8947"/>
                  <a:pt x="19264" y="8947"/>
                </a:cubicBezTo>
                <a:cubicBezTo>
                  <a:pt x="32074" y="8947"/>
                  <a:pt x="43200" y="-8683"/>
                  <a:pt x="43200" y="5830"/>
                </a:cubicBezTo>
                <a:cubicBezTo>
                  <a:pt x="43200" y="20350"/>
                  <a:pt x="29153" y="43200"/>
                  <a:pt x="16344" y="43200"/>
                </a:cubicBezTo>
                <a:cubicBezTo>
                  <a:pt x="3533" y="43200"/>
                  <a:pt x="0" y="34884"/>
                  <a:pt x="0" y="20364"/>
                </a:cubicBezTo>
                <a:close/>
              </a:path>
            </a:pathLst>
          </a:custGeom>
          <a:solidFill>
            <a:schemeClr val="accent6">
              <a:alpha val="4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59275845" name=""/>
          <p:cNvSpPr/>
          <p:nvPr/>
        </p:nvSpPr>
        <p:spPr bwMode="auto">
          <a:xfrm rot="19539018" flipH="0" flipV="0">
            <a:off x="339047" y="5756269"/>
            <a:ext cx="470646" cy="26470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0364"/>
                </a:moveTo>
                <a:cubicBezTo>
                  <a:pt x="0" y="5844"/>
                  <a:pt x="6454" y="8947"/>
                  <a:pt x="19264" y="8947"/>
                </a:cubicBezTo>
                <a:cubicBezTo>
                  <a:pt x="32074" y="8947"/>
                  <a:pt x="43200" y="-8683"/>
                  <a:pt x="43200" y="5830"/>
                </a:cubicBezTo>
                <a:cubicBezTo>
                  <a:pt x="43200" y="20350"/>
                  <a:pt x="29153" y="43200"/>
                  <a:pt x="16344" y="43200"/>
                </a:cubicBezTo>
                <a:cubicBezTo>
                  <a:pt x="3533" y="43200"/>
                  <a:pt x="0" y="34884"/>
                  <a:pt x="0" y="20364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530325" name=""/>
          <p:cNvSpPr/>
          <p:nvPr/>
        </p:nvSpPr>
        <p:spPr bwMode="auto">
          <a:xfrm rot="19539018" flipH="0" flipV="0">
            <a:off x="810625" y="5732763"/>
            <a:ext cx="470646" cy="26470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0364"/>
                </a:moveTo>
                <a:cubicBezTo>
                  <a:pt x="0" y="5844"/>
                  <a:pt x="6454" y="8947"/>
                  <a:pt x="19264" y="8947"/>
                </a:cubicBezTo>
                <a:cubicBezTo>
                  <a:pt x="32074" y="8947"/>
                  <a:pt x="43200" y="-8683"/>
                  <a:pt x="43200" y="5830"/>
                </a:cubicBezTo>
                <a:cubicBezTo>
                  <a:pt x="43200" y="20350"/>
                  <a:pt x="29153" y="43200"/>
                  <a:pt x="16344" y="43200"/>
                </a:cubicBezTo>
                <a:cubicBezTo>
                  <a:pt x="3533" y="43200"/>
                  <a:pt x="0" y="34884"/>
                  <a:pt x="0" y="20364"/>
                </a:cubicBezTo>
                <a:close/>
              </a:path>
            </a:pathLst>
          </a:cu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426400759" name=""/>
          <p:cNvSpPr/>
          <p:nvPr/>
        </p:nvSpPr>
        <p:spPr bwMode="auto">
          <a:xfrm rot="19539018" flipH="0" flipV="0">
            <a:off x="339047" y="6216864"/>
            <a:ext cx="470646" cy="26470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0364"/>
                </a:moveTo>
                <a:cubicBezTo>
                  <a:pt x="0" y="5844"/>
                  <a:pt x="6454" y="8947"/>
                  <a:pt x="19264" y="8947"/>
                </a:cubicBezTo>
                <a:cubicBezTo>
                  <a:pt x="32074" y="8947"/>
                  <a:pt x="43200" y="-8683"/>
                  <a:pt x="43200" y="5830"/>
                </a:cubicBezTo>
                <a:cubicBezTo>
                  <a:pt x="43200" y="20350"/>
                  <a:pt x="29153" y="43200"/>
                  <a:pt x="16344" y="43200"/>
                </a:cubicBezTo>
                <a:cubicBezTo>
                  <a:pt x="3533" y="43200"/>
                  <a:pt x="0" y="34884"/>
                  <a:pt x="0" y="20364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702959354" name=""/>
          <p:cNvSpPr/>
          <p:nvPr/>
        </p:nvSpPr>
        <p:spPr bwMode="auto">
          <a:xfrm rot="19539018" flipH="0" flipV="0">
            <a:off x="1091934" y="5858265"/>
            <a:ext cx="748859" cy="26470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0364"/>
                </a:moveTo>
                <a:cubicBezTo>
                  <a:pt x="0" y="5844"/>
                  <a:pt x="6454" y="8947"/>
                  <a:pt x="19264" y="8947"/>
                </a:cubicBezTo>
                <a:cubicBezTo>
                  <a:pt x="32074" y="8947"/>
                  <a:pt x="43200" y="-8683"/>
                  <a:pt x="43200" y="5830"/>
                </a:cubicBezTo>
                <a:cubicBezTo>
                  <a:pt x="43200" y="20350"/>
                  <a:pt x="29153" y="43200"/>
                  <a:pt x="16344" y="43200"/>
                </a:cubicBezTo>
                <a:cubicBezTo>
                  <a:pt x="3533" y="43200"/>
                  <a:pt x="0" y="34884"/>
                  <a:pt x="0" y="20364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817324978" name=""/>
          <p:cNvSpPr/>
          <p:nvPr/>
        </p:nvSpPr>
        <p:spPr bwMode="auto">
          <a:xfrm rot="19539018" flipH="0" flipV="0">
            <a:off x="33480" y="5620654"/>
            <a:ext cx="470646" cy="26470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0364"/>
                </a:moveTo>
                <a:cubicBezTo>
                  <a:pt x="0" y="5844"/>
                  <a:pt x="6454" y="8947"/>
                  <a:pt x="19264" y="8947"/>
                </a:cubicBezTo>
                <a:cubicBezTo>
                  <a:pt x="32074" y="8947"/>
                  <a:pt x="43200" y="-8683"/>
                  <a:pt x="43200" y="5830"/>
                </a:cubicBezTo>
                <a:cubicBezTo>
                  <a:pt x="43200" y="20350"/>
                  <a:pt x="29153" y="43200"/>
                  <a:pt x="16344" y="43200"/>
                </a:cubicBezTo>
                <a:cubicBezTo>
                  <a:pt x="3533" y="43200"/>
                  <a:pt x="0" y="34884"/>
                  <a:pt x="0" y="2036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118730040" name=""/>
          <p:cNvSpPr/>
          <p:nvPr/>
        </p:nvSpPr>
        <p:spPr bwMode="auto">
          <a:xfrm rot="19539018" flipH="0" flipV="0">
            <a:off x="10432673" y="1819382"/>
            <a:ext cx="470646" cy="26470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0364"/>
                </a:moveTo>
                <a:cubicBezTo>
                  <a:pt x="0" y="5844"/>
                  <a:pt x="6454" y="8947"/>
                  <a:pt x="19264" y="8947"/>
                </a:cubicBezTo>
                <a:cubicBezTo>
                  <a:pt x="32074" y="8947"/>
                  <a:pt x="43200" y="-8683"/>
                  <a:pt x="43200" y="5830"/>
                </a:cubicBezTo>
                <a:cubicBezTo>
                  <a:pt x="43200" y="20350"/>
                  <a:pt x="29153" y="43200"/>
                  <a:pt x="16344" y="43200"/>
                </a:cubicBezTo>
                <a:cubicBezTo>
                  <a:pt x="3533" y="43200"/>
                  <a:pt x="0" y="34884"/>
                  <a:pt x="0" y="2036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550212314" name=""/>
          <p:cNvSpPr/>
          <p:nvPr/>
        </p:nvSpPr>
        <p:spPr bwMode="auto">
          <a:xfrm rot="19539018" flipH="0" flipV="0">
            <a:off x="10970602" y="1553826"/>
            <a:ext cx="470646" cy="26470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0364"/>
                </a:moveTo>
                <a:cubicBezTo>
                  <a:pt x="0" y="5844"/>
                  <a:pt x="6454" y="8947"/>
                  <a:pt x="19264" y="8947"/>
                </a:cubicBezTo>
                <a:cubicBezTo>
                  <a:pt x="32074" y="8947"/>
                  <a:pt x="43200" y="-8683"/>
                  <a:pt x="43200" y="5830"/>
                </a:cubicBezTo>
                <a:cubicBezTo>
                  <a:pt x="43200" y="20350"/>
                  <a:pt x="29153" y="43200"/>
                  <a:pt x="16344" y="43200"/>
                </a:cubicBezTo>
                <a:cubicBezTo>
                  <a:pt x="3533" y="43200"/>
                  <a:pt x="0" y="34884"/>
                  <a:pt x="0" y="20364"/>
                </a:cubicBezTo>
                <a:close/>
              </a:path>
            </a:pathLst>
          </a:custGeom>
          <a:solidFill>
            <a:schemeClr val="bg1">
              <a:alpha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141741684" name=""/>
          <p:cNvSpPr/>
          <p:nvPr/>
        </p:nvSpPr>
        <p:spPr bwMode="auto">
          <a:xfrm rot="19539018" flipH="0" flipV="0">
            <a:off x="11359174" y="1677090"/>
            <a:ext cx="470646" cy="26470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0364"/>
                </a:moveTo>
                <a:cubicBezTo>
                  <a:pt x="0" y="5844"/>
                  <a:pt x="6454" y="8947"/>
                  <a:pt x="19264" y="8947"/>
                </a:cubicBezTo>
                <a:cubicBezTo>
                  <a:pt x="32074" y="8947"/>
                  <a:pt x="43200" y="-8683"/>
                  <a:pt x="43200" y="5830"/>
                </a:cubicBezTo>
                <a:cubicBezTo>
                  <a:pt x="43200" y="20350"/>
                  <a:pt x="29153" y="43200"/>
                  <a:pt x="16344" y="43200"/>
                </a:cubicBezTo>
                <a:cubicBezTo>
                  <a:pt x="3533" y="43200"/>
                  <a:pt x="0" y="34884"/>
                  <a:pt x="0" y="2036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658293612" name=""/>
          <p:cNvSpPr/>
          <p:nvPr/>
        </p:nvSpPr>
        <p:spPr bwMode="auto">
          <a:xfrm rot="19539018" flipH="0" flipV="0">
            <a:off x="10427307" y="2248590"/>
            <a:ext cx="470646" cy="26470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0364"/>
                </a:moveTo>
                <a:cubicBezTo>
                  <a:pt x="0" y="5844"/>
                  <a:pt x="6454" y="8947"/>
                  <a:pt x="19264" y="8947"/>
                </a:cubicBezTo>
                <a:cubicBezTo>
                  <a:pt x="32074" y="8947"/>
                  <a:pt x="43200" y="-8683"/>
                  <a:pt x="43200" y="5830"/>
                </a:cubicBezTo>
                <a:cubicBezTo>
                  <a:pt x="43200" y="20350"/>
                  <a:pt x="29153" y="43200"/>
                  <a:pt x="16344" y="43200"/>
                </a:cubicBezTo>
                <a:cubicBezTo>
                  <a:pt x="3533" y="43200"/>
                  <a:pt x="0" y="34884"/>
                  <a:pt x="0" y="20364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087463953" name=""/>
          <p:cNvSpPr/>
          <p:nvPr/>
        </p:nvSpPr>
        <p:spPr bwMode="auto">
          <a:xfrm rot="19539018" flipH="0" flipV="0">
            <a:off x="11094962" y="885035"/>
            <a:ext cx="470646" cy="26470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0364"/>
                </a:moveTo>
                <a:cubicBezTo>
                  <a:pt x="0" y="5844"/>
                  <a:pt x="6454" y="8947"/>
                  <a:pt x="19264" y="8947"/>
                </a:cubicBezTo>
                <a:cubicBezTo>
                  <a:pt x="32074" y="8947"/>
                  <a:pt x="43200" y="-8683"/>
                  <a:pt x="43200" y="5830"/>
                </a:cubicBezTo>
                <a:cubicBezTo>
                  <a:pt x="43200" y="20350"/>
                  <a:pt x="29153" y="43200"/>
                  <a:pt x="16344" y="43200"/>
                </a:cubicBezTo>
                <a:cubicBezTo>
                  <a:pt x="3533" y="43200"/>
                  <a:pt x="0" y="34884"/>
                  <a:pt x="0" y="20364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solidFill>
          <a:schemeClr val="bg1">
            <a:alpha val="99999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4867470" name="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5317330" y="-6541"/>
            <a:ext cx="6877049" cy="6858000"/>
          </a:xfrm>
          <a:prstGeom prst="rect">
            <a:avLst/>
          </a:prstGeom>
        </p:spPr>
      </p:pic>
      <p:sp>
        <p:nvSpPr>
          <p:cNvPr id="94072536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8754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078D061-55AA-BE65-D142-DCA5ECEFF775}" type="datetimeFigureOut">
              <a:rPr lang="en-US"/>
              <a:t/>
            </a:fld>
            <a:endParaRPr lang="en-US"/>
          </a:p>
        </p:txBody>
      </p:sp>
      <p:sp>
        <p:nvSpPr>
          <p:cNvPr id="44037428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7642752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63284A2-1152-DFC1-42DF-3B894C513453}" type="slidenum">
              <a:rPr lang="en-US"/>
              <a:t/>
            </a:fld>
            <a:endParaRPr lang="en-US"/>
          </a:p>
        </p:txBody>
      </p:sp>
      <p:sp>
        <p:nvSpPr>
          <p:cNvPr id="366305464" name=""/>
          <p:cNvSpPr/>
          <p:nvPr/>
        </p:nvSpPr>
        <p:spPr bwMode="auto">
          <a:xfrm rot="3973343" flipH="1" flipV="0">
            <a:off x="8982699" y="1049069"/>
            <a:ext cx="1468305" cy="1283235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35917"/>
                </a:moveTo>
                <a:cubicBezTo>
                  <a:pt x="0" y="25405"/>
                  <a:pt x="3261" y="4116"/>
                  <a:pt x="15974" y="4116"/>
                </a:cubicBezTo>
                <a:cubicBezTo>
                  <a:pt x="28687" y="4116"/>
                  <a:pt x="43198" y="-5578"/>
                  <a:pt x="43200" y="4931"/>
                </a:cubicBezTo>
                <a:cubicBezTo>
                  <a:pt x="43200" y="15443"/>
                  <a:pt x="28687" y="42440"/>
                  <a:pt x="15974" y="42440"/>
                </a:cubicBezTo>
                <a:cubicBezTo>
                  <a:pt x="3261" y="42440"/>
                  <a:pt x="0" y="46429"/>
                  <a:pt x="0" y="35917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4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2037465794" name=""/>
          <p:cNvSpPr/>
          <p:nvPr/>
        </p:nvSpPr>
        <p:spPr bwMode="auto">
          <a:xfrm rot="611918" flipH="0" flipV="0">
            <a:off x="10385309" y="5664293"/>
            <a:ext cx="809041" cy="639283"/>
          </a:xfrm>
          <a:prstGeom prst="ellipse">
            <a:avLst/>
          </a:prstGeom>
          <a:solidFill>
            <a:schemeClr val="accent4">
              <a:alpha val="4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4233438" name="Freeform: Shape 7"/>
          <p:cNvSpPr/>
          <p:nvPr/>
        </p:nvSpPr>
        <p:spPr bwMode="auto">
          <a:xfrm rot="6314487" flipH="0" flipV="0">
            <a:off x="7827656" y="4778777"/>
            <a:ext cx="848637" cy="974626"/>
          </a:xfrm>
          <a:custGeom>
            <a:avLst/>
            <a:gdLst>
              <a:gd name="connsiteX0" fmla="*/ 2211988 w 2211987"/>
              <a:gd name="connsiteY0" fmla="*/ 1293768 h 2528356"/>
              <a:gd name="connsiteX1" fmla="*/ 1474295 w 2211987"/>
              <a:gd name="connsiteY1" fmla="*/ 2528356 h 2528356"/>
              <a:gd name="connsiteX2" fmla="*/ 463231 w 2211987"/>
              <a:gd name="connsiteY2" fmla="*/ 1293768 h 2528356"/>
              <a:gd name="connsiteX3" fmla="*/ 1183043 w 2211987"/>
              <a:gd name="connsiteY3" fmla="*/ 30778 h 2528356"/>
              <a:gd name="connsiteX4" fmla="*/ 2211988 w 2211987"/>
              <a:gd name="connsiteY4" fmla="*/ 1293768 h 252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11987" h="2528356" fill="norm" stroke="1" extrusionOk="0">
                <a:moveTo>
                  <a:pt x="2211988" y="1293768"/>
                </a:moveTo>
                <a:cubicBezTo>
                  <a:pt x="2211988" y="1991294"/>
                  <a:pt x="2042569" y="2528356"/>
                  <a:pt x="1474295" y="2528356"/>
                </a:cubicBezTo>
                <a:cubicBezTo>
                  <a:pt x="906021" y="2528356"/>
                  <a:pt x="1227209" y="1872272"/>
                  <a:pt x="463231" y="1293768"/>
                </a:cubicBezTo>
                <a:cubicBezTo>
                  <a:pt x="-681692" y="426794"/>
                  <a:pt x="582456" y="-141451"/>
                  <a:pt x="1183043" y="30778"/>
                </a:cubicBezTo>
                <a:cubicBezTo>
                  <a:pt x="1729292" y="187417"/>
                  <a:pt x="2211988" y="596242"/>
                  <a:pt x="2211988" y="1293768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70000"/>
            </a:schemeClr>
          </a:solidFill>
          <a:ln w="2898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417236402" name="Text Placeholder 2"/>
          <p:cNvSpPr>
            <a:spLocks noGrp="1"/>
          </p:cNvSpPr>
          <p:nvPr>
            <p:ph type="body" idx="1"/>
          </p:nvPr>
        </p:nvSpPr>
        <p:spPr bwMode="auto">
          <a:xfrm rot="0" flipH="0" flipV="0">
            <a:off x="841248" y="1828800"/>
            <a:ext cx="10515600" cy="4068667"/>
          </a:xfrm>
          <a:prstGeom prst="rect">
            <a:avLst/>
          </a:prstGeom>
        </p:spPr>
        <p:txBody>
          <a:bodyPr vertOverflow="overflow" horzOverflow="overflow" vert="horz" wrap="square" lIns="182880" tIns="91440" rIns="182880" bIns="91440" numCol="1" spcCol="0" rtlCol="0" fromWordArt="0" anchor="t" anchorCtr="0" forceAA="0" upright="0" compatLnSpc="0">
            <a:normAutofit/>
          </a:bodyPr>
          <a:lstStyle>
            <a:lvl1pPr>
              <a:buFont typeface="Arial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defRPr>
            </a:lvl1pPr>
            <a:lvl2pPr>
              <a:buFont typeface="Arial"/>
              <a:buChar char="•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defRPr>
            </a:lvl2pPr>
            <a:lvl3pPr>
              <a:buFont typeface="Arial"/>
              <a:buChar char="•"/>
              <a:defRPr sz="1800" i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defRPr>
            </a:lvl3pPr>
            <a:lvl4pPr>
              <a:buFont typeface="Arial"/>
              <a:buChar char="•"/>
              <a:defRPr sz="1600" i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defRPr>
            </a:lvl4pPr>
            <a:lvl5pPr>
              <a:buFont typeface="Arial"/>
              <a:buChar char="•"/>
              <a:defRPr sz="1400" i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defRPr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>
              <a:defRPr/>
            </a:pPr>
            <a:r>
              <a:rPr lang="en-US" sz="2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rPr>
              <a:t>Click to edit Master text styles</a:t>
            </a:r>
            <a:endParaRPr/>
          </a:p>
          <a:p>
            <a:pPr lvl="1">
              <a:defRPr/>
            </a:pPr>
            <a:r>
              <a:rPr lang="en-US" sz="20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rPr>
              <a:t>Second level</a:t>
            </a:r>
            <a:endParaRPr/>
          </a:p>
          <a:p>
            <a:pPr lvl="2">
              <a:defRPr/>
            </a:pPr>
            <a:r>
              <a:rPr lang="en-US" sz="1800" b="0" i="1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rPr>
              <a:t>Third level</a:t>
            </a:r>
            <a:endParaRPr/>
          </a:p>
          <a:p>
            <a:pPr lvl="2">
              <a:defRPr/>
            </a:pPr>
            <a:endParaRPr/>
          </a:p>
          <a:p>
            <a:pPr lvl="1"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bg>
      <p:bgPr shadeToTitle="0">
        <a:solidFill>
          <a:schemeClr val="accent6">
            <a:lumMod val="20000"/>
            <a:lumOff val="80000"/>
            <a:alpha val="99999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98812185" name="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5048008" y="0"/>
            <a:ext cx="2933699" cy="952499"/>
          </a:xfrm>
          <a:prstGeom prst="rect">
            <a:avLst/>
          </a:prstGeom>
        </p:spPr>
      </p:pic>
      <p:pic>
        <p:nvPicPr>
          <p:cNvPr id="210081924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429500" y="0"/>
            <a:ext cx="4762499" cy="2181224"/>
          </a:xfrm>
          <a:prstGeom prst="rect">
            <a:avLst/>
          </a:prstGeom>
        </p:spPr>
      </p:pic>
      <p:sp>
        <p:nvSpPr>
          <p:cNvPr id="1845222369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accent4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74261789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831849" y="4589462"/>
            <a:ext cx="10515600" cy="699713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marL="0" indent="0">
              <a:buNone/>
              <a:defRPr sz="2400">
                <a:solidFill>
                  <a:schemeClr val="accent6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3741143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0791253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7359709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1518534439" name=""/>
          <p:cNvSpPr/>
          <p:nvPr/>
        </p:nvSpPr>
        <p:spPr bwMode="auto">
          <a:xfrm rot="1760775" flipH="0" flipV="0">
            <a:off x="7062307" y="841932"/>
            <a:ext cx="1736852" cy="1105886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30478"/>
                </a:moveTo>
                <a:cubicBezTo>
                  <a:pt x="0" y="18629"/>
                  <a:pt x="10403" y="0"/>
                  <a:pt x="22021" y="0"/>
                </a:cubicBezTo>
                <a:cubicBezTo>
                  <a:pt x="33639" y="0"/>
                  <a:pt x="43199" y="9750"/>
                  <a:pt x="43200" y="21599"/>
                </a:cubicBezTo>
                <a:cubicBezTo>
                  <a:pt x="43200" y="33449"/>
                  <a:pt x="33639" y="43200"/>
                  <a:pt x="22021" y="43200"/>
                </a:cubicBezTo>
                <a:cubicBezTo>
                  <a:pt x="10403" y="43200"/>
                  <a:pt x="0" y="42327"/>
                  <a:pt x="0" y="30478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54537965" name=""/>
          <p:cNvSpPr/>
          <p:nvPr/>
        </p:nvSpPr>
        <p:spPr bwMode="auto">
          <a:xfrm rot="1760775" flipH="1" flipV="1">
            <a:off x="6101317" y="169546"/>
            <a:ext cx="827084" cy="768007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30478"/>
                </a:moveTo>
                <a:cubicBezTo>
                  <a:pt x="0" y="18629"/>
                  <a:pt x="10403" y="0"/>
                  <a:pt x="22021" y="0"/>
                </a:cubicBezTo>
                <a:cubicBezTo>
                  <a:pt x="33639" y="0"/>
                  <a:pt x="43199" y="9750"/>
                  <a:pt x="43200" y="21599"/>
                </a:cubicBezTo>
                <a:cubicBezTo>
                  <a:pt x="43200" y="33449"/>
                  <a:pt x="33639" y="43200"/>
                  <a:pt x="22021" y="43200"/>
                </a:cubicBezTo>
                <a:cubicBezTo>
                  <a:pt x="10403" y="43200"/>
                  <a:pt x="0" y="42327"/>
                  <a:pt x="0" y="30478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  <a:alpha val="47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02679657" name=""/>
          <p:cNvSpPr/>
          <p:nvPr/>
        </p:nvSpPr>
        <p:spPr bwMode="auto">
          <a:xfrm rot="19539018" flipH="0" flipV="0">
            <a:off x="11359174" y="1677090"/>
            <a:ext cx="470646" cy="26470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0364"/>
                </a:moveTo>
                <a:cubicBezTo>
                  <a:pt x="0" y="5844"/>
                  <a:pt x="6454" y="8947"/>
                  <a:pt x="19264" y="8947"/>
                </a:cubicBezTo>
                <a:cubicBezTo>
                  <a:pt x="32074" y="8947"/>
                  <a:pt x="43200" y="-8683"/>
                  <a:pt x="43200" y="5830"/>
                </a:cubicBezTo>
                <a:cubicBezTo>
                  <a:pt x="43200" y="20350"/>
                  <a:pt x="29153" y="43200"/>
                  <a:pt x="16344" y="43200"/>
                </a:cubicBezTo>
                <a:cubicBezTo>
                  <a:pt x="3533" y="43200"/>
                  <a:pt x="0" y="34884"/>
                  <a:pt x="0" y="20364"/>
                </a:cubicBezTo>
                <a:close/>
              </a:path>
            </a:pathLst>
          </a:custGeom>
          <a:solidFill>
            <a:schemeClr val="bg1">
              <a:alpha val="8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196302973" name=""/>
          <p:cNvSpPr/>
          <p:nvPr/>
        </p:nvSpPr>
        <p:spPr bwMode="auto">
          <a:xfrm rot="19539018" flipH="0" flipV="0">
            <a:off x="10754057" y="1942647"/>
            <a:ext cx="470646" cy="26470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0364"/>
                </a:moveTo>
                <a:cubicBezTo>
                  <a:pt x="0" y="5844"/>
                  <a:pt x="6454" y="8947"/>
                  <a:pt x="19264" y="8947"/>
                </a:cubicBezTo>
                <a:cubicBezTo>
                  <a:pt x="32074" y="8947"/>
                  <a:pt x="43200" y="-8683"/>
                  <a:pt x="43200" y="5830"/>
                </a:cubicBezTo>
                <a:cubicBezTo>
                  <a:pt x="43200" y="20350"/>
                  <a:pt x="29153" y="43200"/>
                  <a:pt x="16344" y="43200"/>
                </a:cubicBezTo>
                <a:cubicBezTo>
                  <a:pt x="3533" y="43200"/>
                  <a:pt x="0" y="34884"/>
                  <a:pt x="0" y="20364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81545845" name=""/>
          <p:cNvSpPr/>
          <p:nvPr/>
        </p:nvSpPr>
        <p:spPr bwMode="auto">
          <a:xfrm rot="19539018" flipH="0" flipV="0">
            <a:off x="11090210" y="2693441"/>
            <a:ext cx="470646" cy="26470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0364"/>
                </a:moveTo>
                <a:cubicBezTo>
                  <a:pt x="0" y="5844"/>
                  <a:pt x="6454" y="8947"/>
                  <a:pt x="19264" y="8947"/>
                </a:cubicBezTo>
                <a:cubicBezTo>
                  <a:pt x="32074" y="8947"/>
                  <a:pt x="43200" y="-8683"/>
                  <a:pt x="43200" y="5830"/>
                </a:cubicBezTo>
                <a:cubicBezTo>
                  <a:pt x="43200" y="20350"/>
                  <a:pt x="29153" y="43200"/>
                  <a:pt x="16344" y="43200"/>
                </a:cubicBezTo>
                <a:cubicBezTo>
                  <a:pt x="3533" y="43200"/>
                  <a:pt x="0" y="34884"/>
                  <a:pt x="0" y="20364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bg>
      <p:bgPr shadeToTitle="0">
        <a:solidFill>
          <a:schemeClr val="accent6">
            <a:lumMod val="20000"/>
            <a:lumOff val="80000"/>
            <a:alpha val="49999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45780227" name="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 flipH="1">
            <a:off x="9258300" y="0"/>
            <a:ext cx="2933699" cy="952499"/>
          </a:xfrm>
          <a:prstGeom prst="rect">
            <a:avLst/>
          </a:prstGeom>
        </p:spPr>
      </p:pic>
      <p:sp>
        <p:nvSpPr>
          <p:cNvPr id="126952623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 algn="ctr"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2253967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3782290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7070387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1915338066" name="Text Placeholder 2"/>
          <p:cNvSpPr>
            <a:spLocks noGrp="1"/>
          </p:cNvSpPr>
          <p:nvPr>
            <p:ph type="body" idx="1"/>
          </p:nvPr>
        </p:nvSpPr>
        <p:spPr bwMode="auto">
          <a:xfrm rot="0" flipH="0" flipV="0">
            <a:off x="841248" y="1828800"/>
            <a:ext cx="5169300" cy="4351338"/>
          </a:xfrm>
          <a:prstGeom prst="rect">
            <a:avLst/>
          </a:prstGeom>
          <a:solidFill>
            <a:schemeClr val="accent6">
              <a:lumMod val="40000"/>
              <a:lumOff val="60000"/>
              <a:alpha val="40000"/>
            </a:schemeClr>
          </a:solidFill>
        </p:spPr>
        <p:txBody>
          <a:bodyPr vertOverflow="overflow" horzOverflow="overflow" vert="horz" wrap="square" lIns="182880" tIns="91440" rIns="182880" bIns="91440" numCol="1" spcCol="0" rtlCol="0" fromWordArt="0" anchor="t" anchorCtr="0" forceAA="0" upright="0" compatLnSpc="0">
            <a:normAutofit/>
          </a:bodyPr>
          <a:lstStyle>
            <a:lvl1pPr>
              <a:buFont typeface="Arial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defRPr>
            </a:lvl1pPr>
            <a:lvl2pPr>
              <a:buFont typeface="Arial"/>
              <a:buChar char="•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defRPr>
            </a:lvl2pPr>
            <a:lvl3pPr>
              <a:buFont typeface="Arial"/>
              <a:buChar char="•"/>
              <a:defRPr sz="1800" i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defRPr>
            </a:lvl3pPr>
            <a:lvl4pPr>
              <a:buFont typeface="Wingdings"/>
              <a:buNone/>
              <a:defRPr sz="1600" i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defRPr>
            </a:lvl4pPr>
            <a:lvl5pPr>
              <a:buFont typeface="Wingdings"/>
              <a:buNone/>
              <a:defRPr sz="1400" i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defRPr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>
              <a:defRPr/>
            </a:pPr>
            <a:r>
              <a:rPr lang="en-US" sz="2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rPr>
              <a:t>Click to edit Master text styles</a:t>
            </a:r>
            <a:endParaRPr/>
          </a:p>
          <a:p>
            <a:pPr lvl="1">
              <a:defRPr/>
            </a:pPr>
            <a:r>
              <a:rPr lang="en-US" sz="20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rPr>
              <a:t>Second level</a:t>
            </a:r>
            <a:endParaRPr/>
          </a:p>
          <a:p>
            <a:pPr lvl="2">
              <a:defRPr/>
            </a:pPr>
            <a:r>
              <a:rPr lang="en-US" sz="1800" b="0" i="1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rPr>
              <a:t>Third level</a:t>
            </a:r>
            <a:endParaRPr/>
          </a:p>
          <a:p>
            <a:pPr lvl="2">
              <a:defRPr/>
            </a:pPr>
            <a:endParaRPr/>
          </a:p>
          <a:p>
            <a:pPr lvl="1">
              <a:defRPr/>
            </a:pPr>
            <a:endParaRPr/>
          </a:p>
        </p:txBody>
      </p:sp>
      <p:sp>
        <p:nvSpPr>
          <p:cNvPr id="1886375714" name="Text Placeholder 2"/>
          <p:cNvSpPr>
            <a:spLocks noGrp="1"/>
          </p:cNvSpPr>
          <p:nvPr>
            <p:ph type="body" idx="1"/>
          </p:nvPr>
        </p:nvSpPr>
        <p:spPr bwMode="auto">
          <a:xfrm rot="0" flipH="0" flipV="0">
            <a:off x="6181343" y="1828800"/>
            <a:ext cx="5169300" cy="4351338"/>
          </a:xfrm>
          <a:prstGeom prst="rect">
            <a:avLst/>
          </a:prstGeom>
          <a:solidFill>
            <a:schemeClr val="accent6">
              <a:lumMod val="40000"/>
              <a:lumOff val="60000"/>
              <a:alpha val="40000"/>
            </a:schemeClr>
          </a:solidFill>
        </p:spPr>
        <p:txBody>
          <a:bodyPr vertOverflow="overflow" horzOverflow="overflow" vert="horz" wrap="square" lIns="182880" tIns="91440" rIns="182880" bIns="91440" numCol="1" spcCol="0" rtlCol="0" fromWordArt="0" anchor="t" anchorCtr="0" forceAA="0" upright="0" compatLnSpc="0">
            <a:normAutofit/>
          </a:bodyPr>
          <a:lstStyle>
            <a:lvl1pPr>
              <a:buFont typeface="Arial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defRPr>
            </a:lvl1pPr>
            <a:lvl2pPr>
              <a:buFont typeface="Arial"/>
              <a:buChar char="•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defRPr>
            </a:lvl2pPr>
            <a:lvl3pPr>
              <a:buFont typeface="Arial"/>
              <a:buChar char="•"/>
              <a:defRPr sz="1800" i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defRPr>
            </a:lvl3pPr>
            <a:lvl4pPr>
              <a:buFont typeface="Wingdings"/>
              <a:buNone/>
              <a:defRPr sz="1600" i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defRPr>
            </a:lvl4pPr>
            <a:lvl5pPr>
              <a:buFont typeface="Wingdings"/>
              <a:buNone/>
              <a:defRPr sz="1400" i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defRPr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>
              <a:defRPr/>
            </a:pPr>
            <a:r>
              <a:rPr lang="en-US" sz="2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rPr>
              <a:t>Click to edit Master text styles</a:t>
            </a:r>
            <a:endParaRPr/>
          </a:p>
          <a:p>
            <a:pPr lvl="1">
              <a:defRPr/>
            </a:pPr>
            <a:r>
              <a:rPr lang="en-US" sz="20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rPr>
              <a:t>Second level</a:t>
            </a:r>
            <a:endParaRPr/>
          </a:p>
          <a:p>
            <a:pPr lvl="2">
              <a:defRPr/>
            </a:pPr>
            <a:r>
              <a:rPr lang="en-US" sz="1800" b="0" i="1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rPr>
              <a:t>Third level</a:t>
            </a:r>
            <a:endParaRPr/>
          </a:p>
          <a:p>
            <a:pPr lvl="2">
              <a:defRPr/>
            </a:pPr>
            <a:endParaRPr/>
          </a:p>
          <a:p>
            <a:pPr lvl="1">
              <a:defRPr/>
            </a:pPr>
            <a:endParaRPr/>
          </a:p>
        </p:txBody>
      </p:sp>
      <p:sp>
        <p:nvSpPr>
          <p:cNvPr id="2126550140" name=""/>
          <p:cNvSpPr/>
          <p:nvPr/>
        </p:nvSpPr>
        <p:spPr bwMode="auto">
          <a:xfrm rot="1862535" flipH="0" flipV="0">
            <a:off x="200476" y="162808"/>
            <a:ext cx="809040" cy="639282"/>
          </a:xfrm>
          <a:prstGeom prst="ellipse">
            <a:avLst/>
          </a:prstGeom>
          <a:solidFill>
            <a:schemeClr val="accent4">
              <a:lumMod val="40000"/>
              <a:lumOff val="6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6838484" name=""/>
          <p:cNvSpPr/>
          <p:nvPr/>
        </p:nvSpPr>
        <p:spPr bwMode="auto">
          <a:xfrm rot="1854869" flipH="0" flipV="0">
            <a:off x="551428" y="1013227"/>
            <a:ext cx="470646" cy="26470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0364"/>
                </a:moveTo>
                <a:cubicBezTo>
                  <a:pt x="0" y="5844"/>
                  <a:pt x="6454" y="8947"/>
                  <a:pt x="19264" y="8947"/>
                </a:cubicBezTo>
                <a:cubicBezTo>
                  <a:pt x="32074" y="8947"/>
                  <a:pt x="43200" y="-8683"/>
                  <a:pt x="43200" y="5830"/>
                </a:cubicBezTo>
                <a:cubicBezTo>
                  <a:pt x="43200" y="20350"/>
                  <a:pt x="29153" y="43200"/>
                  <a:pt x="16344" y="43200"/>
                </a:cubicBezTo>
                <a:cubicBezTo>
                  <a:pt x="3533" y="43200"/>
                  <a:pt x="0" y="34884"/>
                  <a:pt x="0" y="20364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110607350" name=""/>
          <p:cNvSpPr/>
          <p:nvPr/>
        </p:nvSpPr>
        <p:spPr bwMode="auto">
          <a:xfrm rot="1854869" flipH="0" flipV="0">
            <a:off x="11118476" y="277481"/>
            <a:ext cx="470646" cy="26470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0364"/>
                </a:moveTo>
                <a:cubicBezTo>
                  <a:pt x="0" y="5844"/>
                  <a:pt x="6454" y="8947"/>
                  <a:pt x="19264" y="8947"/>
                </a:cubicBezTo>
                <a:cubicBezTo>
                  <a:pt x="32074" y="8947"/>
                  <a:pt x="43200" y="-8683"/>
                  <a:pt x="43200" y="5830"/>
                </a:cubicBezTo>
                <a:cubicBezTo>
                  <a:pt x="43200" y="20350"/>
                  <a:pt x="29153" y="43200"/>
                  <a:pt x="16344" y="43200"/>
                </a:cubicBezTo>
                <a:cubicBezTo>
                  <a:pt x="3533" y="43200"/>
                  <a:pt x="0" y="34884"/>
                  <a:pt x="0" y="20364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72366992" name=""/>
          <p:cNvSpPr/>
          <p:nvPr/>
        </p:nvSpPr>
        <p:spPr bwMode="auto">
          <a:xfrm rot="1854869" flipH="0" flipV="0">
            <a:off x="10373333" y="180909"/>
            <a:ext cx="470646" cy="26470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0364"/>
                </a:moveTo>
                <a:cubicBezTo>
                  <a:pt x="0" y="5844"/>
                  <a:pt x="6454" y="8947"/>
                  <a:pt x="19264" y="8947"/>
                </a:cubicBezTo>
                <a:cubicBezTo>
                  <a:pt x="32074" y="8947"/>
                  <a:pt x="43200" y="-8683"/>
                  <a:pt x="43200" y="5830"/>
                </a:cubicBezTo>
                <a:cubicBezTo>
                  <a:pt x="43200" y="20350"/>
                  <a:pt x="29153" y="43200"/>
                  <a:pt x="16344" y="43200"/>
                </a:cubicBezTo>
                <a:cubicBezTo>
                  <a:pt x="3533" y="43200"/>
                  <a:pt x="0" y="34884"/>
                  <a:pt x="0" y="20364"/>
                </a:cubicBezTo>
                <a:close/>
              </a:path>
            </a:pathLst>
          </a:custGeom>
          <a:solidFill>
            <a:schemeClr val="accent6">
              <a:lumMod val="75000"/>
              <a:alpha val="4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875233713" name=""/>
          <p:cNvSpPr/>
          <p:nvPr/>
        </p:nvSpPr>
        <p:spPr bwMode="auto">
          <a:xfrm rot="1854869" flipH="0" flipV="0">
            <a:off x="11118476" y="675803"/>
            <a:ext cx="470646" cy="264703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0364"/>
                </a:moveTo>
                <a:cubicBezTo>
                  <a:pt x="0" y="5844"/>
                  <a:pt x="6454" y="8947"/>
                  <a:pt x="19264" y="8947"/>
                </a:cubicBezTo>
                <a:cubicBezTo>
                  <a:pt x="32074" y="8947"/>
                  <a:pt x="43200" y="-8683"/>
                  <a:pt x="43200" y="5830"/>
                </a:cubicBezTo>
                <a:cubicBezTo>
                  <a:pt x="43200" y="20350"/>
                  <a:pt x="29153" y="43200"/>
                  <a:pt x="16344" y="43200"/>
                </a:cubicBezTo>
                <a:cubicBezTo>
                  <a:pt x="3533" y="43200"/>
                  <a:pt x="0" y="34884"/>
                  <a:pt x="0" y="20364"/>
                </a:cubicBezTo>
                <a:close/>
              </a:path>
            </a:pathLst>
          </a:custGeom>
          <a:solidFill>
            <a:schemeClr val="accent4">
              <a:lumMod val="75000"/>
              <a:alpha val="4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woTxTwoObj" userDrawn="1">
  <p:cSld name="Comparison">
    <p:bg>
      <p:bgPr shadeToTitle="0">
        <a:solidFill>
          <a:schemeClr val="accent4">
            <a:alpha val="8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71746484" name=""/>
          <p:cNvPicPr>
            <a:picLocks noChangeAspect="1"/>
          </p:cNvPicPr>
          <p:nvPr/>
        </p:nvPicPr>
        <p:blipFill rotWithShape="1">
          <a:blip r:embed="rId2">
            <a:alphaModFix amt="33999"/>
          </a:blip>
          <a:stretch/>
        </p:blipFill>
        <p:spPr bwMode="auto">
          <a:xfrm>
            <a:off x="4762" y="0"/>
            <a:ext cx="12182474" cy="6858000"/>
          </a:xfrm>
          <a:prstGeom prst="rect">
            <a:avLst/>
          </a:prstGeom>
        </p:spPr>
      </p:pic>
      <p:sp>
        <p:nvSpPr>
          <p:cNvPr id="1024600948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3207400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62107008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662636008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82115495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839786" y="1681161"/>
            <a:ext cx="5157785" cy="985835"/>
          </a:xfrm>
          <a:prstGeom prst="rect">
            <a:avLst/>
          </a:prstGeom>
          <a:solidFill>
            <a:schemeClr val="bg1">
              <a:alpha val="89999"/>
            </a:schemeClr>
          </a:solidFill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marL="0" indent="0" algn="ctr">
              <a:buNone/>
              <a:defRPr sz="3200" b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text styles</a:t>
            </a:r>
            <a:endParaRPr/>
          </a:p>
        </p:txBody>
      </p:sp>
      <p:sp>
        <p:nvSpPr>
          <p:cNvPr id="1024104092" name="Text Placeholder 4"/>
          <p:cNvSpPr>
            <a:spLocks noGrp="1"/>
          </p:cNvSpPr>
          <p:nvPr>
            <p:ph type="body" sz="quarter" idx="3"/>
          </p:nvPr>
        </p:nvSpPr>
        <p:spPr bwMode="auto">
          <a:xfrm flipH="0" flipV="0">
            <a:off x="6220411" y="1681162"/>
            <a:ext cx="5134975" cy="985836"/>
          </a:xfrm>
          <a:prstGeom prst="rect">
            <a:avLst/>
          </a:prstGeom>
          <a:solidFill>
            <a:schemeClr val="bg1">
              <a:alpha val="89999"/>
            </a:schemeClr>
          </a:solidFill>
          <a:ln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marL="0" indent="0" algn="ctr">
              <a:buNone/>
              <a:defRPr sz="3200" b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text styles</a:t>
            </a:r>
            <a:endParaRPr/>
          </a:p>
        </p:txBody>
      </p:sp>
      <p:sp>
        <p:nvSpPr>
          <p:cNvPr id="1975710925" name="Text Placeholder 2"/>
          <p:cNvSpPr>
            <a:spLocks noGrp="1"/>
          </p:cNvSpPr>
          <p:nvPr>
            <p:ph type="body" idx="1"/>
          </p:nvPr>
        </p:nvSpPr>
        <p:spPr bwMode="auto">
          <a:xfrm rot="0" flipH="0" flipV="0">
            <a:off x="841248" y="2670047"/>
            <a:ext cx="5159373" cy="3509964"/>
          </a:xfrm>
          <a:prstGeom prst="rect">
            <a:avLst/>
          </a:prstGeom>
          <a:solidFill>
            <a:schemeClr val="bg1">
              <a:alpha val="89999"/>
            </a:schemeClr>
          </a:solidFill>
        </p:spPr>
        <p:txBody>
          <a:bodyPr vertOverflow="overflow" horzOverflow="overflow" vert="horz" wrap="square" lIns="182880" tIns="91440" rIns="182880" bIns="91440" numCol="1" spcCol="0" rtlCol="0" fromWordArt="0" anchor="t" anchorCtr="0" forceAA="0" upright="0" compatLnSpc="0">
            <a:normAutofit/>
          </a:bodyPr>
          <a:lstStyle>
            <a:lvl1pPr marL="228600">
              <a:buFont typeface="Arial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defRPr>
            </a:lvl1pPr>
            <a:lvl2pPr marL="228600">
              <a:buFont typeface="Arial"/>
              <a:buChar char="•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defRPr>
            </a:lvl2pPr>
            <a:lvl3pPr marL="228600">
              <a:buFont typeface="Arial"/>
              <a:buChar char="•"/>
              <a:defRPr sz="1800" i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defRPr>
            </a:lvl3pPr>
            <a:lvl4pPr marL="228600">
              <a:buFont typeface="Wingdings"/>
              <a:buNone/>
              <a:defRPr sz="1600" i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defRPr>
            </a:lvl4pPr>
            <a:lvl5pPr marL="228600">
              <a:buFont typeface="Wingdings"/>
              <a:buNone/>
              <a:defRPr sz="1400" i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defRPr>
            </a:lvl5pPr>
            <a:lvl6pPr marL="228600">
              <a:buNone/>
              <a:defRPr/>
            </a:lvl6pPr>
            <a:lvl7pPr marL="228600">
              <a:buNone/>
              <a:defRPr/>
            </a:lvl7pPr>
            <a:lvl8pPr marL="228600">
              <a:buNone/>
              <a:defRPr/>
            </a:lvl8pPr>
            <a:lvl9pPr marL="228600">
              <a:buNone/>
              <a:defRPr/>
            </a:lvl9pPr>
          </a:lstStyle>
          <a:p>
            <a:pPr>
              <a:defRPr/>
            </a:pPr>
            <a:r>
              <a:rPr lang="en-US" sz="2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rPr>
              <a:t>Click to edit Master text styles</a:t>
            </a:r>
            <a:endParaRPr/>
          </a:p>
          <a:p>
            <a:pPr lvl="1">
              <a:defRPr/>
            </a:pPr>
            <a:r>
              <a:rPr lang="en-US" sz="20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rPr>
              <a:t>Second level</a:t>
            </a:r>
            <a:endParaRPr/>
          </a:p>
          <a:p>
            <a:pPr lvl="2">
              <a:defRPr/>
            </a:pPr>
            <a:r>
              <a:rPr lang="en-US" sz="1800" b="0" i="1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rPr>
              <a:t>Third level</a:t>
            </a:r>
            <a:endParaRPr/>
          </a:p>
          <a:p>
            <a:pPr lvl="2">
              <a:defRPr/>
            </a:pPr>
            <a:endParaRPr/>
          </a:p>
          <a:p>
            <a:pPr lvl="1">
              <a:defRPr/>
            </a:pPr>
            <a:endParaRPr/>
          </a:p>
        </p:txBody>
      </p:sp>
      <p:sp>
        <p:nvSpPr>
          <p:cNvPr id="1912161267" name="Text Placeholder 2"/>
          <p:cNvSpPr>
            <a:spLocks noGrp="1"/>
          </p:cNvSpPr>
          <p:nvPr>
            <p:ph type="body" idx="1"/>
          </p:nvPr>
        </p:nvSpPr>
        <p:spPr bwMode="auto">
          <a:xfrm rot="0" flipH="0" flipV="0">
            <a:off x="6217920" y="2670047"/>
            <a:ext cx="5133388" cy="3509964"/>
          </a:xfrm>
          <a:prstGeom prst="rect">
            <a:avLst/>
          </a:prstGeom>
          <a:solidFill>
            <a:schemeClr val="bg1">
              <a:alpha val="89999"/>
            </a:schemeClr>
          </a:solidFill>
        </p:spPr>
        <p:txBody>
          <a:bodyPr vertOverflow="overflow" horzOverflow="overflow" vert="horz" wrap="square" lIns="182880" tIns="91440" rIns="182880" bIns="91440" numCol="1" spcCol="0" rtlCol="0" fromWordArt="0" anchor="t" anchorCtr="0" forceAA="0" upright="0" compatLnSpc="0">
            <a:normAutofit/>
          </a:bodyPr>
          <a:lstStyle>
            <a:lvl1pPr marL="228600">
              <a:buFont typeface="Arial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defRPr>
            </a:lvl1pPr>
            <a:lvl2pPr marL="228600">
              <a:buFont typeface="Arial"/>
              <a:buChar char="•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defRPr>
            </a:lvl2pPr>
            <a:lvl3pPr marL="228600">
              <a:buFont typeface="Arial"/>
              <a:buChar char="•"/>
              <a:defRPr sz="1800" i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defRPr>
            </a:lvl3pPr>
            <a:lvl4pPr marL="228600">
              <a:buFont typeface="Wingdings"/>
              <a:buNone/>
              <a:defRPr sz="1600" i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defRPr>
            </a:lvl4pPr>
            <a:lvl5pPr marL="228600">
              <a:buFont typeface="Wingdings"/>
              <a:buNone/>
              <a:defRPr sz="1400" i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defRPr>
            </a:lvl5pPr>
            <a:lvl6pPr marL="228600">
              <a:buNone/>
              <a:defRPr/>
            </a:lvl6pPr>
            <a:lvl7pPr marL="228600">
              <a:buNone/>
              <a:defRPr/>
            </a:lvl7pPr>
            <a:lvl8pPr marL="228600">
              <a:buNone/>
              <a:defRPr/>
            </a:lvl8pPr>
            <a:lvl9pPr marL="228600">
              <a:buNone/>
              <a:defRPr/>
            </a:lvl9pPr>
          </a:lstStyle>
          <a:p>
            <a:pPr>
              <a:defRPr/>
            </a:pPr>
            <a:r>
              <a:rPr lang="en-US" sz="2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rPr>
              <a:t>Click to edit Master text styles</a:t>
            </a:r>
            <a:endParaRPr/>
          </a:p>
          <a:p>
            <a:pPr lvl="1">
              <a:defRPr/>
            </a:pPr>
            <a:r>
              <a:rPr lang="en-US" sz="20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rPr>
              <a:t>Second level</a:t>
            </a:r>
            <a:endParaRPr/>
          </a:p>
          <a:p>
            <a:pPr lvl="2">
              <a:defRPr/>
            </a:pPr>
            <a:r>
              <a:rPr lang="en-US" sz="1800" b="0" i="1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rPr>
              <a:t>Third level</a:t>
            </a:r>
            <a:endParaRPr/>
          </a:p>
          <a:p>
            <a:pPr marL="457200" lvl="1" indent="0">
              <a:buFont typeface="Arial"/>
              <a:buNone/>
              <a:defRPr/>
            </a:pPr>
            <a:endParaRPr/>
          </a:p>
        </p:txBody>
      </p:sp>
      <p:sp>
        <p:nvSpPr>
          <p:cNvPr id="489546919" name=""/>
          <p:cNvSpPr/>
          <p:nvPr/>
        </p:nvSpPr>
        <p:spPr bwMode="auto">
          <a:xfrm rot="20263832" flipH="0" flipV="0">
            <a:off x="10861205" y="319480"/>
            <a:ext cx="1103755" cy="518625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0364"/>
                </a:moveTo>
                <a:cubicBezTo>
                  <a:pt x="0" y="5844"/>
                  <a:pt x="6454" y="8947"/>
                  <a:pt x="19264" y="8947"/>
                </a:cubicBezTo>
                <a:cubicBezTo>
                  <a:pt x="32074" y="8947"/>
                  <a:pt x="43200" y="-8683"/>
                  <a:pt x="43200" y="5830"/>
                </a:cubicBezTo>
                <a:cubicBezTo>
                  <a:pt x="43200" y="20350"/>
                  <a:pt x="29153" y="43200"/>
                  <a:pt x="16344" y="43200"/>
                </a:cubicBezTo>
                <a:cubicBezTo>
                  <a:pt x="3533" y="43200"/>
                  <a:pt x="0" y="34884"/>
                  <a:pt x="0" y="20364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9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61892546" name=""/>
          <p:cNvSpPr/>
          <p:nvPr/>
        </p:nvSpPr>
        <p:spPr bwMode="auto">
          <a:xfrm rot="0" flipH="0" flipV="0">
            <a:off x="10194035" y="1173858"/>
            <a:ext cx="528923" cy="291903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35917"/>
                </a:moveTo>
                <a:cubicBezTo>
                  <a:pt x="0" y="25405"/>
                  <a:pt x="3261" y="4116"/>
                  <a:pt x="15974" y="4116"/>
                </a:cubicBezTo>
                <a:cubicBezTo>
                  <a:pt x="28687" y="4116"/>
                  <a:pt x="43198" y="-5578"/>
                  <a:pt x="43200" y="4931"/>
                </a:cubicBezTo>
                <a:cubicBezTo>
                  <a:pt x="43200" y="15443"/>
                  <a:pt x="28687" y="42440"/>
                  <a:pt x="15974" y="42440"/>
                </a:cubicBezTo>
                <a:cubicBezTo>
                  <a:pt x="3261" y="42440"/>
                  <a:pt x="0" y="46429"/>
                  <a:pt x="0" y="35917"/>
                </a:cubicBezTo>
                <a:close/>
              </a:path>
            </a:pathLst>
          </a:custGeom>
          <a:solidFill>
            <a:schemeClr val="bg1">
              <a:lumMod val="95000"/>
              <a:alpha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35590259" name=""/>
          <p:cNvSpPr/>
          <p:nvPr/>
        </p:nvSpPr>
        <p:spPr bwMode="auto">
          <a:xfrm rot="0" flipH="0" flipV="0">
            <a:off x="11413083" y="881954"/>
            <a:ext cx="528923" cy="291903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35917"/>
                </a:moveTo>
                <a:cubicBezTo>
                  <a:pt x="0" y="25405"/>
                  <a:pt x="3261" y="4116"/>
                  <a:pt x="15974" y="4116"/>
                </a:cubicBezTo>
                <a:cubicBezTo>
                  <a:pt x="28687" y="4116"/>
                  <a:pt x="43198" y="-5578"/>
                  <a:pt x="43200" y="4931"/>
                </a:cubicBezTo>
                <a:cubicBezTo>
                  <a:pt x="43200" y="15443"/>
                  <a:pt x="28687" y="42440"/>
                  <a:pt x="15974" y="42440"/>
                </a:cubicBezTo>
                <a:cubicBezTo>
                  <a:pt x="3261" y="42440"/>
                  <a:pt x="0" y="46429"/>
                  <a:pt x="0" y="35917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  <a:alpha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488763303" name=""/>
          <p:cNvSpPr/>
          <p:nvPr/>
        </p:nvSpPr>
        <p:spPr bwMode="auto">
          <a:xfrm rot="0" flipH="0" flipV="0">
            <a:off x="351909" y="616477"/>
            <a:ext cx="1267435" cy="822857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35917"/>
                </a:moveTo>
                <a:cubicBezTo>
                  <a:pt x="0" y="25405"/>
                  <a:pt x="3261" y="4116"/>
                  <a:pt x="15974" y="4116"/>
                </a:cubicBezTo>
                <a:cubicBezTo>
                  <a:pt x="28687" y="4116"/>
                  <a:pt x="43198" y="-5578"/>
                  <a:pt x="43200" y="4931"/>
                </a:cubicBezTo>
                <a:cubicBezTo>
                  <a:pt x="43200" y="15443"/>
                  <a:pt x="28687" y="42440"/>
                  <a:pt x="15974" y="42440"/>
                </a:cubicBezTo>
                <a:cubicBezTo>
                  <a:pt x="3261" y="42440"/>
                  <a:pt x="0" y="46429"/>
                  <a:pt x="0" y="35917"/>
                </a:cubicBezTo>
                <a:close/>
              </a:path>
            </a:pathLst>
          </a:custGeom>
          <a:solidFill>
            <a:schemeClr val="accent4">
              <a:lumMod val="75000"/>
              <a:alpha val="3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bg>
      <p:bgPr shadeToTitle="0">
        <a:solidFill>
          <a:schemeClr val="bg1">
            <a:alpha val="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99679735" name="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9524" y="0"/>
            <a:ext cx="12172950" cy="6858000"/>
          </a:xfrm>
          <a:prstGeom prst="rect">
            <a:avLst/>
          </a:prstGeom>
        </p:spPr>
      </p:pic>
      <p:sp>
        <p:nvSpPr>
          <p:cNvPr id="74327207" name="Title 1"/>
          <p:cNvSpPr>
            <a:spLocks noGrp="1"/>
          </p:cNvSpPr>
          <p:nvPr>
            <p:ph type="title"/>
          </p:nvPr>
        </p:nvSpPr>
        <p:spPr bwMode="auto">
          <a:xfrm>
            <a:off x="838198" y="2359949"/>
            <a:ext cx="10515600" cy="1325562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  <a:lvl6pPr>
              <a:defRPr>
                <a:solidFill>
                  <a:schemeClr val="accent6"/>
                </a:solidFill>
              </a:defRPr>
            </a:lvl6pPr>
            <a:lvl7pPr>
              <a:defRPr>
                <a:solidFill>
                  <a:schemeClr val="accent6"/>
                </a:solidFill>
              </a:defRPr>
            </a:lvl7pPr>
            <a:lvl8pPr>
              <a:defRPr>
                <a:solidFill>
                  <a:schemeClr val="accent6"/>
                </a:solidFill>
              </a:defRPr>
            </a:lvl8pPr>
            <a:lvl9pPr>
              <a:defRPr>
                <a:solidFill>
                  <a:schemeClr val="accent6"/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9686086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05045F6-917C-2AD4-88B0-CAA8790DDC7A}" type="datetimeFigureOut">
              <a:rPr lang="en-US"/>
              <a:t/>
            </a:fld>
            <a:endParaRPr lang="en-US"/>
          </a:p>
        </p:txBody>
      </p:sp>
      <p:sp>
        <p:nvSpPr>
          <p:cNvPr id="186818936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11324852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6F8FFBF-5D21-9FC4-018C-1F0474590588}" type="slidenum">
              <a:rPr lang="en-US"/>
              <a:t/>
            </a:fld>
            <a:endParaRPr lang="en-US"/>
          </a:p>
        </p:txBody>
      </p:sp>
      <p:sp>
        <p:nvSpPr>
          <p:cNvPr id="352731762" name=""/>
          <p:cNvSpPr/>
          <p:nvPr/>
        </p:nvSpPr>
        <p:spPr bwMode="auto">
          <a:xfrm rot="1760742" flipH="0" flipV="0">
            <a:off x="10314798" y="5439652"/>
            <a:ext cx="1736849" cy="719850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30478"/>
                </a:moveTo>
                <a:cubicBezTo>
                  <a:pt x="0" y="18629"/>
                  <a:pt x="10403" y="0"/>
                  <a:pt x="22021" y="0"/>
                </a:cubicBezTo>
                <a:cubicBezTo>
                  <a:pt x="33639" y="0"/>
                  <a:pt x="43199" y="9750"/>
                  <a:pt x="43200" y="21599"/>
                </a:cubicBezTo>
                <a:cubicBezTo>
                  <a:pt x="43200" y="33449"/>
                  <a:pt x="33639" y="43200"/>
                  <a:pt x="22021" y="43200"/>
                </a:cubicBezTo>
                <a:cubicBezTo>
                  <a:pt x="10403" y="43200"/>
                  <a:pt x="0" y="42327"/>
                  <a:pt x="0" y="30478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32440645" name=""/>
          <p:cNvSpPr/>
          <p:nvPr/>
        </p:nvSpPr>
        <p:spPr bwMode="auto">
          <a:xfrm rot="20263832" flipH="0" flipV="0">
            <a:off x="9910392" y="3316236"/>
            <a:ext cx="1103756" cy="518626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0364"/>
                </a:moveTo>
                <a:cubicBezTo>
                  <a:pt x="0" y="5844"/>
                  <a:pt x="6454" y="8947"/>
                  <a:pt x="19264" y="8947"/>
                </a:cubicBezTo>
                <a:cubicBezTo>
                  <a:pt x="32074" y="8947"/>
                  <a:pt x="43200" y="-8683"/>
                  <a:pt x="43200" y="5830"/>
                </a:cubicBezTo>
                <a:cubicBezTo>
                  <a:pt x="43200" y="20350"/>
                  <a:pt x="29153" y="43200"/>
                  <a:pt x="16344" y="43200"/>
                </a:cubicBezTo>
                <a:cubicBezTo>
                  <a:pt x="3533" y="43200"/>
                  <a:pt x="0" y="34884"/>
                  <a:pt x="0" y="20364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91423415" name=""/>
          <p:cNvSpPr/>
          <p:nvPr/>
        </p:nvSpPr>
        <p:spPr bwMode="auto">
          <a:xfrm rot="20263832" flipH="0" flipV="0">
            <a:off x="9146630" y="5249198"/>
            <a:ext cx="951972" cy="455121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0364"/>
                </a:moveTo>
                <a:cubicBezTo>
                  <a:pt x="0" y="5844"/>
                  <a:pt x="6454" y="8947"/>
                  <a:pt x="19264" y="8947"/>
                </a:cubicBezTo>
                <a:cubicBezTo>
                  <a:pt x="32074" y="8947"/>
                  <a:pt x="43200" y="-8683"/>
                  <a:pt x="43200" y="5830"/>
                </a:cubicBezTo>
                <a:cubicBezTo>
                  <a:pt x="43200" y="20350"/>
                  <a:pt x="29153" y="43200"/>
                  <a:pt x="16344" y="43200"/>
                </a:cubicBezTo>
                <a:cubicBezTo>
                  <a:pt x="3533" y="43200"/>
                  <a:pt x="0" y="34884"/>
                  <a:pt x="0" y="20364"/>
                </a:cubicBezTo>
                <a:close/>
              </a:path>
            </a:pathLst>
          </a:custGeom>
          <a:solidFill>
            <a:schemeClr val="accent6">
              <a:alpha val="4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69585826" name=""/>
          <p:cNvSpPr/>
          <p:nvPr/>
        </p:nvSpPr>
        <p:spPr bwMode="auto">
          <a:xfrm rot="20263832" flipH="0" flipV="0">
            <a:off x="9319100" y="6130631"/>
            <a:ext cx="951972" cy="455121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0364"/>
                </a:moveTo>
                <a:cubicBezTo>
                  <a:pt x="0" y="5844"/>
                  <a:pt x="6454" y="8947"/>
                  <a:pt x="19264" y="8947"/>
                </a:cubicBezTo>
                <a:cubicBezTo>
                  <a:pt x="32074" y="8947"/>
                  <a:pt x="43200" y="-8683"/>
                  <a:pt x="43200" y="5830"/>
                </a:cubicBezTo>
                <a:cubicBezTo>
                  <a:pt x="43200" y="20350"/>
                  <a:pt x="29153" y="43200"/>
                  <a:pt x="16344" y="43200"/>
                </a:cubicBezTo>
                <a:cubicBezTo>
                  <a:pt x="3533" y="43200"/>
                  <a:pt x="0" y="34884"/>
                  <a:pt x="0" y="20364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3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24040995" name=""/>
          <p:cNvSpPr/>
          <p:nvPr/>
        </p:nvSpPr>
        <p:spPr bwMode="auto">
          <a:xfrm rot="20263832" flipH="0" flipV="0">
            <a:off x="7677413" y="5920386"/>
            <a:ext cx="951972" cy="455121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0364"/>
                </a:moveTo>
                <a:cubicBezTo>
                  <a:pt x="0" y="5844"/>
                  <a:pt x="6454" y="8947"/>
                  <a:pt x="19264" y="8947"/>
                </a:cubicBezTo>
                <a:cubicBezTo>
                  <a:pt x="32074" y="8947"/>
                  <a:pt x="43200" y="-8683"/>
                  <a:pt x="43200" y="5830"/>
                </a:cubicBezTo>
                <a:cubicBezTo>
                  <a:pt x="43200" y="20350"/>
                  <a:pt x="29153" y="43200"/>
                  <a:pt x="16344" y="43200"/>
                </a:cubicBezTo>
                <a:cubicBezTo>
                  <a:pt x="3533" y="43200"/>
                  <a:pt x="0" y="34884"/>
                  <a:pt x="0" y="20364"/>
                </a:cubicBezTo>
                <a:close/>
              </a:path>
            </a:pathLst>
          </a:custGeom>
          <a:solidFill>
            <a:schemeClr val="accent6">
              <a:alpha val="4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33094174" name=""/>
          <p:cNvSpPr/>
          <p:nvPr/>
        </p:nvSpPr>
        <p:spPr bwMode="auto">
          <a:xfrm rot="0" flipH="0" flipV="0">
            <a:off x="8243182" y="4609564"/>
            <a:ext cx="528923" cy="291903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35917"/>
                </a:moveTo>
                <a:cubicBezTo>
                  <a:pt x="0" y="25405"/>
                  <a:pt x="3261" y="4116"/>
                  <a:pt x="15974" y="4116"/>
                </a:cubicBezTo>
                <a:cubicBezTo>
                  <a:pt x="28687" y="4116"/>
                  <a:pt x="43198" y="-5578"/>
                  <a:pt x="43200" y="4931"/>
                </a:cubicBezTo>
                <a:cubicBezTo>
                  <a:pt x="43200" y="15443"/>
                  <a:pt x="28687" y="42440"/>
                  <a:pt x="15974" y="42440"/>
                </a:cubicBezTo>
                <a:cubicBezTo>
                  <a:pt x="3261" y="42440"/>
                  <a:pt x="0" y="46429"/>
                  <a:pt x="0" y="35917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61459735" name=""/>
          <p:cNvSpPr/>
          <p:nvPr/>
        </p:nvSpPr>
        <p:spPr bwMode="auto">
          <a:xfrm rot="0" flipH="0" flipV="0">
            <a:off x="5916692" y="4671683"/>
            <a:ext cx="528923" cy="291903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35917"/>
                </a:moveTo>
                <a:cubicBezTo>
                  <a:pt x="0" y="25405"/>
                  <a:pt x="3261" y="4116"/>
                  <a:pt x="15974" y="4116"/>
                </a:cubicBezTo>
                <a:cubicBezTo>
                  <a:pt x="28687" y="4116"/>
                  <a:pt x="43198" y="-5578"/>
                  <a:pt x="43200" y="4931"/>
                </a:cubicBezTo>
                <a:cubicBezTo>
                  <a:pt x="43200" y="15443"/>
                  <a:pt x="28687" y="42440"/>
                  <a:pt x="15974" y="42440"/>
                </a:cubicBezTo>
                <a:cubicBezTo>
                  <a:pt x="3261" y="42440"/>
                  <a:pt x="0" y="46429"/>
                  <a:pt x="0" y="35917"/>
                </a:cubicBezTo>
                <a:close/>
              </a:path>
            </a:pathLst>
          </a:custGeom>
          <a:solidFill>
            <a:schemeClr val="accent4">
              <a:alpha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7687562" name=""/>
          <p:cNvSpPr/>
          <p:nvPr/>
        </p:nvSpPr>
        <p:spPr bwMode="auto">
          <a:xfrm rot="0" flipH="0" flipV="0">
            <a:off x="8772106" y="3732757"/>
            <a:ext cx="528923" cy="291903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35917"/>
                </a:moveTo>
                <a:cubicBezTo>
                  <a:pt x="0" y="25405"/>
                  <a:pt x="3261" y="4116"/>
                  <a:pt x="15974" y="4116"/>
                </a:cubicBezTo>
                <a:cubicBezTo>
                  <a:pt x="28687" y="4116"/>
                  <a:pt x="43198" y="-5578"/>
                  <a:pt x="43200" y="4931"/>
                </a:cubicBezTo>
                <a:cubicBezTo>
                  <a:pt x="43200" y="15443"/>
                  <a:pt x="28687" y="42440"/>
                  <a:pt x="15974" y="42440"/>
                </a:cubicBezTo>
                <a:cubicBezTo>
                  <a:pt x="3261" y="42440"/>
                  <a:pt x="0" y="46429"/>
                  <a:pt x="0" y="35917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  <a:alpha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4910864" name=""/>
          <p:cNvSpPr/>
          <p:nvPr/>
        </p:nvSpPr>
        <p:spPr bwMode="auto">
          <a:xfrm rot="0" flipH="0" flipV="0">
            <a:off x="6866953" y="4854333"/>
            <a:ext cx="528923" cy="291903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35917"/>
                </a:moveTo>
                <a:cubicBezTo>
                  <a:pt x="0" y="25405"/>
                  <a:pt x="3261" y="4116"/>
                  <a:pt x="15974" y="4116"/>
                </a:cubicBezTo>
                <a:cubicBezTo>
                  <a:pt x="28687" y="4116"/>
                  <a:pt x="43198" y="-5578"/>
                  <a:pt x="43200" y="4931"/>
                </a:cubicBezTo>
                <a:cubicBezTo>
                  <a:pt x="43200" y="15443"/>
                  <a:pt x="28687" y="42440"/>
                  <a:pt x="15974" y="42440"/>
                </a:cubicBezTo>
                <a:cubicBezTo>
                  <a:pt x="3261" y="42440"/>
                  <a:pt x="0" y="46429"/>
                  <a:pt x="0" y="35917"/>
                </a:cubicBezTo>
                <a:close/>
              </a:path>
            </a:pathLst>
          </a:custGeom>
          <a:solidFill>
            <a:schemeClr val="accent4">
              <a:alpha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05654546" name=""/>
          <p:cNvSpPr/>
          <p:nvPr/>
        </p:nvSpPr>
        <p:spPr bwMode="auto">
          <a:xfrm rot="0" flipH="0" flipV="0">
            <a:off x="7624476" y="5085790"/>
            <a:ext cx="528923" cy="291903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35917"/>
                </a:moveTo>
                <a:cubicBezTo>
                  <a:pt x="0" y="25405"/>
                  <a:pt x="3261" y="4116"/>
                  <a:pt x="15974" y="4116"/>
                </a:cubicBezTo>
                <a:cubicBezTo>
                  <a:pt x="28687" y="4116"/>
                  <a:pt x="43198" y="-5578"/>
                  <a:pt x="43200" y="4931"/>
                </a:cubicBezTo>
                <a:cubicBezTo>
                  <a:pt x="43200" y="15443"/>
                  <a:pt x="28687" y="42440"/>
                  <a:pt x="15974" y="42440"/>
                </a:cubicBezTo>
                <a:cubicBezTo>
                  <a:pt x="3261" y="42440"/>
                  <a:pt x="0" y="46429"/>
                  <a:pt x="0" y="35917"/>
                </a:cubicBezTo>
                <a:close/>
              </a:path>
            </a:pathLst>
          </a:custGeom>
          <a:solidFill>
            <a:schemeClr val="accent4">
              <a:alpha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1747943" name=""/>
          <p:cNvSpPr/>
          <p:nvPr/>
        </p:nvSpPr>
        <p:spPr bwMode="auto">
          <a:xfrm rot="0" flipH="0" flipV="0">
            <a:off x="6181155" y="5547396"/>
            <a:ext cx="528922" cy="291902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35917"/>
                </a:moveTo>
                <a:cubicBezTo>
                  <a:pt x="0" y="25405"/>
                  <a:pt x="3261" y="4116"/>
                  <a:pt x="15974" y="4116"/>
                </a:cubicBezTo>
                <a:cubicBezTo>
                  <a:pt x="28687" y="4116"/>
                  <a:pt x="43198" y="-5578"/>
                  <a:pt x="43200" y="4931"/>
                </a:cubicBezTo>
                <a:cubicBezTo>
                  <a:pt x="43200" y="15443"/>
                  <a:pt x="28687" y="42440"/>
                  <a:pt x="15974" y="42440"/>
                </a:cubicBezTo>
                <a:cubicBezTo>
                  <a:pt x="3261" y="42440"/>
                  <a:pt x="0" y="46429"/>
                  <a:pt x="0" y="35917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  <a:alpha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08660138" name=""/>
          <p:cNvSpPr/>
          <p:nvPr/>
        </p:nvSpPr>
        <p:spPr bwMode="auto">
          <a:xfrm rot="0" flipH="0" flipV="0">
            <a:off x="2734232" y="499710"/>
            <a:ext cx="528923" cy="291903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35917"/>
                </a:moveTo>
                <a:cubicBezTo>
                  <a:pt x="0" y="25405"/>
                  <a:pt x="3261" y="4116"/>
                  <a:pt x="15974" y="4116"/>
                </a:cubicBezTo>
                <a:cubicBezTo>
                  <a:pt x="28687" y="4116"/>
                  <a:pt x="43198" y="-5578"/>
                  <a:pt x="43200" y="4931"/>
                </a:cubicBezTo>
                <a:cubicBezTo>
                  <a:pt x="43200" y="15443"/>
                  <a:pt x="28687" y="42440"/>
                  <a:pt x="15974" y="42440"/>
                </a:cubicBezTo>
                <a:cubicBezTo>
                  <a:pt x="3261" y="42440"/>
                  <a:pt x="0" y="46429"/>
                  <a:pt x="0" y="35917"/>
                </a:cubicBezTo>
                <a:close/>
              </a:path>
            </a:pathLst>
          </a:custGeom>
          <a:solidFill>
            <a:schemeClr val="accent4">
              <a:alpha val="79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07997276" name=""/>
          <p:cNvSpPr/>
          <p:nvPr/>
        </p:nvSpPr>
        <p:spPr bwMode="auto">
          <a:xfrm rot="0" flipH="0" flipV="0">
            <a:off x="579681" y="3932658"/>
            <a:ext cx="1267435" cy="822857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35917"/>
                </a:moveTo>
                <a:cubicBezTo>
                  <a:pt x="0" y="25405"/>
                  <a:pt x="3261" y="4116"/>
                  <a:pt x="15974" y="4116"/>
                </a:cubicBezTo>
                <a:cubicBezTo>
                  <a:pt x="28687" y="4116"/>
                  <a:pt x="43198" y="-5578"/>
                  <a:pt x="43200" y="4931"/>
                </a:cubicBezTo>
                <a:cubicBezTo>
                  <a:pt x="43200" y="15443"/>
                  <a:pt x="28687" y="42440"/>
                  <a:pt x="15974" y="42440"/>
                </a:cubicBezTo>
                <a:cubicBezTo>
                  <a:pt x="3261" y="42440"/>
                  <a:pt x="0" y="46429"/>
                  <a:pt x="0" y="35917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7746442" name=""/>
          <p:cNvSpPr/>
          <p:nvPr/>
        </p:nvSpPr>
        <p:spPr bwMode="auto">
          <a:xfrm rot="0" flipH="0" flipV="0">
            <a:off x="3196604" y="772854"/>
            <a:ext cx="528922" cy="291902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35917"/>
                </a:moveTo>
                <a:cubicBezTo>
                  <a:pt x="0" y="25405"/>
                  <a:pt x="3261" y="4116"/>
                  <a:pt x="15974" y="4116"/>
                </a:cubicBezTo>
                <a:cubicBezTo>
                  <a:pt x="28687" y="4116"/>
                  <a:pt x="43198" y="-5578"/>
                  <a:pt x="43200" y="4931"/>
                </a:cubicBezTo>
                <a:cubicBezTo>
                  <a:pt x="43200" y="15443"/>
                  <a:pt x="28687" y="42440"/>
                  <a:pt x="15974" y="42440"/>
                </a:cubicBezTo>
                <a:cubicBezTo>
                  <a:pt x="3261" y="42440"/>
                  <a:pt x="0" y="46429"/>
                  <a:pt x="0" y="35917"/>
                </a:cubicBezTo>
                <a:close/>
              </a:path>
            </a:pathLst>
          </a:custGeom>
          <a:solidFill>
            <a:schemeClr val="bg1">
              <a:alpha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769374234" name=""/>
          <p:cNvSpPr/>
          <p:nvPr/>
        </p:nvSpPr>
        <p:spPr bwMode="auto">
          <a:xfrm rot="0" flipH="0" flipV="0">
            <a:off x="4294782" y="571149"/>
            <a:ext cx="528922" cy="291902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35917"/>
                </a:moveTo>
                <a:cubicBezTo>
                  <a:pt x="0" y="25405"/>
                  <a:pt x="3261" y="4116"/>
                  <a:pt x="15974" y="4116"/>
                </a:cubicBezTo>
                <a:cubicBezTo>
                  <a:pt x="28687" y="4116"/>
                  <a:pt x="43198" y="-5578"/>
                  <a:pt x="43200" y="4931"/>
                </a:cubicBezTo>
                <a:cubicBezTo>
                  <a:pt x="43200" y="15443"/>
                  <a:pt x="28687" y="42440"/>
                  <a:pt x="15974" y="42440"/>
                </a:cubicBezTo>
                <a:cubicBezTo>
                  <a:pt x="3261" y="42440"/>
                  <a:pt x="0" y="46429"/>
                  <a:pt x="0" y="35917"/>
                </a:cubicBezTo>
                <a:close/>
              </a:path>
            </a:pathLst>
          </a:custGeom>
          <a:solidFill>
            <a:schemeClr val="bg1">
              <a:alpha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873972175" name=""/>
          <p:cNvSpPr/>
          <p:nvPr/>
        </p:nvSpPr>
        <p:spPr bwMode="auto">
          <a:xfrm rot="0" flipH="0" flipV="0">
            <a:off x="1582655" y="772854"/>
            <a:ext cx="528922" cy="291902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35917"/>
                </a:moveTo>
                <a:cubicBezTo>
                  <a:pt x="0" y="25405"/>
                  <a:pt x="3261" y="4116"/>
                  <a:pt x="15974" y="4116"/>
                </a:cubicBezTo>
                <a:cubicBezTo>
                  <a:pt x="28687" y="4116"/>
                  <a:pt x="43198" y="-5578"/>
                  <a:pt x="43200" y="4931"/>
                </a:cubicBezTo>
                <a:cubicBezTo>
                  <a:pt x="43200" y="15443"/>
                  <a:pt x="28687" y="42440"/>
                  <a:pt x="15974" y="42440"/>
                </a:cubicBezTo>
                <a:cubicBezTo>
                  <a:pt x="3261" y="42440"/>
                  <a:pt x="0" y="46429"/>
                  <a:pt x="0" y="35917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  <a:alpha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bg>
      <p:bgPr shadeToTitle="0">
        <a:solidFill>
          <a:schemeClr val="accent4">
            <a:alpha val="8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09188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9787" y="457200"/>
            <a:ext cx="5066858" cy="160020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1508374" name="Text Placeholder 3"/>
          <p:cNvSpPr>
            <a:spLocks noGrp="1"/>
          </p:cNvSpPr>
          <p:nvPr>
            <p:ph type="body" sz="half" idx="2"/>
          </p:nvPr>
        </p:nvSpPr>
        <p:spPr bwMode="auto">
          <a:xfrm flipH="0" flipV="0">
            <a:off x="839787" y="2057400"/>
            <a:ext cx="5066858" cy="3811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7363673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1024292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6226541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709856793" name="Text Placeholder 2"/>
          <p:cNvSpPr>
            <a:spLocks noGrp="1"/>
          </p:cNvSpPr>
          <p:nvPr>
            <p:ph type="body" idx="1"/>
          </p:nvPr>
        </p:nvSpPr>
        <p:spPr bwMode="auto">
          <a:xfrm rot="0" flipH="0" flipV="0">
            <a:off x="6263639" y="457200"/>
            <a:ext cx="5169300" cy="5411786"/>
          </a:xfrm>
          <a:prstGeom prst="rect">
            <a:avLst/>
          </a:prstGeom>
          <a:solidFill>
            <a:schemeClr val="bg1">
              <a:alpha val="89999"/>
            </a:schemeClr>
          </a:solidFill>
        </p:spPr>
        <p:txBody>
          <a:bodyPr vertOverflow="overflow" horzOverflow="overflow" vert="horz" wrap="square" lIns="182880" tIns="91440" rIns="182880" bIns="91440" numCol="1" spcCol="0" rtlCol="0" fromWordArt="0" anchor="t" anchorCtr="0" forceAA="0" upright="0" compatLnSpc="0">
            <a:normAutofit/>
          </a:bodyPr>
          <a:lstStyle>
            <a:lvl1pPr>
              <a:buFont typeface="Arial"/>
              <a:buChar char="•"/>
              <a:defRPr sz="2400">
                <a:solidFill>
                  <a:schemeClr val="bg1"/>
                </a:solidFill>
                <a:latin typeface="Open Sans"/>
                <a:ea typeface="Open Sans"/>
                <a:cs typeface="Open Sans"/>
              </a:defRPr>
            </a:lvl1pPr>
            <a:lvl2pPr>
              <a:buFont typeface="Arial"/>
              <a:buChar char="•"/>
              <a:defRPr sz="2000">
                <a:solidFill>
                  <a:schemeClr val="bg1"/>
                </a:solidFill>
                <a:latin typeface="Open Sans"/>
                <a:ea typeface="Open Sans"/>
                <a:cs typeface="Open Sans"/>
              </a:defRPr>
            </a:lvl2pPr>
            <a:lvl3pPr>
              <a:buFont typeface="Arial"/>
              <a:buChar char="•"/>
              <a:defRPr sz="1800" i="1">
                <a:solidFill>
                  <a:schemeClr val="bg1"/>
                </a:solidFill>
                <a:latin typeface="Open Sans"/>
                <a:ea typeface="Open Sans"/>
                <a:cs typeface="Open Sans"/>
              </a:defRPr>
            </a:lvl3pPr>
            <a:lvl4pPr>
              <a:buFont typeface="Wingdings"/>
              <a:buNone/>
              <a:defRPr sz="1600" i="1">
                <a:solidFill>
                  <a:schemeClr val="bg1"/>
                </a:solidFill>
                <a:latin typeface="Open Sans"/>
                <a:ea typeface="Open Sans"/>
                <a:cs typeface="Open Sans"/>
              </a:defRPr>
            </a:lvl4pPr>
            <a:lvl5pPr>
              <a:buFont typeface="Wingdings"/>
              <a:buNone/>
              <a:defRPr sz="1400" i="1">
                <a:solidFill>
                  <a:schemeClr val="bg1"/>
                </a:solidFill>
                <a:latin typeface="Open Sans"/>
                <a:ea typeface="Open Sans"/>
                <a:cs typeface="Open Sans"/>
              </a:defRPr>
            </a:lvl5pPr>
            <a:lvl6pPr>
              <a:buNone/>
              <a:defRPr>
                <a:solidFill>
                  <a:schemeClr val="bg1"/>
                </a:solidFill>
              </a:defRPr>
            </a:lvl6pPr>
            <a:lvl7pPr>
              <a:buNone/>
              <a:defRPr>
                <a:solidFill>
                  <a:schemeClr val="bg1"/>
                </a:solidFill>
              </a:defRPr>
            </a:lvl7pPr>
            <a:lvl8pPr>
              <a:buNone/>
              <a:defRPr>
                <a:solidFill>
                  <a:schemeClr val="bg1"/>
                </a:solidFill>
              </a:defRPr>
            </a:lvl8pPr>
            <a:lvl9pPr>
              <a:buNone/>
              <a:defRPr>
                <a:solidFill>
                  <a:schemeClr val="bg1"/>
                </a:solidFill>
              </a:defRPr>
            </a:lvl9pPr>
          </a:lstStyle>
          <a:p>
            <a:pPr>
              <a:defRPr/>
            </a:pPr>
            <a:r>
              <a:rPr lang="en-US" sz="2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rPr>
              <a:t>Click to edit Master text styles</a:t>
            </a:r>
            <a:endParaRPr/>
          </a:p>
          <a:p>
            <a:pPr lvl="1">
              <a:defRPr/>
            </a:pPr>
            <a:r>
              <a:rPr lang="en-US" sz="20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rPr>
              <a:t>Second level</a:t>
            </a:r>
            <a:endParaRPr/>
          </a:p>
          <a:p>
            <a:pPr lvl="2">
              <a:defRPr/>
            </a:pPr>
            <a:r>
              <a:rPr lang="en-US" sz="1800" b="0" i="1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rPr>
              <a:t>Third level</a:t>
            </a:r>
            <a:endParaRPr/>
          </a:p>
          <a:p>
            <a:pPr lvl="2">
              <a:defRPr/>
            </a:pPr>
            <a:endParaRPr/>
          </a:p>
          <a:p>
            <a:pPr lvl="1">
              <a:defRPr/>
            </a:pPr>
            <a:endParaRPr/>
          </a:p>
        </p:txBody>
      </p:sp>
      <p:sp>
        <p:nvSpPr>
          <p:cNvPr id="759445355" name=""/>
          <p:cNvSpPr/>
          <p:nvPr/>
        </p:nvSpPr>
        <p:spPr bwMode="auto">
          <a:xfrm rot="20263867" flipH="0" flipV="0">
            <a:off x="223507" y="5110318"/>
            <a:ext cx="1578325" cy="764757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0364"/>
                </a:moveTo>
                <a:cubicBezTo>
                  <a:pt x="0" y="5844"/>
                  <a:pt x="6454" y="8947"/>
                  <a:pt x="19264" y="8947"/>
                </a:cubicBezTo>
                <a:cubicBezTo>
                  <a:pt x="32074" y="8947"/>
                  <a:pt x="43200" y="-8683"/>
                  <a:pt x="43200" y="5830"/>
                </a:cubicBezTo>
                <a:cubicBezTo>
                  <a:pt x="43200" y="20350"/>
                  <a:pt x="29153" y="43200"/>
                  <a:pt x="16344" y="43200"/>
                </a:cubicBezTo>
                <a:cubicBezTo>
                  <a:pt x="3533" y="43200"/>
                  <a:pt x="0" y="34884"/>
                  <a:pt x="0" y="20364"/>
                </a:cubicBezTo>
                <a:close/>
              </a:path>
            </a:pathLst>
          </a:custGeom>
          <a:solidFill>
            <a:schemeClr val="accent6">
              <a:alpha val="6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766523876" name=""/>
          <p:cNvSpPr/>
          <p:nvPr/>
        </p:nvSpPr>
        <p:spPr bwMode="auto">
          <a:xfrm rot="611918" flipH="0" flipV="0">
            <a:off x="459429" y="6178515"/>
            <a:ext cx="363326" cy="395688"/>
          </a:xfrm>
          <a:prstGeom prst="ellipse">
            <a:avLst/>
          </a:prstGeom>
          <a:solidFill>
            <a:schemeClr val="accent6">
              <a:lumMod val="20000"/>
              <a:lumOff val="80000"/>
              <a:alpha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97926369" name=""/>
          <p:cNvSpPr/>
          <p:nvPr/>
        </p:nvSpPr>
        <p:spPr bwMode="auto">
          <a:xfrm rot="7236456" flipH="0" flipV="0">
            <a:off x="1423697" y="6043690"/>
            <a:ext cx="758565" cy="223679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34581"/>
                </a:moveTo>
                <a:cubicBezTo>
                  <a:pt x="0" y="15610"/>
                  <a:pt x="9750" y="0"/>
                  <a:pt x="21599" y="0"/>
                </a:cubicBezTo>
                <a:cubicBezTo>
                  <a:pt x="33449" y="0"/>
                  <a:pt x="43199" y="15610"/>
                  <a:pt x="43200" y="34581"/>
                </a:cubicBezTo>
                <a:cubicBezTo>
                  <a:pt x="43200" y="53552"/>
                  <a:pt x="37032" y="34954"/>
                  <a:pt x="25182" y="34954"/>
                </a:cubicBezTo>
                <a:cubicBezTo>
                  <a:pt x="13333" y="34954"/>
                  <a:pt x="0" y="53552"/>
                  <a:pt x="0" y="34581"/>
                </a:cubicBezTo>
                <a:close/>
              </a:path>
            </a:pathLst>
          </a:custGeom>
          <a:solidFill>
            <a:schemeClr val="accent4">
              <a:alpha val="6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08272664" name=""/>
          <p:cNvPicPr>
            <a:picLocks noChangeAspect="1"/>
          </p:cNvPicPr>
          <p:nvPr/>
        </p:nvPicPr>
        <p:blipFill rotWithShape="1">
          <a:blip r:embed="rId2">
            <a:alphaModFix amt="70000"/>
          </a:blip>
          <a:stretch/>
        </p:blipFill>
        <p:spPr bwMode="auto">
          <a:xfrm rot="16199998" flipH="0" flipV="0">
            <a:off x="-2578607" y="2578607"/>
            <a:ext cx="6858000" cy="1691640"/>
          </a:xfrm>
          <a:prstGeom prst="rect">
            <a:avLst/>
          </a:prstGeom>
        </p:spPr>
      </p:pic>
      <p:sp>
        <p:nvSpPr>
          <p:cNvPr id="620081926" name="Picture Placeholder 2"/>
          <p:cNvSpPr>
            <a:spLocks noChangeAspect="1" noGrp="1"/>
          </p:cNvSpPr>
          <p:nvPr>
            <p:ph type="pic" idx="1"/>
          </p:nvPr>
        </p:nvSpPr>
        <p:spPr bwMode="auto">
          <a:xfrm flipH="0" flipV="0">
            <a:off x="6383142" y="457199"/>
            <a:ext cx="4970657" cy="5671115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57692116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1492982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0087184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159652493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9786" y="457200"/>
            <a:ext cx="5256212" cy="160020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>
              <a:defRPr sz="48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06558277" name="Text Placeholder 2"/>
          <p:cNvSpPr>
            <a:spLocks noGrp="1"/>
          </p:cNvSpPr>
          <p:nvPr>
            <p:ph type="body" idx="1"/>
          </p:nvPr>
        </p:nvSpPr>
        <p:spPr bwMode="auto">
          <a:xfrm rot="0" flipH="0" flipV="0">
            <a:off x="841248" y="2057400"/>
            <a:ext cx="5257801" cy="4068667"/>
          </a:xfrm>
          <a:prstGeom prst="rect">
            <a:avLst/>
          </a:prstGeom>
        </p:spPr>
        <p:txBody>
          <a:bodyPr vertOverflow="overflow" horzOverflow="overflow" vert="horz" wrap="square" lIns="182880" tIns="91440" rIns="182880" bIns="91440" numCol="1" spcCol="0" rtlCol="0" fromWordArt="0" anchor="t" anchorCtr="0" forceAA="0" upright="0" compatLnSpc="0">
            <a:normAutofit/>
          </a:bodyPr>
          <a:lstStyle>
            <a:lvl1pPr>
              <a:buFont typeface="Arial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defRPr>
            </a:lvl1pPr>
            <a:lvl2pPr>
              <a:buFont typeface="Arial"/>
              <a:buChar char="•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defRPr>
            </a:lvl2pPr>
            <a:lvl3pPr>
              <a:buFont typeface="Arial"/>
              <a:buChar char="•"/>
              <a:defRPr sz="1800" i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defRPr>
            </a:lvl3pPr>
            <a:lvl4pPr>
              <a:buFont typeface="Wingdings"/>
              <a:buNone/>
              <a:defRPr sz="1600" i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defRPr>
            </a:lvl4pPr>
            <a:lvl5pPr>
              <a:buFont typeface="Wingdings"/>
              <a:buNone/>
              <a:defRPr sz="1400" i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defRPr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>
              <a:defRPr/>
            </a:pPr>
            <a:r>
              <a:rPr lang="en-US" sz="2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rPr>
              <a:t>Click to edit Master text styles</a:t>
            </a:r>
            <a:endParaRPr/>
          </a:p>
          <a:p>
            <a:pPr lvl="1">
              <a:defRPr/>
            </a:pPr>
            <a:r>
              <a:rPr lang="en-US" sz="20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rPr>
              <a:t>Second level</a:t>
            </a:r>
            <a:endParaRPr/>
          </a:p>
          <a:p>
            <a:pPr lvl="2">
              <a:defRPr/>
            </a:pPr>
            <a:r>
              <a:rPr lang="en-US" sz="1800" b="0" i="1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rPr>
              <a:t>Third level</a:t>
            </a:r>
            <a:endParaRPr/>
          </a:p>
          <a:p>
            <a:pPr lvl="2">
              <a:defRPr/>
            </a:pPr>
            <a:endParaRPr/>
          </a:p>
          <a:p>
            <a:pPr lvl="1">
              <a:defRPr/>
            </a:pPr>
            <a:endParaRPr/>
          </a:p>
        </p:txBody>
      </p:sp>
      <p:sp>
        <p:nvSpPr>
          <p:cNvPr id="701432677" name=""/>
          <p:cNvSpPr/>
          <p:nvPr/>
        </p:nvSpPr>
        <p:spPr bwMode="auto">
          <a:xfrm rot="18733792" flipH="0" flipV="0">
            <a:off x="210475" y="5319665"/>
            <a:ext cx="325095" cy="147030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0364"/>
                </a:moveTo>
                <a:cubicBezTo>
                  <a:pt x="0" y="5844"/>
                  <a:pt x="6454" y="8947"/>
                  <a:pt x="19264" y="8947"/>
                </a:cubicBezTo>
                <a:cubicBezTo>
                  <a:pt x="32074" y="8947"/>
                  <a:pt x="43200" y="-8683"/>
                  <a:pt x="43200" y="5830"/>
                </a:cubicBezTo>
                <a:cubicBezTo>
                  <a:pt x="43200" y="20350"/>
                  <a:pt x="29153" y="43200"/>
                  <a:pt x="16344" y="43200"/>
                </a:cubicBezTo>
                <a:cubicBezTo>
                  <a:pt x="3533" y="43200"/>
                  <a:pt x="0" y="34884"/>
                  <a:pt x="0" y="20364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69226914" name=""/>
          <p:cNvSpPr/>
          <p:nvPr/>
        </p:nvSpPr>
        <p:spPr bwMode="auto">
          <a:xfrm rot="18733792" flipH="0" flipV="0">
            <a:off x="810625" y="5055980"/>
            <a:ext cx="470646" cy="26470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0364"/>
                </a:moveTo>
                <a:cubicBezTo>
                  <a:pt x="0" y="5844"/>
                  <a:pt x="6454" y="8947"/>
                  <a:pt x="19264" y="8947"/>
                </a:cubicBezTo>
                <a:cubicBezTo>
                  <a:pt x="32074" y="8947"/>
                  <a:pt x="43200" y="-8683"/>
                  <a:pt x="43200" y="5830"/>
                </a:cubicBezTo>
                <a:cubicBezTo>
                  <a:pt x="43200" y="20350"/>
                  <a:pt x="29153" y="43200"/>
                  <a:pt x="16344" y="43200"/>
                </a:cubicBezTo>
                <a:cubicBezTo>
                  <a:pt x="3533" y="43200"/>
                  <a:pt x="0" y="34884"/>
                  <a:pt x="0" y="20364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463636825" name=""/>
          <p:cNvSpPr/>
          <p:nvPr/>
        </p:nvSpPr>
        <p:spPr bwMode="auto">
          <a:xfrm rot="18733792" flipH="0" flipV="0">
            <a:off x="252675" y="6138706"/>
            <a:ext cx="470646" cy="26470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0364"/>
                </a:moveTo>
                <a:cubicBezTo>
                  <a:pt x="0" y="5844"/>
                  <a:pt x="6454" y="8947"/>
                  <a:pt x="19264" y="8947"/>
                </a:cubicBezTo>
                <a:cubicBezTo>
                  <a:pt x="32074" y="8947"/>
                  <a:pt x="43200" y="-8683"/>
                  <a:pt x="43200" y="5830"/>
                </a:cubicBezTo>
                <a:cubicBezTo>
                  <a:pt x="43200" y="20350"/>
                  <a:pt x="29153" y="43200"/>
                  <a:pt x="16344" y="43200"/>
                </a:cubicBezTo>
                <a:cubicBezTo>
                  <a:pt x="3533" y="43200"/>
                  <a:pt x="0" y="34884"/>
                  <a:pt x="0" y="20364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905967589" name=""/>
          <p:cNvSpPr/>
          <p:nvPr/>
        </p:nvSpPr>
        <p:spPr bwMode="auto">
          <a:xfrm rot="18733792" flipH="0" flipV="0">
            <a:off x="810625" y="5732763"/>
            <a:ext cx="470646" cy="26470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0364"/>
                </a:moveTo>
                <a:cubicBezTo>
                  <a:pt x="0" y="5844"/>
                  <a:pt x="6454" y="8947"/>
                  <a:pt x="19264" y="8947"/>
                </a:cubicBezTo>
                <a:cubicBezTo>
                  <a:pt x="32074" y="8947"/>
                  <a:pt x="43200" y="-8683"/>
                  <a:pt x="43200" y="5830"/>
                </a:cubicBezTo>
                <a:cubicBezTo>
                  <a:pt x="43200" y="20350"/>
                  <a:pt x="29153" y="43200"/>
                  <a:pt x="16344" y="43200"/>
                </a:cubicBezTo>
                <a:cubicBezTo>
                  <a:pt x="3533" y="43200"/>
                  <a:pt x="0" y="34884"/>
                  <a:pt x="0" y="20364"/>
                </a:cubicBezTo>
                <a:close/>
              </a:path>
            </a:pathLst>
          </a:cu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203126880" name=""/>
          <p:cNvSpPr/>
          <p:nvPr/>
        </p:nvSpPr>
        <p:spPr bwMode="auto">
          <a:xfrm rot="18733792" flipH="0" flipV="0">
            <a:off x="1914312" y="6143358"/>
            <a:ext cx="470646" cy="26470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0364"/>
                </a:moveTo>
                <a:cubicBezTo>
                  <a:pt x="0" y="5844"/>
                  <a:pt x="6454" y="8947"/>
                  <a:pt x="19264" y="8947"/>
                </a:cubicBezTo>
                <a:cubicBezTo>
                  <a:pt x="32074" y="8947"/>
                  <a:pt x="43200" y="-8683"/>
                  <a:pt x="43200" y="5830"/>
                </a:cubicBezTo>
                <a:cubicBezTo>
                  <a:pt x="43200" y="20350"/>
                  <a:pt x="29153" y="43200"/>
                  <a:pt x="16344" y="43200"/>
                </a:cubicBezTo>
                <a:cubicBezTo>
                  <a:pt x="3533" y="43200"/>
                  <a:pt x="0" y="34884"/>
                  <a:pt x="0" y="20364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4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521482831" name=""/>
          <p:cNvSpPr/>
          <p:nvPr/>
        </p:nvSpPr>
        <p:spPr bwMode="auto">
          <a:xfrm rot="18733792" flipH="0" flipV="0">
            <a:off x="348297" y="5554851"/>
            <a:ext cx="470646" cy="26470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0364"/>
                </a:moveTo>
                <a:cubicBezTo>
                  <a:pt x="0" y="5844"/>
                  <a:pt x="6454" y="8947"/>
                  <a:pt x="19264" y="8947"/>
                </a:cubicBezTo>
                <a:cubicBezTo>
                  <a:pt x="32074" y="8947"/>
                  <a:pt x="43200" y="-8683"/>
                  <a:pt x="43200" y="5830"/>
                </a:cubicBezTo>
                <a:cubicBezTo>
                  <a:pt x="43200" y="20350"/>
                  <a:pt x="29153" y="43200"/>
                  <a:pt x="16344" y="43200"/>
                </a:cubicBezTo>
                <a:cubicBezTo>
                  <a:pt x="3533" y="43200"/>
                  <a:pt x="0" y="34884"/>
                  <a:pt x="0" y="20364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bg>
      <p:bgPr shadeToTitle="0">
        <a:solidFill>
          <a:schemeClr val="accent6">
            <a:lumMod val="20000"/>
            <a:lumOff val="80000"/>
            <a:alpha val="49999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9198199" name="Picture Placeholder 2"/>
          <p:cNvSpPr>
            <a:spLocks noChangeAspect="1" noGrp="1"/>
          </p:cNvSpPr>
          <p:nvPr>
            <p:ph type="pic" idx="1"/>
          </p:nvPr>
        </p:nvSpPr>
        <p:spPr bwMode="auto">
          <a:xfrm flipH="0" flipV="0">
            <a:off x="5820750" y="2057400"/>
            <a:ext cx="5528999" cy="3811587"/>
          </a:xfrm>
        </p:spPr>
        <p:txBody>
          <a:bodyPr anchor="t"/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26392316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5AB4090-1D1B-CA06-9941-438B2CAEF45E}" type="datetimeFigureOut">
              <a:rPr lang="en-US"/>
              <a:t/>
            </a:fld>
            <a:endParaRPr lang="en-US"/>
          </a:p>
        </p:txBody>
      </p:sp>
      <p:sp>
        <p:nvSpPr>
          <p:cNvPr id="54978845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0577170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489DFE4-2133-EC7D-BFEB-7E7D4DD693C9}" type="slidenum">
              <a:rPr lang="en-US"/>
              <a:t/>
            </a:fld>
            <a:endParaRPr lang="en-US"/>
          </a:p>
        </p:txBody>
      </p:sp>
      <p:sp>
        <p:nvSpPr>
          <p:cNvPr id="133005932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9786" y="457200"/>
            <a:ext cx="10509962" cy="160020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algn="l">
              <a:defRPr sz="48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87783575" name="Text Placeholder 2"/>
          <p:cNvSpPr>
            <a:spLocks noGrp="1"/>
          </p:cNvSpPr>
          <p:nvPr>
            <p:ph type="body" idx="1"/>
          </p:nvPr>
        </p:nvSpPr>
        <p:spPr bwMode="auto">
          <a:xfrm rot="0" flipH="0" flipV="0">
            <a:off x="841248" y="2057400"/>
            <a:ext cx="4823764" cy="3811586"/>
          </a:xfrm>
          <a:prstGeom prst="rect">
            <a:avLst/>
          </a:prstGeom>
          <a:noFill/>
        </p:spPr>
        <p:txBody>
          <a:bodyPr vertOverflow="overflow" horzOverflow="overflow" vert="horz" wrap="square" lIns="182880" tIns="91440" rIns="182880" bIns="91440" numCol="1" spcCol="0" rtlCol="0" fromWordArt="0" anchor="t" anchorCtr="0" forceAA="0" upright="0" compatLnSpc="0">
            <a:normAutofit/>
          </a:bodyPr>
          <a:lstStyle>
            <a:lvl1pPr>
              <a:buFont typeface="Arial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defRPr>
            </a:lvl1pPr>
            <a:lvl2pPr>
              <a:buFont typeface="Arial"/>
              <a:buChar char="•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defRPr>
            </a:lvl2pPr>
            <a:lvl3pPr>
              <a:buFont typeface="Arial"/>
              <a:buChar char="•"/>
              <a:defRPr sz="1800" i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defRPr>
            </a:lvl3pPr>
            <a:lvl4pPr>
              <a:buFont typeface="Wingdings"/>
              <a:buNone/>
              <a:defRPr sz="1600" i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defRPr>
            </a:lvl4pPr>
            <a:lvl5pPr>
              <a:buFont typeface="Wingdings"/>
              <a:buNone/>
              <a:defRPr sz="1400" i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defRPr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>
              <a:defRPr/>
            </a:pPr>
            <a:r>
              <a:rPr lang="en-US" sz="2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rPr>
              <a:t>Click to edit Master text styles</a:t>
            </a:r>
            <a:endParaRPr/>
          </a:p>
          <a:p>
            <a:pPr lvl="1">
              <a:defRPr/>
            </a:pPr>
            <a:r>
              <a:rPr lang="en-US" sz="20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rPr>
              <a:t>Second level</a:t>
            </a:r>
            <a:endParaRPr/>
          </a:p>
          <a:p>
            <a:pPr lvl="2">
              <a:defRPr/>
            </a:pPr>
            <a:r>
              <a:rPr lang="en-US" sz="1800" b="0" i="1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rPr>
              <a:t>Third level</a:t>
            </a:r>
            <a:endParaRPr/>
          </a:p>
          <a:p>
            <a:pPr lvl="2">
              <a:defRPr/>
            </a:pPr>
            <a:endParaRPr/>
          </a:p>
          <a:p>
            <a:pPr lvl="1">
              <a:defRPr/>
            </a:pPr>
            <a:endParaRPr/>
          </a:p>
        </p:txBody>
      </p:sp>
      <p:sp>
        <p:nvSpPr>
          <p:cNvPr id="1884760123" name=""/>
          <p:cNvSpPr/>
          <p:nvPr/>
        </p:nvSpPr>
        <p:spPr bwMode="auto">
          <a:xfrm rot="611918" flipH="0" flipV="0">
            <a:off x="8957365" y="395327"/>
            <a:ext cx="1329066" cy="315955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34581"/>
                </a:moveTo>
                <a:cubicBezTo>
                  <a:pt x="0" y="15610"/>
                  <a:pt x="9750" y="0"/>
                  <a:pt x="21599" y="0"/>
                </a:cubicBezTo>
                <a:cubicBezTo>
                  <a:pt x="33449" y="0"/>
                  <a:pt x="43199" y="15610"/>
                  <a:pt x="43200" y="34581"/>
                </a:cubicBezTo>
                <a:cubicBezTo>
                  <a:pt x="43200" y="53552"/>
                  <a:pt x="37032" y="34954"/>
                  <a:pt x="25182" y="34954"/>
                </a:cubicBezTo>
                <a:cubicBezTo>
                  <a:pt x="13333" y="34954"/>
                  <a:pt x="0" y="53552"/>
                  <a:pt x="0" y="34581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4142903" name=""/>
          <p:cNvSpPr/>
          <p:nvPr/>
        </p:nvSpPr>
        <p:spPr bwMode="auto">
          <a:xfrm rot="611918" flipH="0" flipV="0">
            <a:off x="9709720" y="88864"/>
            <a:ext cx="906571" cy="215516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34581"/>
                </a:moveTo>
                <a:cubicBezTo>
                  <a:pt x="0" y="15610"/>
                  <a:pt x="9750" y="0"/>
                  <a:pt x="21599" y="0"/>
                </a:cubicBezTo>
                <a:cubicBezTo>
                  <a:pt x="33449" y="0"/>
                  <a:pt x="43199" y="15610"/>
                  <a:pt x="43200" y="34581"/>
                </a:cubicBezTo>
                <a:cubicBezTo>
                  <a:pt x="43200" y="53552"/>
                  <a:pt x="37032" y="34954"/>
                  <a:pt x="25182" y="34954"/>
                </a:cubicBezTo>
                <a:cubicBezTo>
                  <a:pt x="13333" y="34954"/>
                  <a:pt x="0" y="53552"/>
                  <a:pt x="0" y="3458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62706373" name=""/>
          <p:cNvSpPr/>
          <p:nvPr/>
        </p:nvSpPr>
        <p:spPr bwMode="auto">
          <a:xfrm rot="1754041" flipH="0" flipV="0">
            <a:off x="10579757" y="630585"/>
            <a:ext cx="1019279" cy="223680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34581"/>
                </a:moveTo>
                <a:cubicBezTo>
                  <a:pt x="0" y="15610"/>
                  <a:pt x="9750" y="0"/>
                  <a:pt x="21599" y="0"/>
                </a:cubicBezTo>
                <a:cubicBezTo>
                  <a:pt x="33449" y="0"/>
                  <a:pt x="43199" y="15610"/>
                  <a:pt x="43200" y="34581"/>
                </a:cubicBezTo>
                <a:cubicBezTo>
                  <a:pt x="43200" y="53552"/>
                  <a:pt x="37032" y="34954"/>
                  <a:pt x="25182" y="34954"/>
                </a:cubicBezTo>
                <a:cubicBezTo>
                  <a:pt x="13333" y="34954"/>
                  <a:pt x="0" y="53552"/>
                  <a:pt x="0" y="34581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9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9019952" name=""/>
          <p:cNvSpPr/>
          <p:nvPr/>
        </p:nvSpPr>
        <p:spPr bwMode="auto">
          <a:xfrm rot="1754041" flipH="0" flipV="0">
            <a:off x="11133869" y="347756"/>
            <a:ext cx="758565" cy="223680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34581"/>
                </a:moveTo>
                <a:cubicBezTo>
                  <a:pt x="0" y="15610"/>
                  <a:pt x="9750" y="0"/>
                  <a:pt x="21599" y="0"/>
                </a:cubicBezTo>
                <a:cubicBezTo>
                  <a:pt x="33449" y="0"/>
                  <a:pt x="43199" y="15610"/>
                  <a:pt x="43200" y="34581"/>
                </a:cubicBezTo>
                <a:cubicBezTo>
                  <a:pt x="43200" y="53552"/>
                  <a:pt x="37032" y="34954"/>
                  <a:pt x="25182" y="34954"/>
                </a:cubicBezTo>
                <a:cubicBezTo>
                  <a:pt x="13333" y="34954"/>
                  <a:pt x="0" y="53552"/>
                  <a:pt x="0" y="3458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15983950" name=""/>
          <p:cNvSpPr/>
          <p:nvPr/>
        </p:nvSpPr>
        <p:spPr bwMode="auto">
          <a:xfrm rot="1854869" flipH="0" flipV="1">
            <a:off x="11381859" y="1542256"/>
            <a:ext cx="562240" cy="264703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0364"/>
                </a:moveTo>
                <a:cubicBezTo>
                  <a:pt x="0" y="5844"/>
                  <a:pt x="6454" y="8947"/>
                  <a:pt x="19264" y="8947"/>
                </a:cubicBezTo>
                <a:cubicBezTo>
                  <a:pt x="32074" y="8947"/>
                  <a:pt x="43200" y="-8683"/>
                  <a:pt x="43200" y="5830"/>
                </a:cubicBezTo>
                <a:cubicBezTo>
                  <a:pt x="43200" y="20350"/>
                  <a:pt x="29153" y="43200"/>
                  <a:pt x="16344" y="43200"/>
                </a:cubicBezTo>
                <a:cubicBezTo>
                  <a:pt x="3533" y="43200"/>
                  <a:pt x="0" y="34884"/>
                  <a:pt x="0" y="20364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81988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 algn="ctr"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59823707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>
            <a:lvl2pPr>
              <a:lnSpc>
                <a:spcPct val="110000"/>
              </a:lnSpc>
              <a:defRPr/>
            </a:lvl2pPr>
          </a:lstStyle>
          <a:p>
            <a:pPr marL="0" lvl="0" indent="0">
              <a:buFont typeface="Arial"/>
              <a:buNone/>
              <a:defRPr/>
            </a:pPr>
            <a:r>
              <a:rPr lang="en-US"/>
              <a:t>Click to edit Master text styles</a:t>
            </a:r>
            <a:endParaRPr/>
          </a:p>
          <a:p>
            <a:pPr marL="457200" lvl="1" indent="0">
              <a:buFont typeface="Arial"/>
              <a:buNone/>
              <a:defRPr/>
            </a:pPr>
            <a:r>
              <a:rPr lang="en-US"/>
              <a:t>Second level</a:t>
            </a:r>
            <a:endParaRPr/>
          </a:p>
          <a:p>
            <a:pPr marL="914400" lvl="2" indent="0">
              <a:buFont typeface="Arial"/>
              <a:buNone/>
              <a:defRPr/>
            </a:pPr>
            <a:r>
              <a:rPr lang="en-US"/>
              <a:t>Third level</a:t>
            </a:r>
            <a:endParaRPr/>
          </a:p>
          <a:p>
            <a:pPr marL="1371600" lvl="3" indent="0">
              <a:buFont typeface="Arial"/>
              <a:buNone/>
              <a:defRPr/>
            </a:pPr>
            <a:r>
              <a:rPr lang="en-US"/>
              <a:t>Fourth level</a:t>
            </a:r>
            <a:endParaRPr/>
          </a:p>
          <a:p>
            <a:pPr marL="1828800" lvl="4" indent="0">
              <a:buFont typeface="Arial"/>
              <a:buNone/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6005599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7642200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4079821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>
            <a:alpha val="99999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51492475" name=""/>
          <p:cNvPicPr/>
          <p:nvPr/>
        </p:nvPicPr>
        <p:blipFill rotWithShape="1">
          <a:blip r:embed="rId12">
            <a:alphaModFix amt="30000"/>
          </a:blip>
          <a:stretch/>
        </p:blipFill>
        <p:spPr bwMode="auto">
          <a:xfrm rot="0" flipH="0" flipV="0">
            <a:off x="-3047" y="0"/>
            <a:ext cx="12198095" cy="6858000"/>
          </a:xfrm>
          <a:prstGeom prst="rect">
            <a:avLst/>
          </a:prstGeom>
        </p:spPr>
      </p:pic>
      <p:sp>
        <p:nvSpPr>
          <p:cNvPr id="1198789822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10000"/>
              </a:lnSpc>
              <a:defRPr sz="48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03139852" name="Text Placeholder 2"/>
          <p:cNvSpPr>
            <a:spLocks noGrp="1"/>
          </p:cNvSpPr>
          <p:nvPr>
            <p:ph type="body" idx="1"/>
          </p:nvPr>
        </p:nvSpPr>
        <p:spPr bwMode="auto">
          <a:xfrm rot="0" flipH="0" flipV="0">
            <a:off x="841248" y="1828800"/>
            <a:ext cx="10515600" cy="4068668"/>
          </a:xfrm>
          <a:prstGeom prst="rect">
            <a:avLst/>
          </a:prstGeom>
        </p:spPr>
        <p:txBody>
          <a:bodyPr vertOverflow="overflow" horzOverflow="overflow" vert="horz" wrap="square" lIns="182880" tIns="91440" rIns="182880" bIns="91440" numCol="1" spcCol="0" rtlCol="0" fromWordArt="0" anchor="t" anchorCtr="0" forceAA="0" upright="0" compatLnSpc="0">
            <a:normAutofit/>
          </a:bodyPr>
          <a:lstStyle>
            <a:lvl1pPr>
              <a:lnSpc>
                <a:spcPct val="110000"/>
              </a:lnSpc>
              <a:buFont typeface="Arial"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Verdana"/>
                <a:ea typeface="Verdana"/>
                <a:cs typeface="Verdana"/>
              </a:defRPr>
            </a:lvl1pPr>
            <a:lvl2pPr>
              <a:lnSpc>
                <a:spcPct val="110000"/>
              </a:lnSpc>
              <a:buFont typeface="Arial"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Verdana"/>
                <a:ea typeface="Verdana"/>
                <a:cs typeface="Verdana"/>
              </a:defRPr>
            </a:lvl2pPr>
            <a:lvl3pPr>
              <a:lnSpc>
                <a:spcPct val="110000"/>
              </a:lnSpc>
              <a:buFont typeface="Arial"/>
              <a:buNone/>
              <a:defRPr sz="1800" i="1">
                <a:solidFill>
                  <a:schemeClr val="tx1">
                    <a:lumMod val="75000"/>
                    <a:lumOff val="25000"/>
                  </a:schemeClr>
                </a:solidFill>
                <a:latin typeface="Verdana"/>
                <a:ea typeface="Verdana"/>
                <a:cs typeface="Verdana"/>
              </a:defRPr>
            </a:lvl3pPr>
            <a:lvl4pPr>
              <a:buFont typeface="Wingdings"/>
              <a:buNone/>
              <a:defRPr sz="1600" i="1">
                <a:solidFill>
                  <a:schemeClr val="tx1">
                    <a:lumMod val="75000"/>
                    <a:lumOff val="25000"/>
                  </a:schemeClr>
                </a:solidFill>
                <a:latin typeface="Verdana"/>
                <a:ea typeface="Verdana"/>
                <a:cs typeface="Verdana"/>
              </a:defRPr>
            </a:lvl4pPr>
            <a:lvl5pPr>
              <a:buFont typeface="Wingdings"/>
              <a:buNone/>
              <a:defRPr sz="1400" i="1">
                <a:solidFill>
                  <a:schemeClr val="tx1">
                    <a:lumMod val="75000"/>
                    <a:lumOff val="25000"/>
                  </a:schemeClr>
                </a:solidFill>
                <a:latin typeface="Verdana"/>
                <a:ea typeface="Verdana"/>
                <a:cs typeface="Verdana"/>
              </a:defRPr>
            </a:lvl5pPr>
            <a:lvl6pPr>
              <a:buNone/>
              <a:defRPr>
                <a:latin typeface="Verdana"/>
                <a:ea typeface="Verdana"/>
                <a:cs typeface="Verdana"/>
              </a:defRPr>
            </a:lvl6pPr>
            <a:lvl7pPr>
              <a:buNone/>
              <a:defRPr>
                <a:latin typeface="Verdana"/>
                <a:ea typeface="Verdana"/>
                <a:cs typeface="Verdana"/>
              </a:defRPr>
            </a:lvl7pPr>
            <a:lvl8pPr>
              <a:buNone/>
              <a:defRPr>
                <a:latin typeface="Verdana"/>
                <a:ea typeface="Verdana"/>
                <a:cs typeface="Verdana"/>
              </a:defRPr>
            </a:lvl8pPr>
            <a:lvl9pPr>
              <a:buNone/>
              <a:defRPr>
                <a:latin typeface="Verdana"/>
                <a:ea typeface="Verdana"/>
                <a:cs typeface="Verdana"/>
              </a:defRPr>
            </a:lvl9pPr>
          </a:lstStyle>
          <a:p>
            <a:pPr>
              <a:defRPr/>
            </a:pPr>
            <a:r>
              <a:rPr lang="en-US" sz="2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rPr>
              <a:t>Click to edit Master text styles</a:t>
            </a:r>
            <a:endParaRPr/>
          </a:p>
          <a:p>
            <a:pPr lvl="1">
              <a:defRPr/>
            </a:pPr>
            <a:r>
              <a:rPr lang="en-US" sz="20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rPr>
              <a:t>Second level</a:t>
            </a:r>
            <a:endParaRPr/>
          </a:p>
          <a:p>
            <a:pPr lvl="2">
              <a:defRPr/>
            </a:pPr>
            <a:r>
              <a:rPr lang="en-US" sz="1800" b="0" i="1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rPr>
              <a:t>Third level</a:t>
            </a:r>
            <a:endParaRPr/>
          </a:p>
          <a:p>
            <a:pPr lvl="2">
              <a:defRPr/>
            </a:pPr>
            <a:endParaRPr/>
          </a:p>
          <a:p>
            <a:pPr lvl="1">
              <a:defRPr/>
            </a:pPr>
            <a:endParaRPr/>
          </a:p>
        </p:txBody>
      </p:sp>
      <p:sp>
        <p:nvSpPr>
          <p:cNvPr id="78015793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1831869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97757541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4529644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523998" y="3429000"/>
            <a:ext cx="9144000" cy="182880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4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1595557519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1523997" y="1099950"/>
            <a:ext cx="9144000" cy="2306637"/>
          </a:xfrm>
        </p:spPr>
        <p:txBody>
          <a:bodyPr/>
          <a:lstStyle>
            <a:lvl1pPr algn="ctr">
              <a:defRPr sz="6000"/>
            </a:lvl1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Watercolor light">
  <a:themeElements>
    <a:clrScheme name="Red Violet">
      <a:dk1>
        <a:srgbClr val="000000"/>
      </a:dk1>
      <a:lt1>
        <a:srgbClr val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 Theme">
      <a:majorFont>
        <a:latin typeface="Arial"/>
        <a:ea typeface="SimSun"/>
        <a:cs typeface="Arial"/>
      </a:majorFont>
      <a:minorFont>
        <a:latin typeface="Arial"/>
        <a:ea typeface="SimSun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New Office">
        <a:dk1>
          <a:sysClr val="windowText" lastClr="000000"/>
        </a:dk1>
        <a:lt1>
          <a:sysClr val="window" lastClr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onlyoffice/9.3.1.4</Application>
  <PresentationFormat>On-screen Show (4:3)</PresentationFormat>
  <Paragraphs>0</Paragraphs>
  <Slides>1</Slides>
  <Notes>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46</cp:revision>
  <dcterms:modified xsi:type="dcterms:W3CDTF">2026-03-19T15:34:44Z</dcterms:modified>
</cp:coreProperties>
</file>
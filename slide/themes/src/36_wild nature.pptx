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1049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332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837642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2778184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627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20500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3266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497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7677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tx2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0836936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pic>
        <p:nvPicPr>
          <p:cNvPr id="217735674" name="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tretch/>
        </p:blipFill>
        <p:spPr bwMode="auto">
          <a:xfrm>
            <a:off x="2066924" y="4724399"/>
            <a:ext cx="10125074" cy="2133599"/>
          </a:xfrm>
          <a:prstGeom prst="rect">
            <a:avLst/>
          </a:prstGeom>
        </p:spPr>
      </p:pic>
      <p:pic>
        <p:nvPicPr>
          <p:cNvPr id="683555896" name=""/>
          <p:cNvPicPr>
            <a:picLocks noChangeAspect="1"/>
          </p:cNvPicPr>
          <p:nvPr/>
        </p:nvPicPr>
        <p:blipFill rotWithShape="1">
          <a:blip r:embed="rId4">
            <a:alphaModFix amt="20000"/>
          </a:blip>
          <a:stretch/>
        </p:blipFill>
        <p:spPr bwMode="auto">
          <a:xfrm flipH="0" flipV="0">
            <a:off x="17703" y="2583205"/>
            <a:ext cx="10645292" cy="3757704"/>
          </a:xfrm>
          <a:prstGeom prst="rect">
            <a:avLst/>
          </a:prstGeom>
        </p:spPr>
      </p:pic>
      <p:pic>
        <p:nvPicPr>
          <p:cNvPr id="576540024" name=""/>
          <p:cNvPicPr/>
          <p:nvPr/>
        </p:nvPicPr>
        <p:blipFill rotWithShape="1">
          <a:blip r:embed="rId5"/>
          <a:srcRect l="0" t="1509" r="0" b="0"/>
          <a:stretch/>
        </p:blipFill>
        <p:spPr bwMode="auto">
          <a:xfrm rot="0" flipH="0" flipV="0">
            <a:off x="-3047" y="0"/>
            <a:ext cx="12198095" cy="3728465"/>
          </a:xfrm>
          <a:prstGeom prst="rect">
            <a:avLst/>
          </a:prstGeom>
        </p:spPr>
      </p:pic>
      <p:sp>
        <p:nvSpPr>
          <p:cNvPr id="545137130" name="Title 1"/>
          <p:cNvSpPr>
            <a:spLocks noGrp="1"/>
          </p:cNvSpPr>
          <p:nvPr>
            <p:ph type="ctrTitle"/>
          </p:nvPr>
        </p:nvSpPr>
        <p:spPr bwMode="auto">
          <a:xfrm>
            <a:off x="1523999" y="3793503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 algn="ctr"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2pPr>
            <a:lvl3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3pPr>
            <a:lvl4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4pPr>
            <a:lvl5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5pPr>
            <a:lvl6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6pPr>
            <a:lvl7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7pPr>
            <a:lvl8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8pPr>
            <a:lvl9pPr>
              <a:defRPr sz="7000">
                <a:solidFill>
                  <a:schemeClr val="accent4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182854387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410238" y="3123062"/>
            <a:ext cx="7371521" cy="5751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800">
                <a:solidFill>
                  <a:schemeClr val="bg1"/>
                </a:solidFill>
              </a:defRPr>
            </a:lvl2pPr>
            <a:lvl3pPr marL="914400" indent="0" algn="ctr">
              <a:buNone/>
              <a:defRPr sz="2800">
                <a:solidFill>
                  <a:schemeClr val="bg1"/>
                </a:solidFill>
              </a:defRPr>
            </a:lvl3pPr>
            <a:lvl4pPr marL="1371600" indent="0" algn="ctr">
              <a:buNone/>
              <a:defRPr sz="2800">
                <a:solidFill>
                  <a:schemeClr val="bg1"/>
                </a:solidFill>
              </a:defRPr>
            </a:lvl4pPr>
            <a:lvl5pPr marL="1828800" indent="0" algn="ctr">
              <a:buNone/>
              <a:defRPr sz="2800">
                <a:solidFill>
                  <a:schemeClr val="bg1"/>
                </a:solidFill>
              </a:defRPr>
            </a:lvl5pPr>
            <a:lvl6pPr marL="2286000" indent="0" algn="ctr">
              <a:buNone/>
              <a:defRPr sz="2800">
                <a:solidFill>
                  <a:schemeClr val="bg1"/>
                </a:solidFill>
              </a:defRPr>
            </a:lvl6pPr>
            <a:lvl7pPr marL="2743200" indent="0" algn="ctr">
              <a:buNone/>
              <a:defRPr sz="2800">
                <a:solidFill>
                  <a:schemeClr val="bg1"/>
                </a:solidFill>
              </a:defRPr>
            </a:lvl7pPr>
            <a:lvl8pPr marL="3200400" indent="0" algn="ctr">
              <a:buNone/>
              <a:defRPr sz="2800">
                <a:solidFill>
                  <a:schemeClr val="bg1"/>
                </a:solidFill>
              </a:defRPr>
            </a:lvl8pPr>
            <a:lvl9pPr marL="3657600" indent="0" algn="ctr">
              <a:buNone/>
              <a:defRPr sz="28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85084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1548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6153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44864723" name=""/>
          <p:cNvSpPr/>
          <p:nvPr/>
        </p:nvSpPr>
        <p:spPr bwMode="auto">
          <a:xfrm rot="0" flipH="0" flipV="0">
            <a:off x="-3047" y="3701142"/>
            <a:ext cx="12198095" cy="122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3022638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9312595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78790"/>
            <a:ext cx="8399027" cy="1325562"/>
          </a:xfrm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34145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004354"/>
            <a:ext cx="10515600" cy="4172608"/>
          </a:xfrm>
        </p:spPr>
        <p:txBody>
          <a:bodyPr/>
          <a:lstStyle>
            <a:lvl1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accent4">
                    <a:lumMod val="20000"/>
                    <a:lumOff val="8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7485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7985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6550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15295079" name=""/>
          <p:cNvSpPr/>
          <p:nvPr/>
        </p:nvSpPr>
        <p:spPr bwMode="auto">
          <a:xfrm rot="0" flipH="0" flipV="0">
            <a:off x="0" y="0"/>
            <a:ext cx="11872276" cy="605516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3310357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0080434" name=""/>
          <p:cNvSpPr/>
          <p:nvPr/>
        </p:nvSpPr>
        <p:spPr bwMode="auto">
          <a:xfrm rot="0" flipH="0" flipV="0">
            <a:off x="11872276" y="0"/>
            <a:ext cx="319721" cy="408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370772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37227" y="408213"/>
            <a:ext cx="2628156" cy="6482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5312785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5658868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678790"/>
            <a:ext cx="8399027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28268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2004354"/>
            <a:ext cx="10515600" cy="4172608"/>
          </a:xfrm>
        </p:spPr>
        <p:txBody>
          <a:bodyPr/>
          <a:lstStyle>
            <a:lvl1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851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A27710-6523-5947-5FFB-0F8370B8A4B2}" type="datetimeFigureOut">
              <a:rPr lang="en-US"/>
              <a:t/>
            </a:fld>
            <a:endParaRPr lang="en-US"/>
          </a:p>
        </p:txBody>
      </p:sp>
      <p:sp>
        <p:nvSpPr>
          <p:cNvPr id="16532754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37710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0958EB-110E-956A-6FCC-A8D42FBF003D}" type="slidenum">
              <a:rPr lang="en-US"/>
              <a:t/>
            </a:fld>
            <a:endParaRPr lang="en-US"/>
          </a:p>
        </p:txBody>
      </p:sp>
      <p:sp>
        <p:nvSpPr>
          <p:cNvPr id="911693837" name=""/>
          <p:cNvSpPr/>
          <p:nvPr/>
        </p:nvSpPr>
        <p:spPr bwMode="auto">
          <a:xfrm rot="0" flipH="0" flipV="0">
            <a:off x="0" y="0"/>
            <a:ext cx="11872276" cy="605516"/>
          </a:xfrm>
          <a:prstGeom prst="rect">
            <a:avLst/>
          </a:prstGeom>
          <a:solidFill>
            <a:schemeClr val="accent6"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799107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3974508" name=""/>
          <p:cNvSpPr/>
          <p:nvPr/>
        </p:nvSpPr>
        <p:spPr bwMode="auto">
          <a:xfrm rot="0" flipH="0" flipV="0">
            <a:off x="11872276" y="0"/>
            <a:ext cx="319721" cy="408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005194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37227" y="408213"/>
            <a:ext cx="2628156" cy="6482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10575" name=""/>
          <p:cNvPicPr/>
          <p:nvPr/>
        </p:nvPicPr>
        <p:blipFill rotWithShape="1">
          <a:blip r:embed="rId2"/>
          <a:srcRect l="0" t="0" r="0" b="10370"/>
          <a:stretch/>
        </p:blipFill>
        <p:spPr bwMode="auto">
          <a:xfrm rot="0" flipH="0" flipV="0">
            <a:off x="-3047" y="0"/>
            <a:ext cx="12198095" cy="2642616"/>
          </a:xfrm>
          <a:prstGeom prst="rect">
            <a:avLst/>
          </a:prstGeom>
        </p:spPr>
      </p:pic>
      <p:sp>
        <p:nvSpPr>
          <p:cNvPr id="3382332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2705099"/>
            <a:ext cx="10515600" cy="1857373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9184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287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8107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7285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45837643" name=""/>
          <p:cNvSpPr/>
          <p:nvPr/>
        </p:nvSpPr>
        <p:spPr bwMode="auto">
          <a:xfrm rot="0" flipH="0" flipV="0">
            <a:off x="-3047" y="2633471"/>
            <a:ext cx="12198095" cy="73152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6">
            <a:lumMod val="5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7814" name=""/>
          <p:cNvSpPr/>
          <p:nvPr/>
        </p:nvSpPr>
        <p:spPr bwMode="auto">
          <a:xfrm rot="0" flipH="0" flipV="0">
            <a:off x="4089670" y="6800"/>
            <a:ext cx="4012659" cy="2698618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74066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891224" y="4543424"/>
            <a:ext cx="840954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32030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982894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93815557" name=""/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sp>
        <p:nvSpPr>
          <p:cNvPr id="3972527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891224" y="2686049"/>
            <a:ext cx="8409549" cy="1857373"/>
          </a:xfrm>
        </p:spPr>
        <p:txBody>
          <a:bodyPr anchor="b"/>
          <a:lstStyle>
            <a:lvl1pPr algn="ctr">
              <a:defRPr sz="6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176945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891224" y="4543424"/>
            <a:ext cx="840954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5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5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5">
                    <a:lumMod val="40000"/>
                    <a:lumOff val="6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pic>
        <p:nvPicPr>
          <p:cNvPr id="16543169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67212" y="678790"/>
            <a:ext cx="3457575" cy="1362074"/>
          </a:xfrm>
          <a:prstGeom prst="rect">
            <a:avLst/>
          </a:prstGeom>
        </p:spPr>
      </p:pic>
      <p:sp>
        <p:nvSpPr>
          <p:cNvPr id="1147064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FD7D41-AF40-AB01-4732-4B98C8DB2B6A}" type="datetimeFigureOut">
              <a:rPr lang="en-US"/>
              <a:t/>
            </a:fld>
            <a:endParaRPr lang="en-US"/>
          </a:p>
        </p:txBody>
      </p:sp>
      <p:sp>
        <p:nvSpPr>
          <p:cNvPr id="10216250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9909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391440-35B5-08E1-F20D-1ABEC6394E5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5521073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522041903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8264666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1976437"/>
            <a:ext cx="5181599" cy="4200525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492068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976437"/>
            <a:ext cx="5181599" cy="4200525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80627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52904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7234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26000499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0040034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tretch/>
        </p:blipFill>
        <p:spPr bwMode="auto">
          <a:xfrm>
            <a:off x="9524" y="14286"/>
            <a:ext cx="12172950" cy="6829425"/>
          </a:xfrm>
          <a:prstGeom prst="rect">
            <a:avLst/>
          </a:prstGeom>
        </p:spPr>
      </p:pic>
      <p:sp>
        <p:nvSpPr>
          <p:cNvPr id="176906583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1976437"/>
            <a:ext cx="5157785" cy="881061"/>
          </a:xfrm>
          <a:prstGeom prst="rect">
            <a:avLst/>
          </a:prstGeom>
          <a:solidFill>
            <a:schemeClr val="accent2">
              <a:lumMod val="40000"/>
              <a:lumOff val="60000"/>
              <a:alpha val="4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738883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857500"/>
            <a:ext cx="5157785" cy="3332161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4254249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976437"/>
            <a:ext cx="5183187" cy="881061"/>
          </a:xfrm>
          <a:prstGeom prst="rect">
            <a:avLst/>
          </a:prstGeom>
          <a:solidFill>
            <a:schemeClr val="accent6">
              <a:alpha val="49999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5069421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200" y="2857500"/>
            <a:ext cx="5183187" cy="3332161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75463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98745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0716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111908596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6412630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544355" name=""/>
          <p:cNvSpPr/>
          <p:nvPr/>
        </p:nvSpPr>
        <p:spPr bwMode="auto">
          <a:xfrm rot="0" flipH="0" flipV="0">
            <a:off x="7267605" y="293914"/>
            <a:ext cx="760379" cy="60624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4298187" name=""/>
          <p:cNvSpPr/>
          <p:nvPr/>
        </p:nvSpPr>
        <p:spPr bwMode="auto">
          <a:xfrm rot="0" flipH="0" flipV="0">
            <a:off x="7879927" y="6802"/>
            <a:ext cx="4299855" cy="684439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683227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1599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21795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9322050" name=""/>
          <p:cNvSpPr/>
          <p:nvPr/>
        </p:nvSpPr>
        <p:spPr bwMode="auto">
          <a:xfrm rot="0" flipH="0" flipV="0">
            <a:off x="1391" y="6684837"/>
            <a:ext cx="12178388" cy="73273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569129" name=""/>
          <p:cNvSpPr/>
          <p:nvPr/>
        </p:nvSpPr>
        <p:spPr bwMode="auto">
          <a:xfrm rot="0" flipH="0" flipV="0">
            <a:off x="0" y="6701868"/>
            <a:ext cx="578349" cy="156128"/>
          </a:xfrm>
          <a:prstGeom prst="rect">
            <a:avLst/>
          </a:prstGeom>
          <a:solidFill>
            <a:schemeClr val="accent4">
              <a:lumMod val="40000"/>
              <a:lumOff val="6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1795453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rcRect l="64654" t="0" r="0" b="0"/>
          <a:stretch/>
        </p:blipFill>
        <p:spPr bwMode="auto">
          <a:xfrm flipH="0" flipV="0">
            <a:off x="7877233" y="6802"/>
            <a:ext cx="4302546" cy="6829425"/>
          </a:xfrm>
          <a:prstGeom prst="rect">
            <a:avLst/>
          </a:prstGeom>
        </p:spPr>
      </p:pic>
      <p:sp>
        <p:nvSpPr>
          <p:cNvPr id="14177439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0049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6078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1706930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7120318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1599" y="457199"/>
            <a:ext cx="6172200" cy="54117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375672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6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281576" name=""/>
          <p:cNvSpPr/>
          <p:nvPr/>
        </p:nvSpPr>
        <p:spPr bwMode="auto">
          <a:xfrm rot="0" flipH="0" flipV="0">
            <a:off x="0" y="4435249"/>
            <a:ext cx="12196093" cy="2422750"/>
          </a:xfrm>
          <a:prstGeom prst="rect">
            <a:avLst/>
          </a:prstGeom>
          <a:solidFill>
            <a:schemeClr val="accent4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8608312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>
            <a:off x="2066923" y="4724398"/>
            <a:ext cx="10125073" cy="2133598"/>
          </a:xfrm>
          <a:prstGeom prst="rect">
            <a:avLst/>
          </a:prstGeom>
        </p:spPr>
      </p:pic>
      <p:pic>
        <p:nvPicPr>
          <p:cNvPr id="1419115445" name="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l="0" t="35525" r="0" b="0"/>
          <a:stretch/>
        </p:blipFill>
        <p:spPr bwMode="auto">
          <a:xfrm flipH="0" flipV="0">
            <a:off x="17703" y="4435248"/>
            <a:ext cx="10645291" cy="2422749"/>
          </a:xfrm>
          <a:prstGeom prst="rect">
            <a:avLst/>
          </a:prstGeom>
        </p:spPr>
      </p:pic>
      <p:sp>
        <p:nvSpPr>
          <p:cNvPr id="4170448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7517380" name=""/>
          <p:cNvSpPr/>
          <p:nvPr/>
        </p:nvSpPr>
        <p:spPr bwMode="auto">
          <a:xfrm rot="0" flipH="0" flipV="0">
            <a:off x="0" y="605515"/>
            <a:ext cx="12196093" cy="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17331370" name=""/>
          <p:cNvPicPr/>
          <p:nvPr/>
        </p:nvPicPr>
        <p:blipFill rotWithShape="1">
          <a:blip r:embed="rId4">
            <a:alphaModFix amt="89999"/>
          </a:blip>
          <a:srcRect l="0" t="1509" r="26667" b="3072"/>
          <a:stretch/>
        </p:blipFill>
        <p:spPr bwMode="auto">
          <a:xfrm rot="0" flipH="0" flipV="0">
            <a:off x="3005988" y="2847974"/>
            <a:ext cx="6180023" cy="2495549"/>
          </a:xfrm>
          <a:prstGeom prst="rect">
            <a:avLst/>
          </a:prstGeom>
        </p:spPr>
      </p:pic>
      <p:sp>
        <p:nvSpPr>
          <p:cNvPr id="112279806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081359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66824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pic>
        <p:nvPicPr>
          <p:cNvPr id="2028950071" name=""/>
          <p:cNvPicPr>
            <a:picLocks noChangeAspect="1"/>
          </p:cNvPicPr>
          <p:nvPr/>
        </p:nvPicPr>
        <p:blipFill rotWithShape="1">
          <a:blip r:embed="rId5">
            <a:alphaModFix amt="10000"/>
          </a:blip>
          <a:stretch/>
        </p:blipFill>
        <p:spPr bwMode="auto">
          <a:xfrm>
            <a:off x="9524" y="14287"/>
            <a:ext cx="12172950" cy="6829425"/>
          </a:xfrm>
          <a:prstGeom prst="rect">
            <a:avLst/>
          </a:prstGeom>
        </p:spPr>
      </p:pic>
      <p:sp>
        <p:nvSpPr>
          <p:cNvPr id="993780173" name="Title 1"/>
          <p:cNvSpPr>
            <a:spLocks noGrp="1"/>
          </p:cNvSpPr>
          <p:nvPr>
            <p:ph type="title"/>
          </p:nvPr>
        </p:nvSpPr>
        <p:spPr bwMode="auto">
          <a:xfrm>
            <a:off x="838198" y="650874"/>
            <a:ext cx="10515600" cy="1325562"/>
          </a:xfrm>
        </p:spPr>
        <p:txBody>
          <a:bodyPr/>
          <a:lstStyle>
            <a:lvl1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  <a:lvl2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2pPr>
            <a:lvl3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3pPr>
            <a:lvl4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4pPr>
            <a:lvl5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5pPr>
            <a:lvl6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6pPr>
            <a:lvl7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7pPr>
            <a:lvl8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8pPr>
            <a:lvl9pPr algn="ctr"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6579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3951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6870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6169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613712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01315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70362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67514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07008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4023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569617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39559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6149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08349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440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55049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2783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45528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4386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4">
            <a:lumMod val="40000"/>
            <a:lumOff val="60000"/>
            <a:alpha val="46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77359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6865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76641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57201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01593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1925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502679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ild Nature">
  <a:themeElements>
    <a:clrScheme name="Orange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
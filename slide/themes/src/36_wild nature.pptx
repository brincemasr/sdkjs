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10492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83321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88376428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2778184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6271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20500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3266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497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7677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1.jp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tx2">
            <a:lumMod val="5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0836936" name=""/>
          <p:cNvPicPr>
            <a:picLocks noChangeAspect="1"/>
          </p:cNvPicPr>
          <p:nvPr/>
        </p:nvPicPr>
        <p:blipFill rotWithShape="1">
          <a:blip r:embed="rId2">
            <a:alphaModFix amt="10000"/>
          </a:blip>
          <a:stretch/>
        </p:blipFill>
        <p:spPr bwMode="auto">
          <a:xfrm>
            <a:off x="9524" y="14287"/>
            <a:ext cx="12172950" cy="6829425"/>
          </a:xfrm>
          <a:prstGeom prst="rect">
            <a:avLst/>
          </a:prstGeom>
        </p:spPr>
      </p:pic>
      <p:pic>
        <p:nvPicPr>
          <p:cNvPr id="217735674" name=""/>
          <p:cNvPicPr>
            <a:picLocks noChangeAspect="1"/>
          </p:cNvPicPr>
          <p:nvPr/>
        </p:nvPicPr>
        <p:blipFill rotWithShape="1">
          <a:blip r:embed="rId3">
            <a:alphaModFix amt="20000"/>
          </a:blip>
          <a:stretch/>
        </p:blipFill>
        <p:spPr bwMode="auto">
          <a:xfrm>
            <a:off x="2066924" y="4724399"/>
            <a:ext cx="10125074" cy="2133599"/>
          </a:xfrm>
          <a:prstGeom prst="rect">
            <a:avLst/>
          </a:prstGeom>
        </p:spPr>
      </p:pic>
      <p:pic>
        <p:nvPicPr>
          <p:cNvPr id="683555896" name=""/>
          <p:cNvPicPr>
            <a:picLocks noChangeAspect="1"/>
          </p:cNvPicPr>
          <p:nvPr/>
        </p:nvPicPr>
        <p:blipFill rotWithShape="1">
          <a:blip r:embed="rId4">
            <a:alphaModFix amt="20000"/>
          </a:blip>
          <a:stretch/>
        </p:blipFill>
        <p:spPr bwMode="auto">
          <a:xfrm flipH="0" flipV="0">
            <a:off x="17703" y="2583205"/>
            <a:ext cx="10645292" cy="3757704"/>
          </a:xfrm>
          <a:prstGeom prst="rect">
            <a:avLst/>
          </a:prstGeom>
        </p:spPr>
      </p:pic>
      <p:pic>
        <p:nvPicPr>
          <p:cNvPr id="576540024" name=""/>
          <p:cNvPicPr/>
          <p:nvPr/>
        </p:nvPicPr>
        <p:blipFill rotWithShape="1">
          <a:blip r:embed="rId5"/>
          <a:srcRect l="0" t="1509" r="0" b="0"/>
          <a:stretch/>
        </p:blipFill>
        <p:spPr bwMode="auto">
          <a:xfrm rot="0" flipH="0" flipV="0">
            <a:off x="-3047" y="0"/>
            <a:ext cx="12198095" cy="3728465"/>
          </a:xfrm>
          <a:prstGeom prst="rect">
            <a:avLst/>
          </a:prstGeom>
        </p:spPr>
      </p:pic>
      <p:sp>
        <p:nvSpPr>
          <p:cNvPr id="545137130" name="Title 1"/>
          <p:cNvSpPr>
            <a:spLocks noGrp="1"/>
          </p:cNvSpPr>
          <p:nvPr>
            <p:ph type="ctrTitle"/>
          </p:nvPr>
        </p:nvSpPr>
        <p:spPr bwMode="auto">
          <a:xfrm>
            <a:off x="1523999" y="3793503"/>
            <a:ext cx="9144000" cy="2387600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>
            <a:lvl1pPr algn="ctr"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1pPr>
            <a:lvl2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2pPr>
            <a:lvl3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3pPr>
            <a:lvl4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4pPr>
            <a:lvl5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5pPr>
            <a:lvl6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6pPr>
            <a:lvl7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7pPr>
            <a:lvl8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8pPr>
            <a:lvl9pPr>
              <a:defRPr sz="7000">
                <a:solidFill>
                  <a:schemeClr val="accent4">
                    <a:lumMod val="40000"/>
                    <a:lumOff val="6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82854387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410238" y="3123062"/>
            <a:ext cx="7371521" cy="57519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800">
                <a:solidFill>
                  <a:schemeClr val="bg1"/>
                </a:solidFill>
              </a:defRPr>
            </a:lvl2pPr>
            <a:lvl3pPr marL="914400" indent="0" algn="ctr">
              <a:buNone/>
              <a:defRPr sz="2800">
                <a:solidFill>
                  <a:schemeClr val="bg1"/>
                </a:solidFill>
              </a:defRPr>
            </a:lvl3pPr>
            <a:lvl4pPr marL="1371600" indent="0" algn="ctr">
              <a:buNone/>
              <a:defRPr sz="2800">
                <a:solidFill>
                  <a:schemeClr val="bg1"/>
                </a:solidFill>
              </a:defRPr>
            </a:lvl4pPr>
            <a:lvl5pPr marL="1828800" indent="0" algn="ctr">
              <a:buNone/>
              <a:defRPr sz="2800">
                <a:solidFill>
                  <a:schemeClr val="bg1"/>
                </a:solidFill>
              </a:defRPr>
            </a:lvl5pPr>
            <a:lvl6pPr marL="2286000" indent="0" algn="ctr">
              <a:buNone/>
              <a:defRPr sz="2800">
                <a:solidFill>
                  <a:schemeClr val="bg1"/>
                </a:solidFill>
              </a:defRPr>
            </a:lvl6pPr>
            <a:lvl7pPr marL="2743200" indent="0" algn="ctr">
              <a:buNone/>
              <a:defRPr sz="2800">
                <a:solidFill>
                  <a:schemeClr val="bg1"/>
                </a:solidFill>
              </a:defRPr>
            </a:lvl7pPr>
            <a:lvl8pPr marL="3200400" indent="0" algn="ctr">
              <a:buNone/>
              <a:defRPr sz="2800">
                <a:solidFill>
                  <a:schemeClr val="bg1"/>
                </a:solidFill>
              </a:defRPr>
            </a:lvl8pPr>
            <a:lvl9pPr marL="3657600" indent="0" algn="ctr">
              <a:buNone/>
              <a:defRPr sz="28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85084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81548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66153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644864723" name=""/>
          <p:cNvSpPr/>
          <p:nvPr/>
        </p:nvSpPr>
        <p:spPr bwMode="auto">
          <a:xfrm rot="0" flipH="0" flipV="0">
            <a:off x="-3047" y="3701142"/>
            <a:ext cx="12198095" cy="12246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6">
            <a:lumMod val="5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3022638" name=""/>
          <p:cNvPicPr>
            <a:picLocks noChangeAspect="1"/>
          </p:cNvPicPr>
          <p:nvPr/>
        </p:nvPicPr>
        <p:blipFill rotWithShape="1">
          <a:blip r:embed="rId2">
            <a:alphaModFix amt="10000"/>
          </a:blip>
          <a:stretch/>
        </p:blipFill>
        <p:spPr bwMode="auto">
          <a:xfrm>
            <a:off x="9524" y="14286"/>
            <a:ext cx="12172950" cy="6829425"/>
          </a:xfrm>
          <a:prstGeom prst="rect">
            <a:avLst/>
          </a:prstGeom>
        </p:spPr>
      </p:pic>
      <p:sp>
        <p:nvSpPr>
          <p:cNvPr id="93125955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678790"/>
            <a:ext cx="8399027" cy="1325562"/>
          </a:xfrm>
        </p:spPr>
        <p:txBody>
          <a:bodyPr/>
          <a:lstStyle>
            <a:lvl1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2pPr>
            <a:lvl3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3pPr>
            <a:lvl4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4pPr>
            <a:lvl5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5pPr>
            <a:lvl6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6pPr>
            <a:lvl7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7pPr>
            <a:lvl8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8pPr>
            <a:lvl9pPr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7341455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2004354"/>
            <a:ext cx="10515600" cy="4172608"/>
          </a:xfrm>
        </p:spPr>
        <p:txBody>
          <a:bodyPr/>
          <a:lstStyle>
            <a:lvl1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1pPr>
            <a:lvl2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2pPr>
            <a:lvl3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3pPr>
            <a:lvl4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4pPr>
            <a:lvl5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5pPr>
            <a:lvl6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6pPr>
            <a:lvl7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7pPr>
            <a:lvl8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8pPr>
            <a:lvl9pPr>
              <a:buFont typeface="Wingdings"/>
              <a:buChar char="w"/>
              <a:defRPr>
                <a:solidFill>
                  <a:schemeClr val="accent4">
                    <a:lumMod val="20000"/>
                    <a:lumOff val="8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37485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879855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26550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15295079" name=""/>
          <p:cNvSpPr/>
          <p:nvPr/>
        </p:nvSpPr>
        <p:spPr bwMode="auto">
          <a:xfrm rot="0" flipH="0" flipV="0">
            <a:off x="0" y="0"/>
            <a:ext cx="11872276" cy="605516"/>
          </a:xfrm>
          <a:prstGeom prst="rect">
            <a:avLst/>
          </a:prstGeom>
          <a:solidFill>
            <a:schemeClr val="accent4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93310357" name=""/>
          <p:cNvSpPr/>
          <p:nvPr/>
        </p:nvSpPr>
        <p:spPr bwMode="auto">
          <a:xfrm rot="0" flipH="0" flipV="0">
            <a:off x="0" y="605515"/>
            <a:ext cx="12196093" cy="732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0080434" name=""/>
          <p:cNvSpPr/>
          <p:nvPr/>
        </p:nvSpPr>
        <p:spPr bwMode="auto">
          <a:xfrm rot="0" flipH="0" flipV="0">
            <a:off x="11872276" y="0"/>
            <a:ext cx="319721" cy="4082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370772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37227" y="408213"/>
            <a:ext cx="2628156" cy="64827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4">
            <a:lumMod val="40000"/>
            <a:lumOff val="60000"/>
            <a:alpha val="46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5312785" name=""/>
          <p:cNvPicPr>
            <a:picLocks noChangeAspect="1"/>
          </p:cNvPicPr>
          <p:nvPr/>
        </p:nvPicPr>
        <p:blipFill rotWithShape="1">
          <a:blip r:embed="rId2">
            <a:alphaModFix amt="3999"/>
          </a:blip>
          <a:stretch/>
        </p:blipFill>
        <p:spPr bwMode="auto">
          <a:xfrm>
            <a:off x="9524" y="14286"/>
            <a:ext cx="12172950" cy="6829425"/>
          </a:xfrm>
          <a:prstGeom prst="rect">
            <a:avLst/>
          </a:prstGeom>
        </p:spPr>
      </p:pic>
      <p:sp>
        <p:nvSpPr>
          <p:cNvPr id="56588681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678790"/>
            <a:ext cx="8399027" cy="13255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2282688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2004354"/>
            <a:ext cx="10515600" cy="4172608"/>
          </a:xfrm>
        </p:spPr>
        <p:txBody>
          <a:bodyPr/>
          <a:lstStyle>
            <a:lvl1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2851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4A27710-6523-5947-5FFB-0F8370B8A4B2}" type="datetimeFigureOut">
              <a:rPr lang="en-US"/>
              <a:t/>
            </a:fld>
            <a:endParaRPr lang="en-US"/>
          </a:p>
        </p:txBody>
      </p:sp>
      <p:sp>
        <p:nvSpPr>
          <p:cNvPr id="16532754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37710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40958EB-110E-956A-6FCC-A8D42FBF003D}" type="slidenum">
              <a:rPr lang="en-US"/>
              <a:t/>
            </a:fld>
            <a:endParaRPr lang="en-US"/>
          </a:p>
        </p:txBody>
      </p:sp>
      <p:sp>
        <p:nvSpPr>
          <p:cNvPr id="911693837" name=""/>
          <p:cNvSpPr/>
          <p:nvPr/>
        </p:nvSpPr>
        <p:spPr bwMode="auto">
          <a:xfrm rot="0" flipH="0" flipV="0">
            <a:off x="0" y="0"/>
            <a:ext cx="11872276" cy="605516"/>
          </a:xfrm>
          <a:prstGeom prst="rect">
            <a:avLst/>
          </a:prstGeom>
          <a:solidFill>
            <a:schemeClr val="accent6"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13799107" name=""/>
          <p:cNvSpPr/>
          <p:nvPr/>
        </p:nvSpPr>
        <p:spPr bwMode="auto">
          <a:xfrm rot="0" flipH="0" flipV="0">
            <a:off x="0" y="605515"/>
            <a:ext cx="12196093" cy="732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83974508" name=""/>
          <p:cNvSpPr/>
          <p:nvPr/>
        </p:nvSpPr>
        <p:spPr bwMode="auto">
          <a:xfrm rot="0" flipH="0" flipV="0">
            <a:off x="11872276" y="0"/>
            <a:ext cx="319721" cy="4082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0051948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37227" y="408213"/>
            <a:ext cx="2628156" cy="64827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4">
            <a:lumMod val="40000"/>
            <a:lumOff val="60000"/>
            <a:alpha val="46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310575" name=""/>
          <p:cNvPicPr/>
          <p:nvPr/>
        </p:nvPicPr>
        <p:blipFill rotWithShape="1">
          <a:blip r:embed="rId2"/>
          <a:srcRect l="0" t="0" r="0" b="10370"/>
          <a:stretch/>
        </p:blipFill>
        <p:spPr bwMode="auto">
          <a:xfrm rot="0" flipH="0" flipV="0">
            <a:off x="-3047" y="0"/>
            <a:ext cx="12198095" cy="2642616"/>
          </a:xfrm>
          <a:prstGeom prst="rect">
            <a:avLst/>
          </a:prstGeom>
        </p:spPr>
      </p:pic>
      <p:sp>
        <p:nvSpPr>
          <p:cNvPr id="33823326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2705099"/>
            <a:ext cx="10515600" cy="1857373"/>
          </a:xfrm>
        </p:spPr>
        <p:txBody>
          <a:bodyPr anchor="b"/>
          <a:lstStyle>
            <a:lvl1pPr>
              <a:defRPr sz="6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591841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62287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81070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27285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745837643" name=""/>
          <p:cNvSpPr/>
          <p:nvPr/>
        </p:nvSpPr>
        <p:spPr bwMode="auto">
          <a:xfrm rot="0" flipH="0" flipV="0">
            <a:off x="-3047" y="2633471"/>
            <a:ext cx="12198095" cy="73152"/>
          </a:xfrm>
          <a:prstGeom prst="rect">
            <a:avLst/>
          </a:prstGeom>
          <a:solidFill>
            <a:schemeClr val="accent4">
              <a:lumMod val="40000"/>
              <a:lumOff val="6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6">
            <a:lumMod val="50000"/>
            <a:alpha val="9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47814" name=""/>
          <p:cNvSpPr/>
          <p:nvPr/>
        </p:nvSpPr>
        <p:spPr bwMode="auto">
          <a:xfrm rot="0" flipH="0" flipV="0">
            <a:off x="4089670" y="6800"/>
            <a:ext cx="4012659" cy="2698618"/>
          </a:xfrm>
          <a:prstGeom prst="rect">
            <a:avLst/>
          </a:prstGeom>
          <a:solidFill>
            <a:schemeClr val="accent4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74066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1891224" y="4543424"/>
            <a:ext cx="8409549" cy="1500186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accent5">
                    <a:lumMod val="40000"/>
                    <a:lumOff val="60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accent5">
                    <a:lumMod val="40000"/>
                    <a:lumOff val="60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232030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5982894" name=""/>
          <p:cNvSpPr/>
          <p:nvPr/>
        </p:nvSpPr>
        <p:spPr bwMode="auto">
          <a:xfrm rot="0" flipH="0" flipV="0">
            <a:off x="0" y="605515"/>
            <a:ext cx="12196093" cy="732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93815557" name=""/>
          <p:cNvPicPr>
            <a:picLocks noChangeAspect="1"/>
          </p:cNvPicPr>
          <p:nvPr/>
        </p:nvPicPr>
        <p:blipFill rotWithShape="1">
          <a:blip r:embed="rId2">
            <a:alphaModFix amt="10000"/>
          </a:blip>
          <a:stretch/>
        </p:blipFill>
        <p:spPr bwMode="auto">
          <a:xfrm>
            <a:off x="9524" y="14287"/>
            <a:ext cx="12172950" cy="6829425"/>
          </a:xfrm>
          <a:prstGeom prst="rect">
            <a:avLst/>
          </a:prstGeom>
        </p:spPr>
      </p:pic>
      <p:sp>
        <p:nvSpPr>
          <p:cNvPr id="39725278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891224" y="2686049"/>
            <a:ext cx="8409549" cy="1857373"/>
          </a:xfrm>
        </p:spPr>
        <p:txBody>
          <a:bodyPr anchor="b"/>
          <a:lstStyle>
            <a:lvl1pPr algn="ctr">
              <a:defRPr sz="60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  <a:lvl2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2pPr>
            <a:lvl3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3pPr>
            <a:lvl4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4pPr>
            <a:lvl5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5pPr>
            <a:lvl6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6pPr>
            <a:lvl7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7pPr>
            <a:lvl8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8pPr>
            <a:lvl9pPr algn="ctr">
              <a:defRPr>
                <a:solidFill>
                  <a:schemeClr val="accent5">
                    <a:lumMod val="40000"/>
                    <a:lumOff val="6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31769452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1891224" y="4543424"/>
            <a:ext cx="8409549" cy="1500186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5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accent5">
                    <a:lumMod val="40000"/>
                    <a:lumOff val="60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accent5">
                    <a:lumMod val="40000"/>
                    <a:lumOff val="60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accent5">
                    <a:lumMod val="40000"/>
                    <a:lumOff val="6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pic>
        <p:nvPicPr>
          <p:cNvPr id="165431690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367212" y="678790"/>
            <a:ext cx="3457575" cy="1362074"/>
          </a:xfrm>
          <a:prstGeom prst="rect">
            <a:avLst/>
          </a:prstGeom>
        </p:spPr>
      </p:pic>
      <p:sp>
        <p:nvSpPr>
          <p:cNvPr id="11470642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0FD7D41-AF40-AB01-4732-4B98C8DB2B6A}" type="datetimeFigureOut">
              <a:rPr lang="en-US"/>
              <a:t/>
            </a:fld>
            <a:endParaRPr lang="en-US"/>
          </a:p>
        </p:txBody>
      </p:sp>
      <p:sp>
        <p:nvSpPr>
          <p:cNvPr id="10216250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99091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0391440-35B5-08E1-F20D-1ABEC6394E5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4">
            <a:lumMod val="40000"/>
            <a:lumOff val="60000"/>
            <a:alpha val="46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5521073" name=""/>
          <p:cNvPicPr>
            <a:picLocks noChangeAspect="1"/>
          </p:cNvPicPr>
          <p:nvPr/>
        </p:nvPicPr>
        <p:blipFill rotWithShape="1">
          <a:blip r:embed="rId2">
            <a:alphaModFix amt="3999"/>
          </a:blip>
          <a:stretch/>
        </p:blipFill>
        <p:spPr bwMode="auto">
          <a:xfrm>
            <a:off x="9524" y="14286"/>
            <a:ext cx="12172950" cy="6829425"/>
          </a:xfrm>
          <a:prstGeom prst="rect">
            <a:avLst/>
          </a:prstGeom>
        </p:spPr>
      </p:pic>
      <p:sp>
        <p:nvSpPr>
          <p:cNvPr id="522041903" name="Title 1"/>
          <p:cNvSpPr>
            <a:spLocks noGrp="1"/>
          </p:cNvSpPr>
          <p:nvPr>
            <p:ph type="title"/>
          </p:nvPr>
        </p:nvSpPr>
        <p:spPr bwMode="auto">
          <a:xfrm>
            <a:off x="838198" y="650874"/>
            <a:ext cx="10515600" cy="13255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8264666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838198" y="1976437"/>
            <a:ext cx="5181599" cy="4200525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4920681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1976437"/>
            <a:ext cx="5181599" cy="4200525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806272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452904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572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626000499" name=""/>
          <p:cNvSpPr/>
          <p:nvPr/>
        </p:nvSpPr>
        <p:spPr bwMode="auto">
          <a:xfrm rot="0" flipH="0" flipV="0">
            <a:off x="0" y="605515"/>
            <a:ext cx="12196093" cy="732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4">
            <a:lumMod val="40000"/>
            <a:lumOff val="60000"/>
            <a:alpha val="46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80040034" name=""/>
          <p:cNvPicPr>
            <a:picLocks noChangeAspect="1"/>
          </p:cNvPicPr>
          <p:nvPr/>
        </p:nvPicPr>
        <p:blipFill rotWithShape="1">
          <a:blip r:embed="rId2">
            <a:alphaModFix amt="3999"/>
          </a:blip>
          <a:stretch/>
        </p:blipFill>
        <p:spPr bwMode="auto">
          <a:xfrm>
            <a:off x="9524" y="14286"/>
            <a:ext cx="12172950" cy="6829425"/>
          </a:xfrm>
          <a:prstGeom prst="rect">
            <a:avLst/>
          </a:prstGeom>
        </p:spPr>
      </p:pic>
      <p:sp>
        <p:nvSpPr>
          <p:cNvPr id="1769065836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9787" y="1976437"/>
            <a:ext cx="5157785" cy="881061"/>
          </a:xfrm>
          <a:prstGeom prst="rect">
            <a:avLst/>
          </a:prstGeom>
          <a:solidFill>
            <a:schemeClr val="accent2">
              <a:lumMod val="40000"/>
              <a:lumOff val="60000"/>
              <a:alpha val="49999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7388833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2857500"/>
            <a:ext cx="5157785" cy="3332161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4254249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172199" y="1976437"/>
            <a:ext cx="5183187" cy="881061"/>
          </a:xfrm>
          <a:prstGeom prst="rect">
            <a:avLst/>
          </a:prstGeom>
          <a:solidFill>
            <a:schemeClr val="accent6">
              <a:alpha val="49999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85069421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200" y="2857500"/>
            <a:ext cx="5183187" cy="3332161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754634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2987459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507163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2111908596" name=""/>
          <p:cNvSpPr/>
          <p:nvPr/>
        </p:nvSpPr>
        <p:spPr bwMode="auto">
          <a:xfrm rot="0" flipH="0" flipV="0">
            <a:off x="0" y="605515"/>
            <a:ext cx="12196093" cy="732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6412630" name="Title 1"/>
          <p:cNvSpPr>
            <a:spLocks noGrp="1"/>
          </p:cNvSpPr>
          <p:nvPr>
            <p:ph type="title"/>
          </p:nvPr>
        </p:nvSpPr>
        <p:spPr bwMode="auto">
          <a:xfrm>
            <a:off x="838198" y="650874"/>
            <a:ext cx="10515600" cy="13255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4">
            <a:lumMod val="40000"/>
            <a:lumOff val="60000"/>
            <a:alpha val="46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544355" name=""/>
          <p:cNvSpPr/>
          <p:nvPr/>
        </p:nvSpPr>
        <p:spPr bwMode="auto">
          <a:xfrm rot="0" flipH="0" flipV="0">
            <a:off x="7267605" y="293914"/>
            <a:ext cx="760379" cy="60624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4298187" name=""/>
          <p:cNvSpPr/>
          <p:nvPr/>
        </p:nvSpPr>
        <p:spPr bwMode="auto">
          <a:xfrm rot="0" flipH="0" flipV="0">
            <a:off x="7879927" y="6802"/>
            <a:ext cx="4299855" cy="684439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26683227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1599" y="457199"/>
            <a:ext cx="6172200" cy="5411787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621795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9322050" name=""/>
          <p:cNvSpPr/>
          <p:nvPr/>
        </p:nvSpPr>
        <p:spPr bwMode="auto">
          <a:xfrm rot="0" flipH="0" flipV="0">
            <a:off x="1391" y="6684837"/>
            <a:ext cx="12178388" cy="73273"/>
          </a:xfrm>
          <a:prstGeom prst="rect">
            <a:avLst/>
          </a:prstGeom>
          <a:solidFill>
            <a:schemeClr val="accent4">
              <a:lumMod val="40000"/>
              <a:lumOff val="6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2569129" name=""/>
          <p:cNvSpPr/>
          <p:nvPr/>
        </p:nvSpPr>
        <p:spPr bwMode="auto">
          <a:xfrm rot="0" flipH="0" flipV="0">
            <a:off x="0" y="6701868"/>
            <a:ext cx="578349" cy="156128"/>
          </a:xfrm>
          <a:prstGeom prst="rect">
            <a:avLst/>
          </a:prstGeom>
          <a:solidFill>
            <a:schemeClr val="accent4">
              <a:lumMod val="40000"/>
              <a:lumOff val="6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91795453" name=""/>
          <p:cNvPicPr>
            <a:picLocks noChangeAspect="1"/>
          </p:cNvPicPr>
          <p:nvPr/>
        </p:nvPicPr>
        <p:blipFill rotWithShape="1">
          <a:blip r:embed="rId2">
            <a:alphaModFix amt="3999"/>
          </a:blip>
          <a:srcRect l="64654" t="0" r="0" b="0"/>
          <a:stretch/>
        </p:blipFill>
        <p:spPr bwMode="auto">
          <a:xfrm flipH="0" flipV="0">
            <a:off x="7877233" y="6802"/>
            <a:ext cx="4302546" cy="6829425"/>
          </a:xfrm>
          <a:prstGeom prst="rect">
            <a:avLst/>
          </a:prstGeom>
        </p:spPr>
      </p:pic>
      <p:sp>
        <p:nvSpPr>
          <p:cNvPr id="14177439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10049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76078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17069301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defRPr sz="38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67120318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1599" y="457199"/>
            <a:ext cx="6172200" cy="5411787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8375672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22860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marL="27432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32004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576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6">
            <a:lumMod val="5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281576" name=""/>
          <p:cNvSpPr/>
          <p:nvPr/>
        </p:nvSpPr>
        <p:spPr bwMode="auto">
          <a:xfrm rot="0" flipH="0" flipV="0">
            <a:off x="0" y="4435249"/>
            <a:ext cx="12196093" cy="2422750"/>
          </a:xfrm>
          <a:prstGeom prst="rect">
            <a:avLst/>
          </a:prstGeom>
          <a:solidFill>
            <a:schemeClr val="accent4">
              <a:lumMod val="5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68608312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>
            <a:off x="2066923" y="4724398"/>
            <a:ext cx="10125073" cy="2133598"/>
          </a:xfrm>
          <a:prstGeom prst="rect">
            <a:avLst/>
          </a:prstGeom>
        </p:spPr>
      </p:pic>
      <p:pic>
        <p:nvPicPr>
          <p:cNvPr id="1419115445" name=""/>
          <p:cNvPicPr>
            <a:picLocks noChangeAspect="1"/>
          </p:cNvPicPr>
          <p:nvPr/>
        </p:nvPicPr>
        <p:blipFill rotWithShape="1">
          <a:blip r:embed="rId3">
            <a:alphaModFix amt="20000"/>
          </a:blip>
          <a:srcRect l="0" t="35525" r="0" b="0"/>
          <a:stretch/>
        </p:blipFill>
        <p:spPr bwMode="auto">
          <a:xfrm flipH="0" flipV="0">
            <a:off x="17703" y="4435248"/>
            <a:ext cx="10645291" cy="2422749"/>
          </a:xfrm>
          <a:prstGeom prst="rect">
            <a:avLst/>
          </a:prstGeom>
        </p:spPr>
      </p:pic>
      <p:sp>
        <p:nvSpPr>
          <p:cNvPr id="41704480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7517380" name=""/>
          <p:cNvSpPr/>
          <p:nvPr/>
        </p:nvSpPr>
        <p:spPr bwMode="auto">
          <a:xfrm rot="0" flipH="0" flipV="0">
            <a:off x="0" y="605515"/>
            <a:ext cx="12196093" cy="732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17331370" name=""/>
          <p:cNvPicPr/>
          <p:nvPr/>
        </p:nvPicPr>
        <p:blipFill rotWithShape="1">
          <a:blip r:embed="rId4">
            <a:alphaModFix amt="89999"/>
          </a:blip>
          <a:srcRect l="0" t="1509" r="26667" b="3072"/>
          <a:stretch/>
        </p:blipFill>
        <p:spPr bwMode="auto">
          <a:xfrm rot="0" flipH="0" flipV="0">
            <a:off x="3005988" y="2847974"/>
            <a:ext cx="6180023" cy="2495549"/>
          </a:xfrm>
          <a:prstGeom prst="rect">
            <a:avLst/>
          </a:prstGeom>
        </p:spPr>
      </p:pic>
      <p:sp>
        <p:nvSpPr>
          <p:cNvPr id="11227980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0081359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668249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2028950071" name=""/>
          <p:cNvPicPr>
            <a:picLocks noChangeAspect="1"/>
          </p:cNvPicPr>
          <p:nvPr/>
        </p:nvPicPr>
        <p:blipFill rotWithShape="1">
          <a:blip r:embed="rId5">
            <a:alphaModFix amt="10000"/>
          </a:blip>
          <a:stretch/>
        </p:blipFill>
        <p:spPr bwMode="auto">
          <a:xfrm>
            <a:off x="9524" y="14287"/>
            <a:ext cx="12172950" cy="6829425"/>
          </a:xfrm>
          <a:prstGeom prst="rect">
            <a:avLst/>
          </a:prstGeom>
        </p:spPr>
      </p:pic>
      <p:sp>
        <p:nvSpPr>
          <p:cNvPr id="993780173" name="Title 1"/>
          <p:cNvSpPr>
            <a:spLocks noGrp="1"/>
          </p:cNvSpPr>
          <p:nvPr>
            <p:ph type="title"/>
          </p:nvPr>
        </p:nvSpPr>
        <p:spPr bwMode="auto">
          <a:xfrm>
            <a:off x="838198" y="650874"/>
            <a:ext cx="10515600" cy="1325562"/>
          </a:xfrm>
        </p:spPr>
        <p:txBody>
          <a:bodyPr/>
          <a:lstStyle>
            <a:lvl1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  <a:lvl2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2pPr>
            <a:lvl3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3pPr>
            <a:lvl4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4pPr>
            <a:lvl5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5pPr>
            <a:lvl6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6pPr>
            <a:lvl7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7pPr>
            <a:lvl8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8pPr>
            <a:lvl9pPr algn="ctr">
              <a:defRPr>
                <a:solidFill>
                  <a:schemeClr val="accent5">
                    <a:lumMod val="20000"/>
                    <a:lumOff val="8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6579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3639515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768708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61697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613712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0013154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670362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467514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070082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4023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696174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839559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361491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08349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44409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0550491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27836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445528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04386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4">
            <a:lumMod val="40000"/>
            <a:lumOff val="60000"/>
            <a:alpha val="46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77359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>
                <a:latin typeface="Verdana"/>
                <a:ea typeface="Verdana"/>
                <a:cs typeface="Verdana"/>
              </a:defRPr>
            </a:lvl1pPr>
            <a:lvl2pPr>
              <a:defRPr b="1">
                <a:latin typeface="Verdana"/>
                <a:ea typeface="Verdana"/>
                <a:cs typeface="Verdana"/>
              </a:defRPr>
            </a:lvl2pPr>
            <a:lvl3pPr>
              <a:defRPr b="1">
                <a:latin typeface="Verdana"/>
                <a:ea typeface="Verdana"/>
                <a:cs typeface="Verdana"/>
              </a:defRPr>
            </a:lvl3pPr>
            <a:lvl4pPr>
              <a:defRPr b="1">
                <a:latin typeface="Verdana"/>
                <a:ea typeface="Verdana"/>
                <a:cs typeface="Verdana"/>
              </a:defRPr>
            </a:lvl4pPr>
            <a:lvl5pPr>
              <a:defRPr b="1">
                <a:latin typeface="Verdana"/>
                <a:ea typeface="Verdana"/>
                <a:cs typeface="Verdana"/>
              </a:defRPr>
            </a:lvl5pPr>
            <a:lvl6pPr>
              <a:defRPr b="1">
                <a:latin typeface="Verdana"/>
                <a:ea typeface="Verdana"/>
                <a:cs typeface="Verdana"/>
              </a:defRPr>
            </a:lvl6pPr>
            <a:lvl7pPr>
              <a:defRPr b="1">
                <a:latin typeface="Verdana"/>
                <a:ea typeface="Verdana"/>
                <a:cs typeface="Verdana"/>
              </a:defRPr>
            </a:lvl7pPr>
            <a:lvl8pPr>
              <a:defRPr b="1">
                <a:latin typeface="Verdana"/>
                <a:ea typeface="Verdana"/>
                <a:cs typeface="Verdana"/>
              </a:defRPr>
            </a:lvl8pPr>
            <a:lvl9pPr>
              <a:defRPr b="1"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6865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176641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572011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7015936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719254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5026798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Wild Nature">
  <a:themeElements>
    <a:clrScheme name="Orange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</cp:revision>
  <dcterms:modified xsi:type="dcterms:W3CDTF">2026-03-19T15:37:16Z</dcterms:modified>
</cp:coreProperties>
</file>
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83946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5845715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45585544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9988564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413068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0931119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54949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10001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4610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1">
            <a:lumMod val="5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355763" name=""/>
          <p:cNvSpPr/>
          <p:nvPr/>
        </p:nvSpPr>
        <p:spPr bwMode="auto">
          <a:xfrm rot="0" flipH="0" flipV="0">
            <a:off x="21524" y="-13605"/>
            <a:ext cx="12191998" cy="6885213"/>
          </a:xfrm>
          <a:prstGeom prst="rect">
            <a:avLst/>
          </a:prstGeom>
          <a:gradFill>
            <a:gsLst>
              <a:gs pos="12000">
                <a:schemeClr val="accent1">
                  <a:alpha val="48999"/>
                </a:schemeClr>
              </a:gs>
              <a:gs pos="46000">
                <a:schemeClr val="accent1">
                  <a:lumMod val="75000"/>
                  <a:alpha val="48999"/>
                </a:schemeClr>
              </a:gs>
              <a:gs pos="100000">
                <a:schemeClr val="accent1">
                  <a:lumMod val="50000"/>
                  <a:alpha val="48999"/>
                </a:schemeClr>
              </a:gs>
            </a:gsLst>
            <a:lin ang="8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609302" name=""/>
          <p:cNvSpPr/>
          <p:nvPr/>
        </p:nvSpPr>
        <p:spPr bwMode="auto">
          <a:xfrm flipH="0" flipV="0">
            <a:off x="530875" y="421074"/>
            <a:ext cx="797439" cy="797439"/>
          </a:xfrm>
          <a:prstGeom prst="star4">
            <a:avLst>
              <a:gd name="adj" fmla="val 12500"/>
            </a:avLst>
          </a:prstGeom>
          <a:solidFill>
            <a:schemeClr val="bg1">
              <a:lumMod val="95000"/>
              <a:alpha val="74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32374829" name=""/>
          <p:cNvSpPr/>
          <p:nvPr/>
        </p:nvSpPr>
        <p:spPr bwMode="auto">
          <a:xfrm flipH="0" flipV="0">
            <a:off x="1256336" y="1347449"/>
            <a:ext cx="554805" cy="537777"/>
          </a:xfrm>
          <a:prstGeom prst="star4">
            <a:avLst>
              <a:gd name="adj" fmla="val 12500"/>
            </a:avLst>
          </a:prstGeom>
          <a:solidFill>
            <a:schemeClr val="bg1">
              <a:lumMod val="95000"/>
              <a:alpha val="74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82650953" name=""/>
          <p:cNvSpPr/>
          <p:nvPr/>
        </p:nvSpPr>
        <p:spPr bwMode="auto">
          <a:xfrm rot="5399976" flipH="0" flipV="1">
            <a:off x="1592655" y="286624"/>
            <a:ext cx="894287" cy="876182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26999"/>
                </a:schemeClr>
              </a:gs>
              <a:gs pos="100000">
                <a:schemeClr val="accent1">
                  <a:lumMod val="75000"/>
                  <a:alpha val="26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74290416" name=""/>
          <p:cNvSpPr/>
          <p:nvPr/>
        </p:nvSpPr>
        <p:spPr bwMode="auto">
          <a:xfrm flipH="0" flipV="0">
            <a:off x="10690815" y="1611464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43999"/>
                </a:schemeClr>
              </a:gs>
              <a:gs pos="65000">
                <a:schemeClr val="accent1">
                  <a:lumMod val="75000"/>
                  <a:alpha val="43999"/>
                </a:schemeClr>
              </a:gs>
            </a:gsLst>
            <a:lin ang="4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19648826" name=""/>
          <p:cNvSpPr/>
          <p:nvPr/>
        </p:nvSpPr>
        <p:spPr bwMode="auto">
          <a:xfrm flipH="0" flipV="0">
            <a:off x="6751548" y="268740"/>
            <a:ext cx="1207895" cy="1217651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6000"/>
                </a:schemeClr>
              </a:gs>
              <a:gs pos="100000">
                <a:schemeClr val="accent1">
                  <a:lumMod val="75000"/>
                  <a:alpha val="3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562867966" name=""/>
          <p:cNvSpPr/>
          <p:nvPr/>
        </p:nvSpPr>
        <p:spPr bwMode="auto">
          <a:xfrm flipH="0" flipV="0">
            <a:off x="8064635" y="268740"/>
            <a:ext cx="1207895" cy="1217651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6000"/>
                </a:schemeClr>
              </a:gs>
              <a:gs pos="100000">
                <a:schemeClr val="accent1">
                  <a:lumMod val="75000"/>
                  <a:alpha val="3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231819411" name=""/>
          <p:cNvSpPr/>
          <p:nvPr/>
        </p:nvSpPr>
        <p:spPr bwMode="auto">
          <a:xfrm flipH="0" flipV="0">
            <a:off x="9377726" y="268740"/>
            <a:ext cx="1207895" cy="1217651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6000"/>
                </a:schemeClr>
              </a:gs>
              <a:gs pos="100000">
                <a:schemeClr val="accent1">
                  <a:lumMod val="75000"/>
                  <a:alpha val="3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452175174" name=""/>
          <p:cNvSpPr/>
          <p:nvPr/>
        </p:nvSpPr>
        <p:spPr bwMode="auto">
          <a:xfrm flipH="0" flipV="0">
            <a:off x="10690815" y="268740"/>
            <a:ext cx="1207895" cy="1217651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6000"/>
                </a:schemeClr>
              </a:gs>
              <a:gs pos="100000">
                <a:schemeClr val="accent1">
                  <a:lumMod val="75000"/>
                  <a:alpha val="3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811386061" name=""/>
          <p:cNvSpPr/>
          <p:nvPr/>
        </p:nvSpPr>
        <p:spPr bwMode="auto">
          <a:xfrm flipH="0" flipV="1">
            <a:off x="5438457" y="268740"/>
            <a:ext cx="1207895" cy="1217651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6000"/>
                </a:schemeClr>
              </a:gs>
              <a:gs pos="100000">
                <a:schemeClr val="accent1">
                  <a:lumMod val="75000"/>
                  <a:alpha val="3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817275799" name=""/>
          <p:cNvSpPr/>
          <p:nvPr/>
        </p:nvSpPr>
        <p:spPr bwMode="auto">
          <a:xfrm rot="5399976" flipH="0" flipV="0">
            <a:off x="6751548" y="1611464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6000"/>
                </a:schemeClr>
              </a:gs>
              <a:gs pos="100000">
                <a:schemeClr val="accent1">
                  <a:lumMod val="75000"/>
                  <a:alpha val="3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328792673" name=""/>
          <p:cNvSpPr/>
          <p:nvPr/>
        </p:nvSpPr>
        <p:spPr bwMode="auto">
          <a:xfrm rot="16199969" flipH="0" flipV="0">
            <a:off x="8064635" y="1611464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6000"/>
                </a:schemeClr>
              </a:gs>
              <a:gs pos="100000">
                <a:schemeClr val="accent1">
                  <a:lumMod val="75000"/>
                  <a:alpha val="3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764208408" name=""/>
          <p:cNvSpPr/>
          <p:nvPr/>
        </p:nvSpPr>
        <p:spPr bwMode="auto">
          <a:xfrm flipH="0" flipV="0">
            <a:off x="9377726" y="1611464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19000"/>
                </a:schemeClr>
              </a:gs>
              <a:gs pos="100000">
                <a:schemeClr val="accent1">
                  <a:lumMod val="75000"/>
                  <a:alpha val="19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269622207" name=""/>
          <p:cNvSpPr/>
          <p:nvPr/>
        </p:nvSpPr>
        <p:spPr bwMode="auto">
          <a:xfrm flipH="0" flipV="1">
            <a:off x="5438457" y="1611464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5000">
                <a:schemeClr val="bg2">
                  <a:lumMod val="75000"/>
                  <a:alpha val="62000"/>
                </a:schemeClr>
              </a:gs>
              <a:gs pos="100000">
                <a:schemeClr val="accent1">
                  <a:lumMod val="75000"/>
                  <a:alpha val="62000"/>
                </a:schemeClr>
              </a:gs>
            </a:gsLst>
            <a:lin ang="60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602342077" name=""/>
          <p:cNvSpPr/>
          <p:nvPr/>
        </p:nvSpPr>
        <p:spPr bwMode="auto">
          <a:xfrm rot="5399976" flipH="0" flipV="0">
            <a:off x="6751548" y="2978727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20000"/>
                </a:schemeClr>
              </a:gs>
              <a:gs pos="100000">
                <a:schemeClr val="accent1">
                  <a:lumMod val="75000"/>
                  <a:alpha val="2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033127632" name=""/>
          <p:cNvSpPr/>
          <p:nvPr/>
        </p:nvSpPr>
        <p:spPr bwMode="auto">
          <a:xfrm rot="16199969" flipH="0" flipV="0">
            <a:off x="8064635" y="2978727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24000"/>
                </a:schemeClr>
              </a:gs>
              <a:gs pos="100000">
                <a:schemeClr val="accent1">
                  <a:lumMod val="75000"/>
                  <a:alpha val="24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41952935" name=""/>
          <p:cNvSpPr/>
          <p:nvPr/>
        </p:nvSpPr>
        <p:spPr bwMode="auto">
          <a:xfrm flipH="0" flipV="0">
            <a:off x="9377726" y="2973850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0000"/>
                  <a:alpha val="19000"/>
                </a:schemeClr>
              </a:gs>
              <a:gs pos="77000">
                <a:schemeClr val="accent1">
                  <a:lumMod val="75000"/>
                  <a:alpha val="19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664576562" name=""/>
          <p:cNvSpPr/>
          <p:nvPr/>
        </p:nvSpPr>
        <p:spPr bwMode="auto">
          <a:xfrm rot="16199998" flipH="0" flipV="1">
            <a:off x="5438457" y="2978727"/>
            <a:ext cx="1207895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18000"/>
                </a:schemeClr>
              </a:gs>
              <a:gs pos="100000">
                <a:schemeClr val="accent1">
                  <a:lumMod val="75000"/>
                  <a:alpha val="18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027061237" name=""/>
          <p:cNvSpPr/>
          <p:nvPr/>
        </p:nvSpPr>
        <p:spPr bwMode="auto">
          <a:xfrm flipH="0" flipV="0">
            <a:off x="7085711" y="1961784"/>
            <a:ext cx="539568" cy="539568"/>
          </a:xfrm>
          <a:prstGeom prst="star4">
            <a:avLst>
              <a:gd name="adj" fmla="val 12500"/>
            </a:avLst>
          </a:prstGeom>
          <a:solidFill>
            <a:schemeClr val="bg1">
              <a:lumMod val="95000"/>
              <a:alpha val="74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73707509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623313" y="2829114"/>
            <a:ext cx="5419090" cy="804668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marL="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2pPr>
            <a:lvl3pPr marL="91440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3pPr>
            <a:lvl4pPr marL="137160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4pPr>
            <a:lvl5pPr marL="182880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5pPr>
            <a:lvl6pPr marL="228600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6pPr>
            <a:lvl7pPr marL="274320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7pPr>
            <a:lvl8pPr marL="320040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8pPr>
            <a:lvl9pPr marL="3657600" indent="0" algn="l">
              <a:buNone/>
              <a:defRPr sz="2600">
                <a:solidFill>
                  <a:schemeClr val="accent1">
                    <a:lumMod val="60000"/>
                    <a:lumOff val="4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6797258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623314" y="3633786"/>
            <a:ext cx="9144000" cy="195697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l">
              <a:defRPr sz="6400">
                <a:solidFill>
                  <a:schemeClr val="bg1"/>
                </a:solidFill>
              </a:defRPr>
            </a:lvl1pPr>
            <a:lvl2pPr algn="l">
              <a:defRPr sz="6400">
                <a:solidFill>
                  <a:schemeClr val="bg1"/>
                </a:solidFill>
              </a:defRPr>
            </a:lvl2pPr>
            <a:lvl3pPr algn="l">
              <a:defRPr sz="6400">
                <a:solidFill>
                  <a:schemeClr val="bg1"/>
                </a:solidFill>
              </a:defRPr>
            </a:lvl3pPr>
            <a:lvl4pPr algn="l">
              <a:defRPr sz="6400">
                <a:solidFill>
                  <a:schemeClr val="bg1"/>
                </a:solidFill>
              </a:defRPr>
            </a:lvl4pPr>
            <a:lvl5pPr algn="l">
              <a:defRPr sz="6400">
                <a:solidFill>
                  <a:schemeClr val="bg1"/>
                </a:solidFill>
              </a:defRPr>
            </a:lvl5pPr>
            <a:lvl6pPr algn="l">
              <a:defRPr sz="6400">
                <a:solidFill>
                  <a:schemeClr val="bg1"/>
                </a:solidFill>
              </a:defRPr>
            </a:lvl6pPr>
            <a:lvl7pPr algn="l">
              <a:defRPr sz="6400">
                <a:solidFill>
                  <a:schemeClr val="bg1"/>
                </a:solidFill>
              </a:defRPr>
            </a:lvl7pPr>
            <a:lvl8pPr algn="l">
              <a:defRPr sz="6400">
                <a:solidFill>
                  <a:schemeClr val="bg1"/>
                </a:solidFill>
              </a:defRPr>
            </a:lvl8pPr>
            <a:lvl9pPr algn="l">
              <a:defRPr sz="64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621353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8F573B6-5C84-9D79-BEAB-62335CA9A201}" type="datetimeFigureOut">
              <a:rPr lang="en-US"/>
              <a:t/>
            </a:fld>
            <a:endParaRPr lang="en-US"/>
          </a:p>
        </p:txBody>
      </p:sp>
      <p:sp>
        <p:nvSpPr>
          <p:cNvPr id="46946118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6063726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1B41338-ED32-006D-5C97-0B4D8F56E26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636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31133" y="365123"/>
            <a:ext cx="10722664" cy="1325561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834971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31133" y="1825623"/>
            <a:ext cx="10722664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2048749" name=""/>
          <p:cNvSpPr/>
          <p:nvPr/>
        </p:nvSpPr>
        <p:spPr bwMode="auto">
          <a:xfrm rot="16199969" flipH="0" flipV="1">
            <a:off x="280600" y="172658"/>
            <a:ext cx="785498" cy="769596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13999"/>
                </a:schemeClr>
              </a:gs>
              <a:gs pos="100000">
                <a:schemeClr val="accent1">
                  <a:lumMod val="75000"/>
                  <a:alpha val="13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32336999" name=""/>
          <p:cNvSpPr/>
          <p:nvPr/>
        </p:nvSpPr>
        <p:spPr bwMode="auto">
          <a:xfrm>
            <a:off x="7206572" y="2574181"/>
            <a:ext cx="4985424" cy="4283813"/>
          </a:xfrm>
          <a:custGeom>
            <a:avLst/>
            <a:gdLst/>
            <a:ahLst/>
            <a:cxnLst/>
            <a:rect l="0" t="0" r="r" b="b"/>
            <a:pathLst>
              <a:path w="4985425" h="4283816" fill="norm" stroke="1" extrusionOk="0">
                <a:moveTo>
                  <a:pt x="3364151" y="0"/>
                </a:moveTo>
                <a:cubicBezTo>
                  <a:pt x="3950271" y="0"/>
                  <a:pt x="4503421" y="154411"/>
                  <a:pt x="4985425" y="424754"/>
                </a:cubicBezTo>
                <a:cubicBezTo>
                  <a:pt x="4985425" y="424754"/>
                  <a:pt x="4985425" y="1877372"/>
                  <a:pt x="4985425" y="1877372"/>
                </a:cubicBezTo>
                <a:cubicBezTo>
                  <a:pt x="4579833" y="1436645"/>
                  <a:pt x="4001619" y="1159141"/>
                  <a:pt x="3364151" y="1159141"/>
                </a:cubicBezTo>
                <a:cubicBezTo>
                  <a:pt x="2149429" y="1159141"/>
                  <a:pt x="1149861" y="2166781"/>
                  <a:pt x="1149861" y="3391315"/>
                </a:cubicBezTo>
                <a:cubicBezTo>
                  <a:pt x="1149861" y="3707862"/>
                  <a:pt x="1216657" y="4009915"/>
                  <a:pt x="1336699" y="4283816"/>
                </a:cubicBezTo>
                <a:cubicBezTo>
                  <a:pt x="1336699" y="4283816"/>
                  <a:pt x="119746" y="4283816"/>
                  <a:pt x="119746" y="4283816"/>
                </a:cubicBezTo>
                <a:cubicBezTo>
                  <a:pt x="41724" y="3999017"/>
                  <a:pt x="0" y="3699693"/>
                  <a:pt x="0" y="3391315"/>
                </a:cubicBezTo>
                <a:cubicBezTo>
                  <a:pt x="0" y="1530890"/>
                  <a:pt x="1518630" y="0"/>
                  <a:pt x="3364151" y="0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90000"/>
                  <a:alpha val="80000"/>
                </a:schemeClr>
              </a:gs>
              <a:gs pos="93000">
                <a:schemeClr val="bg1">
                  <a:alpha val="8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4638051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AA08CEE-E3F8-BDF4-6A1A-E3778E2646E4}" type="datetimeFigureOut">
              <a:rPr lang="en-US"/>
              <a:t/>
            </a:fld>
            <a:endParaRPr lang="en-US"/>
          </a:p>
        </p:txBody>
      </p:sp>
      <p:sp>
        <p:nvSpPr>
          <p:cNvPr id="178118025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1688275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908DF73-A503-ADD5-8299-2E83428A14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accent1">
                <a:lumMod val="75000"/>
              </a:schemeClr>
            </a:gs>
            <a:gs pos="78000">
              <a:schemeClr val="accent1">
                <a:lumMod val="5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40528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31133" y="365123"/>
            <a:ext cx="10722664" cy="1325561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936105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31133" y="1825623"/>
            <a:ext cx="10722664" cy="4351338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56572447" name=""/>
          <p:cNvSpPr/>
          <p:nvPr/>
        </p:nvSpPr>
        <p:spPr bwMode="auto">
          <a:xfrm flipH="0" flipV="0">
            <a:off x="434008" y="5869796"/>
            <a:ext cx="633783" cy="614331"/>
          </a:xfrm>
          <a:prstGeom prst="star4">
            <a:avLst>
              <a:gd name="adj" fmla="val 12500"/>
            </a:avLst>
          </a:prstGeom>
          <a:solidFill>
            <a:schemeClr val="bg1">
              <a:lumMod val="95000"/>
              <a:alpha val="44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6779645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856001F-EF8B-FC86-B9FB-B09B3F018B23}" type="datetimeFigureOut">
              <a:rPr lang="en-US"/>
              <a:t/>
            </a:fld>
            <a:endParaRPr lang="en-US"/>
          </a:p>
        </p:txBody>
      </p:sp>
      <p:sp>
        <p:nvSpPr>
          <p:cNvPr id="51281329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7461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1B0B1F-91C9-BE3F-5538-3C61D89BD5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gradFill>
          <a:gsLst>
            <a:gs pos="0">
              <a:schemeClr val="accent1">
                <a:lumMod val="75000"/>
              </a:schemeClr>
            </a:gs>
            <a:gs pos="78000">
              <a:schemeClr val="accent1">
                <a:lumMod val="50000"/>
              </a:schemeClr>
            </a:gs>
          </a:gsLst>
          <a:lin ang="30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59360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23313" y="1263093"/>
            <a:ext cx="6812446" cy="150634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600"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2177222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623313" y="2769441"/>
            <a:ext cx="6812446" cy="1500186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>
                    <a:lumMod val="9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bg1">
                    <a:lumMod val="9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8116922" name=""/>
          <p:cNvSpPr/>
          <p:nvPr/>
        </p:nvSpPr>
        <p:spPr bwMode="auto">
          <a:xfrm flipH="0" flipV="0">
            <a:off x="306422" y="5898651"/>
            <a:ext cx="633782" cy="614331"/>
          </a:xfrm>
          <a:prstGeom prst="star4">
            <a:avLst>
              <a:gd name="adj" fmla="val 12500"/>
            </a:avLst>
          </a:prstGeom>
          <a:solidFill>
            <a:schemeClr val="bg1">
              <a:lumMod val="95000"/>
              <a:alpha val="44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8438580" name=""/>
          <p:cNvSpPr/>
          <p:nvPr/>
        </p:nvSpPr>
        <p:spPr bwMode="auto">
          <a:xfrm>
            <a:off x="7206573" y="2574182"/>
            <a:ext cx="4985424" cy="4283814"/>
          </a:xfrm>
          <a:custGeom>
            <a:avLst/>
            <a:gdLst/>
            <a:ahLst/>
            <a:cxnLst/>
            <a:rect l="0" t="0" r="r" b="b"/>
            <a:pathLst>
              <a:path w="4985425" h="4283816" fill="norm" stroke="1" extrusionOk="0">
                <a:moveTo>
                  <a:pt x="3364151" y="0"/>
                </a:moveTo>
                <a:cubicBezTo>
                  <a:pt x="3950271" y="0"/>
                  <a:pt x="4503421" y="154411"/>
                  <a:pt x="4985425" y="424754"/>
                </a:cubicBezTo>
                <a:cubicBezTo>
                  <a:pt x="4985425" y="424754"/>
                  <a:pt x="4985425" y="1877372"/>
                  <a:pt x="4985425" y="1877372"/>
                </a:cubicBezTo>
                <a:cubicBezTo>
                  <a:pt x="4579833" y="1436645"/>
                  <a:pt x="4001619" y="1159141"/>
                  <a:pt x="3364151" y="1159141"/>
                </a:cubicBezTo>
                <a:cubicBezTo>
                  <a:pt x="2149429" y="1159141"/>
                  <a:pt x="1149861" y="2166781"/>
                  <a:pt x="1149861" y="3391315"/>
                </a:cubicBezTo>
                <a:cubicBezTo>
                  <a:pt x="1149861" y="3707862"/>
                  <a:pt x="1216657" y="4009915"/>
                  <a:pt x="1336699" y="4283816"/>
                </a:cubicBezTo>
                <a:cubicBezTo>
                  <a:pt x="1336699" y="4283816"/>
                  <a:pt x="119746" y="4283816"/>
                  <a:pt x="119746" y="4283816"/>
                </a:cubicBezTo>
                <a:cubicBezTo>
                  <a:pt x="41724" y="3999017"/>
                  <a:pt x="0" y="3699693"/>
                  <a:pt x="0" y="3391315"/>
                </a:cubicBezTo>
                <a:cubicBezTo>
                  <a:pt x="0" y="1530890"/>
                  <a:pt x="1518630" y="0"/>
                  <a:pt x="3364151" y="0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43999"/>
                </a:schemeClr>
              </a:gs>
              <a:gs pos="65000">
                <a:schemeClr val="accent1">
                  <a:lumMod val="75000"/>
                  <a:alpha val="43999"/>
                </a:schemeClr>
              </a:gs>
            </a:gsLst>
            <a:lin ang="4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668222867" name=""/>
          <p:cNvSpPr/>
          <p:nvPr/>
        </p:nvSpPr>
        <p:spPr bwMode="auto">
          <a:xfrm flipH="0" flipV="0">
            <a:off x="7682080" y="351655"/>
            <a:ext cx="1134892" cy="1134892"/>
          </a:xfrm>
          <a:prstGeom prst="star4">
            <a:avLst>
              <a:gd name="adj" fmla="val 12500"/>
            </a:avLst>
          </a:prstGeom>
          <a:solidFill>
            <a:schemeClr val="bg1">
              <a:lumMod val="95000"/>
              <a:alpha val="74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77688324" name=""/>
          <p:cNvSpPr/>
          <p:nvPr/>
        </p:nvSpPr>
        <p:spPr bwMode="auto">
          <a:xfrm flipH="0" flipV="0">
            <a:off x="8807232" y="1589978"/>
            <a:ext cx="773597" cy="749854"/>
          </a:xfrm>
          <a:prstGeom prst="star4">
            <a:avLst>
              <a:gd name="adj" fmla="val 12500"/>
            </a:avLst>
          </a:prstGeom>
          <a:solidFill>
            <a:schemeClr val="bg1">
              <a:lumMod val="95000"/>
              <a:alpha val="74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36410332" name=""/>
          <p:cNvSpPr/>
          <p:nvPr/>
        </p:nvSpPr>
        <p:spPr bwMode="auto">
          <a:xfrm rot="5399942" flipH="0" flipV="1">
            <a:off x="9587400" y="181368"/>
            <a:ext cx="2047788" cy="200633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26999"/>
                </a:schemeClr>
              </a:gs>
              <a:gs pos="100000">
                <a:schemeClr val="accent1">
                  <a:lumMod val="75000"/>
                  <a:alpha val="26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88479512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EE58DC-121B-61A5-D50A-46403A807CFF}" type="datetimeFigureOut">
              <a:rPr lang="en-US"/>
              <a:t/>
            </a:fld>
            <a:endParaRPr lang="en-US"/>
          </a:p>
        </p:txBody>
      </p:sp>
      <p:sp>
        <p:nvSpPr>
          <p:cNvPr id="94767664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4645413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EA4A079-8B14-7383-E62D-4C84F0FA2F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6906560" name=""/>
          <p:cNvSpPr/>
          <p:nvPr/>
        </p:nvSpPr>
        <p:spPr bwMode="auto">
          <a:xfrm flipH="0" flipV="1">
            <a:off x="7206574" y="0"/>
            <a:ext cx="4985424" cy="4283813"/>
          </a:xfrm>
          <a:custGeom>
            <a:avLst/>
            <a:gdLst/>
            <a:ahLst/>
            <a:cxnLst/>
            <a:rect l="0" t="0" r="r" b="b"/>
            <a:pathLst>
              <a:path w="4985425" h="4283816" fill="norm" stroke="1" extrusionOk="0">
                <a:moveTo>
                  <a:pt x="3364151" y="0"/>
                </a:moveTo>
                <a:cubicBezTo>
                  <a:pt x="3950271" y="0"/>
                  <a:pt x="4503421" y="154411"/>
                  <a:pt x="4985425" y="424754"/>
                </a:cubicBezTo>
                <a:cubicBezTo>
                  <a:pt x="4985425" y="424754"/>
                  <a:pt x="4985425" y="1877372"/>
                  <a:pt x="4985425" y="1877372"/>
                </a:cubicBezTo>
                <a:cubicBezTo>
                  <a:pt x="4579833" y="1436645"/>
                  <a:pt x="4001619" y="1159141"/>
                  <a:pt x="3364151" y="1159141"/>
                </a:cubicBezTo>
                <a:cubicBezTo>
                  <a:pt x="2149429" y="1159141"/>
                  <a:pt x="1149861" y="2166781"/>
                  <a:pt x="1149861" y="3391315"/>
                </a:cubicBezTo>
                <a:cubicBezTo>
                  <a:pt x="1149861" y="3707862"/>
                  <a:pt x="1216657" y="4009915"/>
                  <a:pt x="1336699" y="4283816"/>
                </a:cubicBezTo>
                <a:cubicBezTo>
                  <a:pt x="1336699" y="4283816"/>
                  <a:pt x="119746" y="4283816"/>
                  <a:pt x="119746" y="4283816"/>
                </a:cubicBezTo>
                <a:cubicBezTo>
                  <a:pt x="41724" y="3999017"/>
                  <a:pt x="0" y="3699693"/>
                  <a:pt x="0" y="3391315"/>
                </a:cubicBezTo>
                <a:cubicBezTo>
                  <a:pt x="0" y="1530890"/>
                  <a:pt x="1518630" y="0"/>
                  <a:pt x="3364151" y="0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95000"/>
                  <a:alpha val="20000"/>
                </a:schemeClr>
              </a:gs>
              <a:gs pos="91000">
                <a:schemeClr val="bg2">
                  <a:lumMod val="75000"/>
                  <a:alpha val="20000"/>
                </a:schemeClr>
              </a:gs>
            </a:gsLst>
            <a:lin ang="4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95905563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31133" y="365123"/>
            <a:ext cx="10722664" cy="1325561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094456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31134" y="1825624"/>
            <a:ext cx="5181600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4071471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5965133" y="1825623"/>
            <a:ext cx="5388665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2819817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E457B04-F79E-9F94-6188-F646561C81FC}" type="datetimeFigureOut">
              <a:rPr lang="en-US"/>
              <a:t/>
            </a:fld>
            <a:endParaRPr lang="en-US"/>
          </a:p>
        </p:txBody>
      </p:sp>
      <p:sp>
        <p:nvSpPr>
          <p:cNvPr id="1316384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4866588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A27C241-C7A4-7FD3-5109-B75363E6A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bg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67955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32721" y="355597"/>
            <a:ext cx="10721077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7810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32722" y="167163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660109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32722" y="2495548"/>
            <a:ext cx="5157787" cy="368458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5110036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198" y="1671636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8010580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198" y="2505072"/>
            <a:ext cx="5183188" cy="368458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18726026" name=""/>
          <p:cNvSpPr/>
          <p:nvPr/>
        </p:nvSpPr>
        <p:spPr bwMode="auto">
          <a:xfrm rot="16199969" flipH="0" flipV="1">
            <a:off x="11027285" y="296897"/>
            <a:ext cx="785497" cy="769595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13999"/>
                </a:schemeClr>
              </a:gs>
              <a:gs pos="100000">
                <a:schemeClr val="accent1">
                  <a:lumMod val="75000"/>
                  <a:alpha val="13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81590432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150370F-3F71-2B50-E3F0-AA4084E27A9D}" type="datetimeFigureOut">
              <a:rPr lang="en-US"/>
              <a:t/>
            </a:fld>
            <a:endParaRPr lang="en-US"/>
          </a:p>
        </p:txBody>
      </p:sp>
      <p:sp>
        <p:nvSpPr>
          <p:cNvPr id="187676720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7833708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B45C43B-7DDF-F48A-0C60-12BA4A96C06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6577257" name="Title 1"/>
          <p:cNvSpPr>
            <a:spLocks noGrp="1"/>
          </p:cNvSpPr>
          <p:nvPr>
            <p:ph type="title"/>
          </p:nvPr>
        </p:nvSpPr>
        <p:spPr bwMode="auto">
          <a:xfrm>
            <a:off x="632722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77980834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4764619" y="457199"/>
            <a:ext cx="6590768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1609687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32722" y="2057400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4578808" name=""/>
          <p:cNvSpPr/>
          <p:nvPr/>
        </p:nvSpPr>
        <p:spPr bwMode="auto">
          <a:xfrm rot="10799999" flipH="0" flipV="1">
            <a:off x="0" y="3647384"/>
            <a:ext cx="3770001" cy="3210615"/>
          </a:xfrm>
          <a:custGeom>
            <a:avLst/>
            <a:gdLst/>
            <a:ahLst/>
            <a:cxnLst/>
            <a:rect l="0" t="0" r="r" b="b"/>
            <a:pathLst>
              <a:path w="4985425" h="4283816" fill="norm" stroke="1" extrusionOk="0">
                <a:moveTo>
                  <a:pt x="3364151" y="0"/>
                </a:moveTo>
                <a:cubicBezTo>
                  <a:pt x="3950271" y="0"/>
                  <a:pt x="4503421" y="154411"/>
                  <a:pt x="4985425" y="424754"/>
                </a:cubicBezTo>
                <a:cubicBezTo>
                  <a:pt x="4985425" y="424754"/>
                  <a:pt x="4985425" y="1877372"/>
                  <a:pt x="4985425" y="1877372"/>
                </a:cubicBezTo>
                <a:cubicBezTo>
                  <a:pt x="4579833" y="1436645"/>
                  <a:pt x="4001619" y="1159141"/>
                  <a:pt x="3364151" y="1159141"/>
                </a:cubicBezTo>
                <a:cubicBezTo>
                  <a:pt x="2149429" y="1159141"/>
                  <a:pt x="1149861" y="2166781"/>
                  <a:pt x="1149861" y="3391315"/>
                </a:cubicBezTo>
                <a:cubicBezTo>
                  <a:pt x="1149861" y="3707862"/>
                  <a:pt x="1216657" y="4009915"/>
                  <a:pt x="1336699" y="4283816"/>
                </a:cubicBezTo>
                <a:cubicBezTo>
                  <a:pt x="1336699" y="4283816"/>
                  <a:pt x="119746" y="4283816"/>
                  <a:pt x="119746" y="4283816"/>
                </a:cubicBezTo>
                <a:cubicBezTo>
                  <a:pt x="41724" y="3999017"/>
                  <a:pt x="0" y="3699693"/>
                  <a:pt x="0" y="3391315"/>
                </a:cubicBezTo>
                <a:cubicBezTo>
                  <a:pt x="0" y="1530890"/>
                  <a:pt x="1518630" y="0"/>
                  <a:pt x="3364151" y="0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95000"/>
                  <a:alpha val="20000"/>
                </a:schemeClr>
              </a:gs>
              <a:gs pos="91000">
                <a:schemeClr val="bg2">
                  <a:lumMod val="75000"/>
                  <a:alpha val="20000"/>
                </a:schemeClr>
              </a:gs>
            </a:gsLst>
            <a:lin ang="4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48337373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6F892EC-7D5C-86A0-B5DF-99DD37D1C0B5}" type="datetimeFigureOut">
              <a:rPr lang="en-US"/>
              <a:t/>
            </a:fld>
            <a:endParaRPr lang="en-US"/>
          </a:p>
        </p:txBody>
      </p:sp>
      <p:sp>
        <p:nvSpPr>
          <p:cNvPr id="100662319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9697708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20A2572-D18B-F265-5279-E6CDD273AF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bg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740943" name="Title 1"/>
          <p:cNvSpPr>
            <a:spLocks noGrp="1"/>
          </p:cNvSpPr>
          <p:nvPr>
            <p:ph type="title"/>
          </p:nvPr>
        </p:nvSpPr>
        <p:spPr bwMode="auto">
          <a:xfrm>
            <a:off x="631134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24000572" name=""/>
          <p:cNvSpPr/>
          <p:nvPr/>
        </p:nvSpPr>
        <p:spPr bwMode="auto">
          <a:xfrm flipH="0" flipV="0">
            <a:off x="838198" y="2064093"/>
            <a:ext cx="633782" cy="614331"/>
          </a:xfrm>
          <a:prstGeom prst="star4">
            <a:avLst>
              <a:gd name="adj" fmla="val 12500"/>
            </a:avLst>
          </a:prstGeom>
          <a:solidFill>
            <a:schemeClr val="accent1">
              <a:lumMod val="75000"/>
              <a:alpha val="2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37388716" name=""/>
          <p:cNvSpPr/>
          <p:nvPr/>
        </p:nvSpPr>
        <p:spPr bwMode="auto">
          <a:xfrm flipH="0" flipV="0">
            <a:off x="9110446" y="3527915"/>
            <a:ext cx="633782" cy="614331"/>
          </a:xfrm>
          <a:prstGeom prst="star4">
            <a:avLst>
              <a:gd name="adj" fmla="val 12500"/>
            </a:avLst>
          </a:prstGeom>
          <a:solidFill>
            <a:schemeClr val="accent1">
              <a:lumMod val="75000"/>
              <a:alpha val="2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9576543" name=""/>
          <p:cNvSpPr/>
          <p:nvPr/>
        </p:nvSpPr>
        <p:spPr bwMode="auto">
          <a:xfrm rot="0" flipH="0" flipV="0">
            <a:off x="1670806" y="2612539"/>
            <a:ext cx="1207894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20000"/>
                </a:schemeClr>
              </a:gs>
              <a:gs pos="99000">
                <a:schemeClr val="accent1">
                  <a:lumMod val="20000"/>
                  <a:lumOff val="80000"/>
                  <a:alpha val="2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758134987" name=""/>
          <p:cNvSpPr/>
          <p:nvPr/>
        </p:nvSpPr>
        <p:spPr bwMode="auto">
          <a:xfrm rot="0" flipH="0" flipV="0">
            <a:off x="8823390" y="4563984"/>
            <a:ext cx="1207894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/>
              </a:gs>
              <a:gs pos="100000">
                <a:schemeClr val="bg2">
                  <a:lumMod val="9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025973236" name=""/>
          <p:cNvSpPr/>
          <p:nvPr/>
        </p:nvSpPr>
        <p:spPr bwMode="auto">
          <a:xfrm rot="0" flipH="0" flipV="1">
            <a:off x="8823390" y="3221364"/>
            <a:ext cx="1207894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48000"/>
                </a:schemeClr>
              </a:gs>
              <a:gs pos="100000">
                <a:schemeClr val="bg2">
                  <a:lumMod val="75000"/>
                  <a:alpha val="48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17143046" name=""/>
          <p:cNvSpPr/>
          <p:nvPr/>
        </p:nvSpPr>
        <p:spPr bwMode="auto">
          <a:xfrm rot="5399942" flipH="0" flipV="0">
            <a:off x="10141037" y="3226255"/>
            <a:ext cx="1207894" cy="1217649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0000"/>
                </a:schemeClr>
              </a:gs>
              <a:gs pos="100000">
                <a:schemeClr val="accent1">
                  <a:lumMod val="75000"/>
                  <a:alpha val="3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566809178" name=""/>
          <p:cNvSpPr/>
          <p:nvPr/>
        </p:nvSpPr>
        <p:spPr bwMode="auto">
          <a:xfrm rot="16199932" flipH="0" flipV="0">
            <a:off x="10141037" y="4559101"/>
            <a:ext cx="1207894" cy="1217649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30000"/>
                </a:schemeClr>
              </a:gs>
              <a:gs pos="100000">
                <a:schemeClr val="accent1">
                  <a:lumMod val="75000"/>
                  <a:alpha val="3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197575994" name=""/>
          <p:cNvSpPr/>
          <p:nvPr/>
        </p:nvSpPr>
        <p:spPr bwMode="auto">
          <a:xfrm rot="5399999" flipH="0" flipV="1">
            <a:off x="7491256" y="3283484"/>
            <a:ext cx="1207894" cy="1217650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48000"/>
                </a:schemeClr>
              </a:gs>
              <a:gs pos="100000">
                <a:schemeClr val="bg2">
                  <a:lumMod val="75000"/>
                  <a:alpha val="48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048325829" name=""/>
          <p:cNvSpPr/>
          <p:nvPr/>
        </p:nvSpPr>
        <p:spPr bwMode="auto">
          <a:xfrm rot="5399942" flipH="0" flipV="0">
            <a:off x="7491267" y="4568873"/>
            <a:ext cx="1207894" cy="1217649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10000"/>
                </a:schemeClr>
              </a:gs>
              <a:gs pos="100000">
                <a:schemeClr val="accent1">
                  <a:lumMod val="75000"/>
                  <a:alpha val="1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345832110" name=""/>
          <p:cNvSpPr/>
          <p:nvPr/>
        </p:nvSpPr>
        <p:spPr bwMode="auto">
          <a:xfrm rot="5399942" flipH="0" flipV="0">
            <a:off x="6100867" y="4568893"/>
            <a:ext cx="1207894" cy="1217649"/>
          </a:xfrm>
          <a:custGeom>
            <a:avLst/>
            <a:gdLst/>
            <a:ahLst/>
            <a:cxnLst/>
            <a:rect l="0" t="0" r="r" b="b"/>
            <a:pathLst>
              <a:path w="1439825" h="1439825" fill="norm" stroke="1" extrusionOk="0">
                <a:moveTo>
                  <a:pt x="719913" y="0"/>
                </a:moveTo>
                <a:cubicBezTo>
                  <a:pt x="1114845" y="0"/>
                  <a:pt x="1439825" y="324979"/>
                  <a:pt x="1439825" y="719912"/>
                </a:cubicBezTo>
                <a:cubicBezTo>
                  <a:pt x="1439825" y="1114845"/>
                  <a:pt x="1114845" y="1439825"/>
                  <a:pt x="719913" y="1439825"/>
                </a:cubicBezTo>
                <a:cubicBezTo>
                  <a:pt x="324980" y="1439825"/>
                  <a:pt x="0" y="1114845"/>
                  <a:pt x="0" y="719912"/>
                </a:cubicBezTo>
                <a:cubicBezTo>
                  <a:pt x="0" y="324979"/>
                  <a:pt x="324980" y="0"/>
                  <a:pt x="719913" y="0"/>
                </a:cubicBezTo>
                <a:close/>
                <a:moveTo>
                  <a:pt x="246065" y="719912"/>
                </a:moveTo>
                <a:cubicBezTo>
                  <a:pt x="246065" y="979856"/>
                  <a:pt x="459968" y="1193759"/>
                  <a:pt x="719913" y="1193759"/>
                </a:cubicBezTo>
                <a:cubicBezTo>
                  <a:pt x="979858" y="1193759"/>
                  <a:pt x="1193759" y="979856"/>
                  <a:pt x="1193759" y="719912"/>
                </a:cubicBezTo>
                <a:cubicBezTo>
                  <a:pt x="1193759" y="459967"/>
                  <a:pt x="979858" y="246064"/>
                  <a:pt x="719913" y="246064"/>
                </a:cubicBezTo>
                <a:cubicBezTo>
                  <a:pt x="459968" y="246064"/>
                  <a:pt x="246065" y="459967"/>
                  <a:pt x="246065" y="719912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75000"/>
                  <a:alpha val="10000"/>
                </a:schemeClr>
              </a:gs>
              <a:gs pos="100000">
                <a:schemeClr val="bg2">
                  <a:alpha val="1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8527200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E4FFB7C-873C-7673-C8F6-55EA1547CFD9}" type="datetimeFigureOut">
              <a:rPr lang="en-US"/>
              <a:t/>
            </a:fld>
            <a:endParaRPr lang="en-US"/>
          </a:p>
        </p:txBody>
      </p:sp>
      <p:sp>
        <p:nvSpPr>
          <p:cNvPr id="201123608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9421133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2360820-4937-A031-A073-1AC8D9C516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4961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75334D3-F0F7-7718-7227-8ACEEB3B4C3C}" type="datetimeFigureOut">
              <a:rPr lang="en-US"/>
              <a:t/>
            </a:fld>
            <a:endParaRPr lang="en-US"/>
          </a:p>
        </p:txBody>
      </p:sp>
      <p:sp>
        <p:nvSpPr>
          <p:cNvPr id="119877933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9770058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4321C44-EB87-6978-03F2-F2FB3CDF09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8567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595249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68963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299ABA9-E3C6-5EE4-7960-FED13CA3AB50}" type="datetimeFigureOut">
              <a:rPr lang="en-US"/>
              <a:t/>
            </a:fld>
            <a:endParaRPr lang="en-US"/>
          </a:p>
        </p:txBody>
      </p:sp>
      <p:sp>
        <p:nvSpPr>
          <p:cNvPr id="60183982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359462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D78E0C3-A865-001E-5F91-49E4C6777A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9760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381457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7157144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F420A0-1A6A-7B79-39A2-59DB9C7F9C01}" type="datetimeFigureOut">
              <a:rPr lang="en-US"/>
              <a:t/>
            </a:fld>
            <a:endParaRPr lang="en-US"/>
          </a:p>
        </p:txBody>
      </p:sp>
      <p:sp>
        <p:nvSpPr>
          <p:cNvPr id="14965303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2809139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F233D93-C16F-9FF4-27CB-F9F8CF12C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29917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600" b="1">
                <a:solidFill>
                  <a:schemeClr val="accent1">
                    <a:lumMod val="75000"/>
                  </a:schemeClr>
                </a:solidFill>
              </a:defRPr>
            </a:lvl1pPr>
            <a:lvl2pPr>
              <a:defRPr sz="4600" b="1">
                <a:solidFill>
                  <a:schemeClr val="accent1">
                    <a:lumMod val="75000"/>
                  </a:schemeClr>
                </a:solidFill>
              </a:defRPr>
            </a:lvl2pPr>
            <a:lvl3pPr>
              <a:defRPr sz="4600" b="1">
                <a:solidFill>
                  <a:schemeClr val="accent1">
                    <a:lumMod val="75000"/>
                  </a:schemeClr>
                </a:solidFill>
              </a:defRPr>
            </a:lvl3pPr>
            <a:lvl4pPr>
              <a:defRPr sz="4600" b="1">
                <a:solidFill>
                  <a:schemeClr val="accent1">
                    <a:lumMod val="75000"/>
                  </a:schemeClr>
                </a:solidFill>
              </a:defRPr>
            </a:lvl4pPr>
            <a:lvl5pPr>
              <a:defRPr sz="4600" b="1">
                <a:solidFill>
                  <a:schemeClr val="accent1">
                    <a:lumMod val="75000"/>
                  </a:schemeClr>
                </a:solidFill>
              </a:defRPr>
            </a:lvl5pPr>
            <a:lvl6pPr>
              <a:defRPr sz="4600" b="1">
                <a:solidFill>
                  <a:schemeClr val="accent1">
                    <a:lumMod val="75000"/>
                  </a:schemeClr>
                </a:solidFill>
              </a:defRPr>
            </a:lvl6pPr>
            <a:lvl7pPr>
              <a:defRPr sz="4600" b="1">
                <a:solidFill>
                  <a:schemeClr val="accent1">
                    <a:lumMod val="75000"/>
                  </a:schemeClr>
                </a:solidFill>
              </a:defRPr>
            </a:lvl7pPr>
            <a:lvl8pPr>
              <a:defRPr sz="4600" b="1">
                <a:solidFill>
                  <a:schemeClr val="accent1">
                    <a:lumMod val="75000"/>
                  </a:schemeClr>
                </a:solidFill>
              </a:defRPr>
            </a:lvl8pPr>
            <a:lvl9pPr>
              <a:defRPr sz="4600" b="1">
                <a:solidFill>
                  <a:schemeClr val="accent1">
                    <a:lumMod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5628768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Font typeface="Arial"/>
              <a:buNone/>
              <a:defRPr sz="2600">
                <a:solidFill>
                  <a:schemeClr val="accent1">
                    <a:lumMod val="75000"/>
                  </a:schemeClr>
                </a:solidFill>
              </a:defRPr>
            </a:lvl1pPr>
            <a:lvl2pPr>
              <a:buFont typeface="Arial"/>
              <a:buNone/>
              <a:defRPr sz="2400">
                <a:solidFill>
                  <a:schemeClr val="accent1">
                    <a:lumMod val="75000"/>
                  </a:schemeClr>
                </a:solidFill>
              </a:defRPr>
            </a:lvl2pPr>
            <a:lvl3pPr>
              <a:buFont typeface="Arial"/>
              <a:buNone/>
              <a:defRPr sz="2200">
                <a:solidFill>
                  <a:schemeClr val="accent1">
                    <a:lumMod val="75000"/>
                  </a:schemeClr>
                </a:solidFill>
              </a:defRPr>
            </a:lvl3pPr>
            <a:lvl4pPr>
              <a:buFont typeface="Arial"/>
              <a:buNone/>
              <a:defRPr sz="2200">
                <a:solidFill>
                  <a:schemeClr val="accent1">
                    <a:lumMod val="75000"/>
                  </a:schemeClr>
                </a:solidFill>
              </a:defRPr>
            </a:lvl4pPr>
            <a:lvl5pPr>
              <a:buFont typeface="Arial"/>
              <a:buNone/>
              <a:defRPr sz="1800">
                <a:solidFill>
                  <a:schemeClr val="accent1">
                    <a:lumMod val="75000"/>
                  </a:schemeClr>
                </a:solidFill>
              </a:defRPr>
            </a:lvl5pPr>
            <a:lvl6pPr>
              <a:buFont typeface="Arial"/>
              <a:buNone/>
              <a:defRPr sz="2600">
                <a:solidFill>
                  <a:schemeClr val="accent1">
                    <a:lumMod val="75000"/>
                  </a:schemeClr>
                </a:solidFill>
              </a:defRPr>
            </a:lvl6pPr>
            <a:lvl7pPr>
              <a:buFont typeface="Arial"/>
              <a:buNone/>
              <a:defRPr sz="2600">
                <a:solidFill>
                  <a:schemeClr val="accent1">
                    <a:lumMod val="75000"/>
                  </a:schemeClr>
                </a:solidFill>
              </a:defRPr>
            </a:lvl7pPr>
            <a:lvl8pPr>
              <a:buFont typeface="Arial"/>
              <a:buNone/>
              <a:defRPr sz="2600">
                <a:solidFill>
                  <a:schemeClr val="accent1">
                    <a:lumMod val="75000"/>
                  </a:schemeClr>
                </a:solidFill>
              </a:defRPr>
            </a:lvl8pPr>
            <a:lvl9pPr>
              <a:buFont typeface="Arial"/>
              <a:buNone/>
              <a:defRPr sz="2600">
                <a:solidFill>
                  <a:schemeClr val="accent1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7345518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5E9308-48A6-0A5C-79B9-2476D1D5AFF6}" type="datetimeFigureOut">
              <a:rPr lang="en-US"/>
              <a:t/>
            </a:fld>
            <a:endParaRPr lang="en-US"/>
          </a:p>
        </p:txBody>
      </p:sp>
      <p:sp>
        <p:nvSpPr>
          <p:cNvPr id="59539568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5570693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FCDEF03-F8F8-C0F4-5467-912BC2D25968}" type="slidenum">
              <a:rPr lang="en-US"/>
              <a:t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435630" name="Title 1"/>
          <p:cNvSpPr>
            <a:spLocks noGrp="1"/>
          </p:cNvSpPr>
          <p:nvPr>
            <p:ph type="ctrTitle"/>
          </p:nvPr>
        </p:nvSpPr>
        <p:spPr bwMode="auto">
          <a:xfrm>
            <a:off x="623313" y="3633786"/>
            <a:ext cx="9144000" cy="1956972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3633647" name="Subtitle 2"/>
          <p:cNvSpPr>
            <a:spLocks noGrp="1"/>
          </p:cNvSpPr>
          <p:nvPr>
            <p:ph type="subTitle" idx="1"/>
          </p:nvPr>
        </p:nvSpPr>
        <p:spPr bwMode="auto">
          <a:xfrm>
            <a:off x="623313" y="2829114"/>
            <a:ext cx="5419090" cy="80466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Luminescentia">
  <a:themeElements>
    <a:clrScheme name="Blue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 Theme">
      <a:majorFont>
        <a:latin typeface="Times New Roman"/>
        <a:ea typeface="SimSun"/>
        <a:cs typeface="Times New Roman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Times New Roman"/>
        <a:ea typeface="SimSun"/>
        <a:cs typeface="Times New Roman"/>
      </a:majorFont>
      <a:minorFont>
        <a:latin typeface="Arial"/>
        <a:ea typeface="Microsoft YaHei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
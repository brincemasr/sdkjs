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8394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84571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558554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98856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41306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93111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5494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1000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4610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355763" name=""/>
          <p:cNvSpPr/>
          <p:nvPr/>
        </p:nvSpPr>
        <p:spPr bwMode="auto">
          <a:xfrm rot="0" flipH="0" flipV="0">
            <a:off x="21524" y="-13605"/>
            <a:ext cx="12191998" cy="6885213"/>
          </a:xfrm>
          <a:prstGeom prst="rect">
            <a:avLst/>
          </a:prstGeom>
          <a:gradFill>
            <a:gsLst>
              <a:gs pos="12000">
                <a:schemeClr val="accent1">
                  <a:alpha val="48999"/>
                </a:schemeClr>
              </a:gs>
              <a:gs pos="46000">
                <a:schemeClr val="accent1">
                  <a:lumMod val="75000"/>
                  <a:alpha val="48999"/>
                </a:schemeClr>
              </a:gs>
              <a:gs pos="100000">
                <a:schemeClr val="accent1">
                  <a:lumMod val="50000"/>
                  <a:alpha val="48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609302" name=""/>
          <p:cNvSpPr/>
          <p:nvPr/>
        </p:nvSpPr>
        <p:spPr bwMode="auto">
          <a:xfrm flipH="0" flipV="0">
            <a:off x="530875" y="421074"/>
            <a:ext cx="797439" cy="797439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2374829" name=""/>
          <p:cNvSpPr/>
          <p:nvPr/>
        </p:nvSpPr>
        <p:spPr bwMode="auto">
          <a:xfrm flipH="0" flipV="0">
            <a:off x="1256336" y="1347449"/>
            <a:ext cx="554805" cy="537777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650953" name=""/>
          <p:cNvSpPr/>
          <p:nvPr/>
        </p:nvSpPr>
        <p:spPr bwMode="auto">
          <a:xfrm rot="5399976" flipH="0" flipV="1">
            <a:off x="1592655" y="286624"/>
            <a:ext cx="894287" cy="876182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4290416" name=""/>
          <p:cNvSpPr/>
          <p:nvPr/>
        </p:nvSpPr>
        <p:spPr bwMode="auto">
          <a:xfrm flipH="0" flipV="0">
            <a:off x="10690815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9648826" name=""/>
          <p:cNvSpPr/>
          <p:nvPr/>
        </p:nvSpPr>
        <p:spPr bwMode="auto">
          <a:xfrm flipH="0" flipV="0">
            <a:off x="6751548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2867966" name=""/>
          <p:cNvSpPr/>
          <p:nvPr/>
        </p:nvSpPr>
        <p:spPr bwMode="auto">
          <a:xfrm flipH="0" flipV="0">
            <a:off x="8064635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31819411" name=""/>
          <p:cNvSpPr/>
          <p:nvPr/>
        </p:nvSpPr>
        <p:spPr bwMode="auto">
          <a:xfrm flipH="0" flipV="0">
            <a:off x="9377726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52175174" name=""/>
          <p:cNvSpPr/>
          <p:nvPr/>
        </p:nvSpPr>
        <p:spPr bwMode="auto">
          <a:xfrm flipH="0" flipV="0">
            <a:off x="10690815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11386061" name=""/>
          <p:cNvSpPr/>
          <p:nvPr/>
        </p:nvSpPr>
        <p:spPr bwMode="auto">
          <a:xfrm flipH="0" flipV="1">
            <a:off x="5438457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7275799" name=""/>
          <p:cNvSpPr/>
          <p:nvPr/>
        </p:nvSpPr>
        <p:spPr bwMode="auto">
          <a:xfrm rot="5399976" flipH="0" flipV="0">
            <a:off x="6751548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28792673" name=""/>
          <p:cNvSpPr/>
          <p:nvPr/>
        </p:nvSpPr>
        <p:spPr bwMode="auto">
          <a:xfrm rot="16199969" flipH="0" flipV="0">
            <a:off x="8064635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64208408" name=""/>
          <p:cNvSpPr/>
          <p:nvPr/>
        </p:nvSpPr>
        <p:spPr bwMode="auto">
          <a:xfrm flipH="0" flipV="0">
            <a:off x="9377726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9000"/>
                </a:schemeClr>
              </a:gs>
              <a:gs pos="100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69622207" name=""/>
          <p:cNvSpPr/>
          <p:nvPr/>
        </p:nvSpPr>
        <p:spPr bwMode="auto">
          <a:xfrm flipH="0" flipV="1">
            <a:off x="5438457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5000">
                <a:schemeClr val="bg2">
                  <a:lumMod val="75000"/>
                  <a:alpha val="62000"/>
                </a:schemeClr>
              </a:gs>
              <a:gs pos="100000">
                <a:schemeClr val="accent1">
                  <a:lumMod val="75000"/>
                  <a:alpha val="62000"/>
                </a:schemeClr>
              </a:gs>
            </a:gsLst>
            <a:lin ang="6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02342077" name=""/>
          <p:cNvSpPr/>
          <p:nvPr/>
        </p:nvSpPr>
        <p:spPr bwMode="auto">
          <a:xfrm rot="5399976" flipH="0" flipV="0">
            <a:off x="6751548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100000">
                <a:schemeClr val="accent1">
                  <a:lumMod val="75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3127632" name=""/>
          <p:cNvSpPr/>
          <p:nvPr/>
        </p:nvSpPr>
        <p:spPr bwMode="auto">
          <a:xfrm rot="16199969" flipH="0" flipV="0">
            <a:off x="8064635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4000"/>
                </a:schemeClr>
              </a:gs>
              <a:gs pos="100000">
                <a:schemeClr val="accent1">
                  <a:lumMod val="75000"/>
                  <a:alpha val="24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1952935" name=""/>
          <p:cNvSpPr/>
          <p:nvPr/>
        </p:nvSpPr>
        <p:spPr bwMode="auto">
          <a:xfrm flipH="0" flipV="0">
            <a:off x="9377726" y="2973850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0000"/>
                  <a:alpha val="19000"/>
                </a:schemeClr>
              </a:gs>
              <a:gs pos="77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64576562" name=""/>
          <p:cNvSpPr/>
          <p:nvPr/>
        </p:nvSpPr>
        <p:spPr bwMode="auto">
          <a:xfrm rot="16199998" flipH="0" flipV="1">
            <a:off x="5438457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8000"/>
                </a:schemeClr>
              </a:gs>
              <a:gs pos="100000">
                <a:schemeClr val="accent1">
                  <a:lumMod val="75000"/>
                  <a:alpha val="1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27061237" name=""/>
          <p:cNvSpPr/>
          <p:nvPr/>
        </p:nvSpPr>
        <p:spPr bwMode="auto">
          <a:xfrm flipH="0" flipV="0">
            <a:off x="7085711" y="1961784"/>
            <a:ext cx="539568" cy="539568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70750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23313" y="2829114"/>
            <a:ext cx="5419090" cy="80466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914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 marL="1371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 marL="18288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 marL="22860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 marL="2743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 marL="3200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 marL="3657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797258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623314" y="3633786"/>
            <a:ext cx="9144000" cy="195697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21353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F573B6-5C84-9D79-BEAB-62335CA9A201}" type="datetimeFigureOut">
              <a:rPr lang="en-US"/>
              <a:t/>
            </a:fld>
            <a:endParaRPr lang="en-US"/>
          </a:p>
        </p:txBody>
      </p:sp>
      <p:sp>
        <p:nvSpPr>
          <p:cNvPr id="4694611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06372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B41338-ED32-006D-5C97-0B4D8F56E26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63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834971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3" y="1825623"/>
            <a:ext cx="10722664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2048749" name=""/>
          <p:cNvSpPr/>
          <p:nvPr/>
        </p:nvSpPr>
        <p:spPr bwMode="auto">
          <a:xfrm rot="16199969" flipH="0" flipV="1">
            <a:off x="280600" y="172658"/>
            <a:ext cx="785498" cy="769596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32336999" name=""/>
          <p:cNvSpPr/>
          <p:nvPr/>
        </p:nvSpPr>
        <p:spPr bwMode="auto">
          <a:xfrm>
            <a:off x="7206572" y="2574181"/>
            <a:ext cx="4985424" cy="4283813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alpha val="80000"/>
                </a:schemeClr>
              </a:gs>
              <a:gs pos="93000">
                <a:schemeClr val="bg1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38051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A08CEE-E3F8-BDF4-6A1A-E3778E2646E4}" type="datetimeFigureOut">
              <a:rPr lang="en-US"/>
              <a:t/>
            </a:fld>
            <a:endParaRPr lang="en-US"/>
          </a:p>
        </p:txBody>
      </p:sp>
      <p:sp>
        <p:nvSpPr>
          <p:cNvPr id="17811802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8827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908DF73-A503-ADD5-8299-2E83428A14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40528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93610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3" y="1825623"/>
            <a:ext cx="10722664" cy="4351338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2447" name=""/>
          <p:cNvSpPr/>
          <p:nvPr/>
        </p:nvSpPr>
        <p:spPr bwMode="auto">
          <a:xfrm flipH="0" flipV="0">
            <a:off x="434008" y="5869796"/>
            <a:ext cx="633783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77964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856001F-EF8B-FC86-B9FB-B09B3F018B23}" type="datetimeFigureOut">
              <a:rPr lang="en-US"/>
              <a:t/>
            </a:fld>
            <a:endParaRPr lang="en-US"/>
          </a:p>
        </p:txBody>
      </p:sp>
      <p:sp>
        <p:nvSpPr>
          <p:cNvPr id="5128132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46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1B0B1F-91C9-BE3F-5538-3C61D89BD5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3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5936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23313" y="1263093"/>
            <a:ext cx="6812446" cy="150634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6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17722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23313" y="2769441"/>
            <a:ext cx="6812446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8116922" name=""/>
          <p:cNvSpPr/>
          <p:nvPr/>
        </p:nvSpPr>
        <p:spPr bwMode="auto">
          <a:xfrm flipH="0" flipV="0">
            <a:off x="306422" y="5898651"/>
            <a:ext cx="633782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438580" name=""/>
          <p:cNvSpPr/>
          <p:nvPr/>
        </p:nvSpPr>
        <p:spPr bwMode="auto">
          <a:xfrm>
            <a:off x="7206573" y="2574182"/>
            <a:ext cx="4985424" cy="4283814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68222867" name=""/>
          <p:cNvSpPr/>
          <p:nvPr/>
        </p:nvSpPr>
        <p:spPr bwMode="auto">
          <a:xfrm flipH="0" flipV="0">
            <a:off x="7682080" y="351655"/>
            <a:ext cx="1134892" cy="1134892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688324" name=""/>
          <p:cNvSpPr/>
          <p:nvPr/>
        </p:nvSpPr>
        <p:spPr bwMode="auto">
          <a:xfrm flipH="0" flipV="0">
            <a:off x="8807232" y="1589978"/>
            <a:ext cx="773597" cy="749854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6410332" name=""/>
          <p:cNvSpPr/>
          <p:nvPr/>
        </p:nvSpPr>
        <p:spPr bwMode="auto">
          <a:xfrm rot="5399942" flipH="0" flipV="1">
            <a:off x="9587400" y="181368"/>
            <a:ext cx="2047788" cy="200633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847951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EE58DC-121B-61A5-D50A-46403A807CFF}" type="datetimeFigureOut">
              <a:rPr lang="en-US"/>
              <a:t/>
            </a:fld>
            <a:endParaRPr lang="en-US"/>
          </a:p>
        </p:txBody>
      </p:sp>
      <p:sp>
        <p:nvSpPr>
          <p:cNvPr id="9476766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64541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EA4A079-8B14-7383-E62D-4C84F0FA2F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06560" name=""/>
          <p:cNvSpPr/>
          <p:nvPr/>
        </p:nvSpPr>
        <p:spPr bwMode="auto">
          <a:xfrm flipH="0" flipV="1">
            <a:off x="7206574" y="0"/>
            <a:ext cx="4985424" cy="4283813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5905563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94456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31134" y="1825624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07147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5965133" y="1825623"/>
            <a:ext cx="5388665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81981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457B04-F79E-9F94-6188-F646561C81FC}" type="datetimeFigureOut">
              <a:rPr lang="en-US"/>
              <a:t/>
            </a:fld>
            <a:endParaRPr lang="en-US"/>
          </a:p>
        </p:txBody>
      </p:sp>
      <p:sp>
        <p:nvSpPr>
          <p:cNvPr id="131638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6658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27C241-C7A4-7FD3-5109-B75363E6A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6795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2721" y="355597"/>
            <a:ext cx="10721077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781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2722" y="167163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66010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32722" y="2495548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110036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198" y="167163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01058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8" y="2505072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8726026" name=""/>
          <p:cNvSpPr/>
          <p:nvPr/>
        </p:nvSpPr>
        <p:spPr bwMode="auto">
          <a:xfrm rot="16199969" flipH="0" flipV="1">
            <a:off x="11027285" y="296897"/>
            <a:ext cx="785497" cy="769595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590432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50370F-3F71-2B50-E3F0-AA4084E27A9D}" type="datetimeFigureOut">
              <a:rPr lang="en-US"/>
              <a:t/>
            </a:fld>
            <a:endParaRPr lang="en-US"/>
          </a:p>
        </p:txBody>
      </p:sp>
      <p:sp>
        <p:nvSpPr>
          <p:cNvPr id="187676720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83370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45C43B-7DDF-F48A-0C60-12BA4A96C06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77257" name="Title 1"/>
          <p:cNvSpPr>
            <a:spLocks noGrp="1"/>
          </p:cNvSpPr>
          <p:nvPr>
            <p:ph type="title"/>
          </p:nvPr>
        </p:nvSpPr>
        <p:spPr bwMode="auto">
          <a:xfrm>
            <a:off x="632722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798083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4764619" y="457199"/>
            <a:ext cx="6590768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160968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32722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4578808" name=""/>
          <p:cNvSpPr/>
          <p:nvPr/>
        </p:nvSpPr>
        <p:spPr bwMode="auto">
          <a:xfrm rot="10799999" flipH="0" flipV="1">
            <a:off x="0" y="3647384"/>
            <a:ext cx="3770001" cy="3210615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833737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F892EC-7D5C-86A0-B5DF-99DD37D1C0B5}" type="datetimeFigureOut">
              <a:rPr lang="en-US"/>
              <a:t/>
            </a:fld>
            <a:endParaRPr lang="en-US"/>
          </a:p>
        </p:txBody>
      </p:sp>
      <p:sp>
        <p:nvSpPr>
          <p:cNvPr id="100662319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697708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20A2572-D18B-F265-5279-E6CDD273AF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40943" name="Title 1"/>
          <p:cNvSpPr>
            <a:spLocks noGrp="1"/>
          </p:cNvSpPr>
          <p:nvPr>
            <p:ph type="title"/>
          </p:nvPr>
        </p:nvSpPr>
        <p:spPr bwMode="auto">
          <a:xfrm>
            <a:off x="631134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4000572" name=""/>
          <p:cNvSpPr/>
          <p:nvPr/>
        </p:nvSpPr>
        <p:spPr bwMode="auto">
          <a:xfrm flipH="0" flipV="0">
            <a:off x="838198" y="2064093"/>
            <a:ext cx="633782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7388716" name=""/>
          <p:cNvSpPr/>
          <p:nvPr/>
        </p:nvSpPr>
        <p:spPr bwMode="auto">
          <a:xfrm flipH="0" flipV="0">
            <a:off x="9110446" y="3527915"/>
            <a:ext cx="633782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9576543" name=""/>
          <p:cNvSpPr/>
          <p:nvPr/>
        </p:nvSpPr>
        <p:spPr bwMode="auto">
          <a:xfrm rot="0" flipH="0" flipV="0">
            <a:off x="1670806" y="2612539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99000">
                <a:schemeClr val="accent1">
                  <a:lumMod val="20000"/>
                  <a:lumOff val="80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58134987" name=""/>
          <p:cNvSpPr/>
          <p:nvPr/>
        </p:nvSpPr>
        <p:spPr bwMode="auto">
          <a:xfrm rot="0" flipH="0" flipV="0">
            <a:off x="8823390" y="456398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25973236" name=""/>
          <p:cNvSpPr/>
          <p:nvPr/>
        </p:nvSpPr>
        <p:spPr bwMode="auto">
          <a:xfrm rot="0" flipH="0" flipV="1">
            <a:off x="8823390" y="322136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7143046" name=""/>
          <p:cNvSpPr/>
          <p:nvPr/>
        </p:nvSpPr>
        <p:spPr bwMode="auto">
          <a:xfrm rot="5399942" flipH="0" flipV="0">
            <a:off x="10141037" y="3226255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6809178" name=""/>
          <p:cNvSpPr/>
          <p:nvPr/>
        </p:nvSpPr>
        <p:spPr bwMode="auto">
          <a:xfrm rot="16199932" flipH="0" flipV="0">
            <a:off x="10141037" y="4559101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97575994" name=""/>
          <p:cNvSpPr/>
          <p:nvPr/>
        </p:nvSpPr>
        <p:spPr bwMode="auto">
          <a:xfrm rot="5399999" flipH="0" flipV="1">
            <a:off x="7491256" y="328348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48325829" name=""/>
          <p:cNvSpPr/>
          <p:nvPr/>
        </p:nvSpPr>
        <p:spPr bwMode="auto">
          <a:xfrm rot="5399942" flipH="0" flipV="0">
            <a:off x="7491267" y="456887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accent1">
                  <a:lumMod val="75000"/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45832110" name=""/>
          <p:cNvSpPr/>
          <p:nvPr/>
        </p:nvSpPr>
        <p:spPr bwMode="auto">
          <a:xfrm rot="5399942" flipH="0" flipV="0">
            <a:off x="6100867" y="456889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852720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4FFB7C-873C-7673-C8F6-55EA1547CFD9}" type="datetimeFigureOut">
              <a:rPr lang="en-US"/>
              <a:t/>
            </a:fld>
            <a:endParaRPr lang="en-US"/>
          </a:p>
        </p:txBody>
      </p:sp>
      <p:sp>
        <p:nvSpPr>
          <p:cNvPr id="20112360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21133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360820-4937-A031-A073-1AC8D9C516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496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5334D3-F0F7-7718-7227-8ACEEB3B4C3C}" type="datetimeFigureOut">
              <a:rPr lang="en-US"/>
              <a:t/>
            </a:fld>
            <a:endParaRPr lang="en-US"/>
          </a:p>
        </p:txBody>
      </p:sp>
      <p:sp>
        <p:nvSpPr>
          <p:cNvPr id="119877933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770058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4321C44-EB87-6978-03F2-F2FB3CDF09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856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595249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8963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99ABA9-E3C6-5EE4-7960-FED13CA3AB50}" type="datetimeFigureOut">
              <a:rPr lang="en-US"/>
              <a:t/>
            </a:fld>
            <a:endParaRPr lang="en-US"/>
          </a:p>
        </p:txBody>
      </p:sp>
      <p:sp>
        <p:nvSpPr>
          <p:cNvPr id="6018398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35946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78E0C3-A865-001E-5F91-49E4C6777A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19760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81457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15714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F420A0-1A6A-7B79-39A2-59DB9C7F9C01}" type="datetimeFigureOut">
              <a:rPr lang="en-US"/>
              <a:t/>
            </a:fld>
            <a:endParaRPr lang="en-US"/>
          </a:p>
        </p:txBody>
      </p:sp>
      <p:sp>
        <p:nvSpPr>
          <p:cNvPr id="1496530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80913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F233D93-C16F-9FF4-27CB-F9F8CF12C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9917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46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62876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buFont typeface="Arial"/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buFont typeface="Arial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5pPr>
            <a:lvl6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6pPr>
            <a:lvl7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7pPr>
            <a:lvl8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8pPr>
            <a:lvl9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34551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5E9308-48A6-0A5C-79B9-2476D1D5AFF6}" type="datetimeFigureOut">
              <a:rPr lang="en-US"/>
              <a:t/>
            </a:fld>
            <a:endParaRPr lang="en-US"/>
          </a:p>
        </p:txBody>
      </p:sp>
      <p:sp>
        <p:nvSpPr>
          <p:cNvPr id="5953956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57069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CDEF03-F8F8-C0F4-5467-912BC2D25968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5630" name="Title 1"/>
          <p:cNvSpPr>
            <a:spLocks noGrp="1"/>
          </p:cNvSpPr>
          <p:nvPr>
            <p:ph type="ctrTitle"/>
          </p:nvPr>
        </p:nvSpPr>
        <p:spPr bwMode="auto">
          <a:xfrm>
            <a:off x="623313" y="3633786"/>
            <a:ext cx="9144000" cy="1956972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3633647" name="Subtitle 2"/>
          <p:cNvSpPr>
            <a:spLocks noGrp="1"/>
          </p:cNvSpPr>
          <p:nvPr>
            <p:ph type="subTitle" idx="1"/>
          </p:nvPr>
        </p:nvSpPr>
        <p:spPr bwMode="auto">
          <a:xfrm>
            <a:off x="623313" y="2829114"/>
            <a:ext cx="5419090" cy="80466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uminescentia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2026-03-19T15:31:15Z</dcterms:modified>
</cp:coreProperties>
</file>
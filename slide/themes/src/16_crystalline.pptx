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4836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94834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74124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362742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32500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2546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62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6276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9146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551676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2984" y="-8"/>
            <a:ext cx="12191999" cy="4065455"/>
          </a:xfrm>
          <a:prstGeom prst="rect">
            <a:avLst/>
          </a:prstGeom>
        </p:spPr>
      </p:pic>
      <p:sp>
        <p:nvSpPr>
          <p:cNvPr id="2115124201" name="Freeform: Shape 76"/>
          <p:cNvSpPr/>
          <p:nvPr/>
        </p:nvSpPr>
        <p:spPr bwMode="auto">
          <a:xfrm flipH="0" flipV="0">
            <a:off x="0" y="0"/>
            <a:ext cx="2164926" cy="1755319"/>
          </a:xfrm>
          <a:custGeom>
            <a:avLst/>
            <a:gdLst>
              <a:gd name="connsiteX0" fmla="*/ 0 w 4959350"/>
              <a:gd name="connsiteY0" fmla="*/ 0 h 3380041"/>
              <a:gd name="connsiteX1" fmla="*/ 4959350 w 4959350"/>
              <a:gd name="connsiteY1" fmla="*/ 0 h 3380041"/>
              <a:gd name="connsiteX2" fmla="*/ 4959350 w 4959350"/>
              <a:gd name="connsiteY2" fmla="*/ 0 h 3380041"/>
              <a:gd name="connsiteX3" fmla="*/ 0 w 4959350"/>
              <a:gd name="connsiteY3" fmla="*/ 3380041 h 3380041"/>
              <a:gd name="connsiteX4" fmla="*/ 0 w 4959350"/>
              <a:gd name="connsiteY4" fmla="*/ 0 h 338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9350" h="3380041" fill="norm" stroke="1" extrusionOk="0">
                <a:moveTo>
                  <a:pt x="0" y="0"/>
                </a:moveTo>
                <a:lnTo>
                  <a:pt x="4959350" y="0"/>
                </a:lnTo>
                <a:lnTo>
                  <a:pt x="4959350" y="0"/>
                </a:lnTo>
                <a:lnTo>
                  <a:pt x="0" y="338004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38000">
                <a:schemeClr val="accent2">
                  <a:lumMod val="20000"/>
                  <a:lumOff val="80000"/>
                  <a:alpha val="70000"/>
                </a:schemeClr>
              </a:gs>
              <a:gs pos="6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bg2">
                  <a:alpha val="7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171941" name="Title 1"/>
          <p:cNvSpPr>
            <a:spLocks noGrp="1"/>
          </p:cNvSpPr>
          <p:nvPr>
            <p:ph type="ctrTitle"/>
          </p:nvPr>
        </p:nvSpPr>
        <p:spPr bwMode="auto">
          <a:xfrm>
            <a:off x="1523999" y="1789112"/>
            <a:ext cx="9144000" cy="2387600"/>
          </a:xfrm>
        </p:spPr>
        <p:txBody>
          <a:bodyPr anchor="b"/>
          <a:lstStyle>
            <a:lvl1pPr algn="ctr">
              <a:defRPr sz="5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07069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4190996"/>
            <a:ext cx="9144000" cy="106680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5">
                    <a:lumMod val="60000"/>
                    <a:lumOff val="4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5">
                    <a:lumMod val="60000"/>
                    <a:lumOff val="4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05419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74592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82749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14157795" name=""/>
          <p:cNvSpPr/>
          <p:nvPr/>
        </p:nvSpPr>
        <p:spPr bwMode="auto">
          <a:xfrm rot="0" flipH="0" flipV="0">
            <a:off x="0" y="6349"/>
            <a:ext cx="2160303" cy="25272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9740"/>
                </a:moveTo>
                <a:lnTo>
                  <a:pt x="43200" y="0"/>
                </a:lnTo>
                <a:lnTo>
                  <a:pt x="43108" y="33706"/>
                </a:lnTo>
                <a:lnTo>
                  <a:pt x="21202" y="43200"/>
                </a:lnTo>
                <a:lnTo>
                  <a:pt x="0" y="29740"/>
                </a:lnTo>
                <a:close/>
              </a:path>
            </a:pathLst>
          </a:custGeom>
          <a:gradFill>
            <a:gsLst>
              <a:gs pos="18000">
                <a:schemeClr val="accent6">
                  <a:lumMod val="20000"/>
                  <a:lumOff val="80000"/>
                  <a:alpha val="99999"/>
                </a:schemeClr>
              </a:gs>
              <a:gs pos="5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9301792" name=""/>
          <p:cNvSpPr/>
          <p:nvPr/>
        </p:nvSpPr>
        <p:spPr bwMode="auto">
          <a:xfrm rot="10799999" flipH="1" flipV="0">
            <a:off x="2149417" y="937845"/>
            <a:ext cx="992692" cy="105507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5" y="42859"/>
                </a:moveTo>
                <a:lnTo>
                  <a:pt x="0" y="0"/>
                </a:lnTo>
                <a:lnTo>
                  <a:pt x="43200" y="43200"/>
                </a:lnTo>
                <a:lnTo>
                  <a:pt x="45" y="4285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7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bg1">
                  <a:alpha val="99999"/>
                </a:schemeClr>
              </a:gs>
            </a:gsLst>
            <a:lin ang="17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384947" name=""/>
          <p:cNvSpPr/>
          <p:nvPr/>
        </p:nvSpPr>
        <p:spPr bwMode="auto">
          <a:xfrm rot="10799941" flipH="1" flipV="0">
            <a:off x="4275533" y="6"/>
            <a:ext cx="775603" cy="12263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3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18000">
                <a:schemeClr val="accent2">
                  <a:lumMod val="20000"/>
                  <a:lumOff val="80000"/>
                </a:schemeClr>
              </a:gs>
              <a:gs pos="52000">
                <a:schemeClr val="accent6">
                  <a:lumMod val="20000"/>
                  <a:lumOff val="80000"/>
                </a:schemeClr>
              </a:gs>
              <a:gs pos="85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3393895" name="Freeform: Shape 76"/>
          <p:cNvSpPr/>
          <p:nvPr/>
        </p:nvSpPr>
        <p:spPr bwMode="auto">
          <a:xfrm rot="12738398" flipH="0" flipV="1">
            <a:off x="5015286" y="185892"/>
            <a:ext cx="1131465" cy="11111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1" y="0"/>
                </a:moveTo>
                <a:lnTo>
                  <a:pt x="43200" y="1401"/>
                </a:lnTo>
                <a:lnTo>
                  <a:pt x="18415" y="43200"/>
                </a:lnTo>
                <a:lnTo>
                  <a:pt x="0" y="40103"/>
                </a:lnTo>
                <a:lnTo>
                  <a:pt x="14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1">
                  <a:lumMod val="95000"/>
                  <a:alpha val="99999"/>
                </a:schemeClr>
              </a:gs>
            </a:gsLst>
            <a:lin ang="54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3994758" name="Freeform: Shape 76"/>
          <p:cNvSpPr/>
          <p:nvPr/>
        </p:nvSpPr>
        <p:spPr bwMode="auto">
          <a:xfrm rot="11426897" flipH="1" flipV="1">
            <a:off x="5882793" y="537323"/>
            <a:ext cx="1071974" cy="10149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78" y="2024"/>
                </a:moveTo>
                <a:lnTo>
                  <a:pt x="43200" y="0"/>
                </a:lnTo>
                <a:lnTo>
                  <a:pt x="27845" y="37001"/>
                </a:lnTo>
                <a:lnTo>
                  <a:pt x="0" y="43200"/>
                </a:lnTo>
                <a:lnTo>
                  <a:pt x="14278" y="2024"/>
                </a:lnTo>
                <a:close/>
              </a:path>
            </a:pathLst>
          </a:custGeom>
          <a:gradFill>
            <a:gsLst>
              <a:gs pos="20000">
                <a:schemeClr val="accent5">
                  <a:lumMod val="20000"/>
                  <a:lumOff val="80000"/>
                  <a:alpha val="99999"/>
                </a:schemeClr>
              </a:gs>
              <a:gs pos="85000">
                <a:schemeClr val="accent6">
                  <a:lumMod val="20000"/>
                  <a:lumOff val="80000"/>
                  <a:alpha val="99999"/>
                </a:schemeClr>
              </a:gs>
            </a:gsLst>
            <a:lin ang="90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16503914" name="Freeform: Shape 76"/>
          <p:cNvSpPr/>
          <p:nvPr/>
        </p:nvSpPr>
        <p:spPr bwMode="auto">
          <a:xfrm rot="17189524" flipH="0" flipV="1">
            <a:off x="209276" y="1694059"/>
            <a:ext cx="1734193" cy="173790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804"/>
                </a:moveTo>
                <a:lnTo>
                  <a:pt x="43200" y="0"/>
                </a:lnTo>
                <a:lnTo>
                  <a:pt x="22500" y="22241"/>
                </a:lnTo>
                <a:lnTo>
                  <a:pt x="939" y="43200"/>
                </a:lnTo>
                <a:lnTo>
                  <a:pt x="0" y="1380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2">
                  <a:alpha val="99999"/>
                </a:schemeClr>
              </a:gs>
            </a:gsLst>
            <a:lin ang="189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5368290" name=""/>
          <p:cNvSpPr/>
          <p:nvPr/>
        </p:nvSpPr>
        <p:spPr bwMode="auto">
          <a:xfrm rot="5399942" flipH="1" flipV="1">
            <a:off x="309369" y="2809874"/>
            <a:ext cx="527062" cy="113029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8152"/>
                </a:moveTo>
                <a:lnTo>
                  <a:pt x="43200" y="0"/>
                </a:lnTo>
                <a:lnTo>
                  <a:pt x="13010" y="43200"/>
                </a:lnTo>
                <a:lnTo>
                  <a:pt x="0" y="28152"/>
                </a:lnTo>
                <a:close/>
              </a:path>
            </a:pathLst>
          </a:custGeom>
          <a:gradFill>
            <a:gsLst>
              <a:gs pos="29000">
                <a:schemeClr val="accent5">
                  <a:lumMod val="40000"/>
                  <a:lumOff val="60000"/>
                  <a:alpha val="80000"/>
                </a:schemeClr>
              </a:gs>
              <a:gs pos="88000">
                <a:schemeClr val="accent2">
                  <a:lumMod val="20000"/>
                  <a:lumOff val="80000"/>
                  <a:alpha val="8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688976" name=""/>
          <p:cNvSpPr/>
          <p:nvPr/>
        </p:nvSpPr>
        <p:spPr bwMode="auto">
          <a:xfrm rot="5399942" flipH="1" flipV="0">
            <a:off x="94999" y="2998900"/>
            <a:ext cx="558394" cy="7483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343" y="0"/>
                </a:lnTo>
                <a:lnTo>
                  <a:pt x="43200" y="4319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80000"/>
                </a:schemeClr>
              </a:gs>
              <a:gs pos="84000">
                <a:schemeClr val="accent2">
                  <a:lumMod val="20000"/>
                  <a:lumOff val="80000"/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8398471" name=""/>
          <p:cNvSpPr/>
          <p:nvPr/>
        </p:nvSpPr>
        <p:spPr bwMode="auto">
          <a:xfrm rot="5799134" flipH="1" flipV="0">
            <a:off x="6716994" y="489260"/>
            <a:ext cx="865097" cy="12054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58" y="43200"/>
                </a:moveTo>
                <a:lnTo>
                  <a:pt x="0" y="0"/>
                </a:lnTo>
                <a:lnTo>
                  <a:pt x="43200" y="27598"/>
                </a:lnTo>
                <a:lnTo>
                  <a:pt x="115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5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accent6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451433" name="Freeform: Shape 76"/>
          <p:cNvSpPr/>
          <p:nvPr/>
        </p:nvSpPr>
        <p:spPr bwMode="auto">
          <a:xfrm rot="11426897" flipH="1" flipV="1">
            <a:off x="8604937" y="415012"/>
            <a:ext cx="1125163" cy="8249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810" y="2496"/>
                </a:moveTo>
                <a:lnTo>
                  <a:pt x="43200" y="0"/>
                </a:lnTo>
                <a:lnTo>
                  <a:pt x="27169" y="35665"/>
                </a:lnTo>
                <a:lnTo>
                  <a:pt x="0" y="43200"/>
                </a:lnTo>
                <a:lnTo>
                  <a:pt x="13810" y="2496"/>
                </a:lnTo>
                <a:close/>
              </a:path>
            </a:pathLst>
          </a:custGeom>
          <a:gradFill>
            <a:gsLst>
              <a:gs pos="6000">
                <a:schemeClr val="accent5">
                  <a:lumMod val="20000"/>
                  <a:lumOff val="80000"/>
                  <a:alpha val="99999"/>
                </a:schemeClr>
              </a:gs>
              <a:gs pos="93000">
                <a:schemeClr val="accent2">
                  <a:lumMod val="20000"/>
                  <a:lumOff val="80000"/>
                  <a:alpha val="99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59193902" name="Freeform: Shape 76"/>
          <p:cNvSpPr/>
          <p:nvPr/>
        </p:nvSpPr>
        <p:spPr bwMode="auto">
          <a:xfrm rot="19569614" flipH="0" flipV="1">
            <a:off x="7296705" y="271134"/>
            <a:ext cx="978380" cy="12436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994" y="3140"/>
                </a:moveTo>
                <a:lnTo>
                  <a:pt x="43200" y="0"/>
                </a:lnTo>
                <a:lnTo>
                  <a:pt x="32098" y="38219"/>
                </a:lnTo>
                <a:lnTo>
                  <a:pt x="0" y="43200"/>
                </a:lnTo>
                <a:lnTo>
                  <a:pt x="994" y="314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49000">
                <a:schemeClr val="accent5">
                  <a:lumMod val="20000"/>
                  <a:lumOff val="80000"/>
                  <a:alpha val="99999"/>
                </a:schemeClr>
              </a:gs>
              <a:gs pos="89000">
                <a:schemeClr val="accent6">
                  <a:lumMod val="20000"/>
                  <a:lumOff val="80000"/>
                  <a:alpha val="99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59782803" name=""/>
          <p:cNvSpPr/>
          <p:nvPr/>
        </p:nvSpPr>
        <p:spPr bwMode="auto">
          <a:xfrm rot="5399942" flipH="1" flipV="0">
            <a:off x="9878113" y="-88718"/>
            <a:ext cx="612442" cy="7794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877" y="43145"/>
                </a:moveTo>
                <a:lnTo>
                  <a:pt x="0" y="0"/>
                </a:lnTo>
                <a:lnTo>
                  <a:pt x="43200" y="43200"/>
                </a:lnTo>
                <a:cubicBezTo>
                  <a:pt x="30897" y="43180"/>
                  <a:pt x="18178" y="43164"/>
                  <a:pt x="5877" y="4314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6408513" name=""/>
          <p:cNvSpPr/>
          <p:nvPr/>
        </p:nvSpPr>
        <p:spPr bwMode="auto">
          <a:xfrm rot="0" flipH="0" flipV="1">
            <a:off x="0" y="3633104"/>
            <a:ext cx="748390" cy="5578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146"/>
                </a:moveTo>
                <a:lnTo>
                  <a:pt x="0" y="0"/>
                </a:lnTo>
                <a:lnTo>
                  <a:pt x="43200" y="43200"/>
                </a:lnTo>
                <a:lnTo>
                  <a:pt x="0" y="42146"/>
                </a:lnTo>
                <a:close/>
              </a:path>
            </a:pathLst>
          </a:custGeom>
          <a:gradFill>
            <a:gsLst>
              <a:gs pos="21000">
                <a:schemeClr val="accent2">
                  <a:lumMod val="20000"/>
                  <a:lumOff val="80000"/>
                  <a:alpha val="80000"/>
                </a:schemeClr>
              </a:gs>
              <a:gs pos="67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6328127" name=""/>
          <p:cNvSpPr/>
          <p:nvPr/>
        </p:nvSpPr>
        <p:spPr bwMode="auto">
          <a:xfrm rot="16199998" flipH="1" flipV="0">
            <a:off x="3088823" y="35040"/>
            <a:ext cx="1232269" cy="11621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794"/>
                </a:moveTo>
                <a:lnTo>
                  <a:pt x="32662" y="0"/>
                </a:lnTo>
                <a:lnTo>
                  <a:pt x="43200" y="43200"/>
                </a:lnTo>
                <a:cubicBezTo>
                  <a:pt x="28870" y="43195"/>
                  <a:pt x="14328" y="42798"/>
                  <a:pt x="0" y="42794"/>
                </a:cubicBezTo>
                <a:close/>
              </a:path>
            </a:pathLst>
          </a:custGeom>
          <a:gradFill>
            <a:gsLst>
              <a:gs pos="1000">
                <a:schemeClr val="accent1">
                  <a:lumMod val="20000"/>
                  <a:lumOff val="80000"/>
                  <a:alpha val="99999"/>
                </a:schemeClr>
              </a:gs>
              <a:gs pos="51000">
                <a:schemeClr val="accent2">
                  <a:lumMod val="20000"/>
                  <a:lumOff val="80000"/>
                  <a:alpha val="99999"/>
                </a:schemeClr>
              </a:gs>
              <a:gs pos="83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7474115" name=""/>
          <p:cNvSpPr/>
          <p:nvPr/>
        </p:nvSpPr>
        <p:spPr bwMode="auto">
          <a:xfrm rot="0" flipH="0" flipV="0">
            <a:off x="9" y="-9"/>
            <a:ext cx="1362189" cy="11225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33275" y="261"/>
                </a:lnTo>
                <a:lnTo>
                  <a:pt x="43200" y="24871"/>
                </a:lnTo>
                <a:lnTo>
                  <a:pt x="2464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5">
                  <a:lumMod val="40000"/>
                  <a:lumOff val="60000"/>
                  <a:alpha val="74000"/>
                </a:schemeClr>
              </a:gs>
              <a:gs pos="33000">
                <a:schemeClr val="accent2">
                  <a:lumMod val="20000"/>
                  <a:lumOff val="80000"/>
                  <a:alpha val="74000"/>
                </a:schemeClr>
              </a:gs>
              <a:gs pos="85000">
                <a:schemeClr val="bg2">
                  <a:alpha val="74000"/>
                </a:schemeClr>
              </a:gs>
              <a:gs pos="100000">
                <a:schemeClr val="bg1">
                  <a:lumMod val="95000"/>
                  <a:alpha val="74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39066397" name=""/>
          <p:cNvSpPr/>
          <p:nvPr/>
        </p:nvSpPr>
        <p:spPr bwMode="auto">
          <a:xfrm rot="0" flipH="0" flipV="0">
            <a:off x="2462991" y="928686"/>
            <a:ext cx="2185987" cy="7238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268" y="0"/>
                </a:moveTo>
                <a:lnTo>
                  <a:pt x="36235" y="17621"/>
                </a:lnTo>
                <a:lnTo>
                  <a:pt x="43200" y="28136"/>
                </a:lnTo>
                <a:lnTo>
                  <a:pt x="0" y="43200"/>
                </a:lnTo>
                <a:lnTo>
                  <a:pt x="13268" y="0"/>
                </a:lnTo>
                <a:close/>
              </a:path>
            </a:pathLst>
          </a:custGeom>
          <a:gradFill>
            <a:gsLst>
              <a:gs pos="17000">
                <a:schemeClr val="accent6">
                  <a:lumMod val="20000"/>
                  <a:lumOff val="80000"/>
                </a:schemeClr>
              </a:gs>
              <a:gs pos="78000">
                <a:schemeClr val="accent2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4831680" name=""/>
          <p:cNvSpPr/>
          <p:nvPr/>
        </p:nvSpPr>
        <p:spPr bwMode="auto">
          <a:xfrm rot="0" flipH="0" flipV="0">
            <a:off x="4281609" y="701386"/>
            <a:ext cx="1090176" cy="10369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94" y="306"/>
                </a:moveTo>
                <a:lnTo>
                  <a:pt x="43200" y="0"/>
                </a:lnTo>
                <a:lnTo>
                  <a:pt x="43170" y="43200"/>
                </a:lnTo>
                <a:lnTo>
                  <a:pt x="0" y="21869"/>
                </a:lnTo>
                <a:lnTo>
                  <a:pt x="12694" y="306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99999"/>
                </a:schemeClr>
              </a:gs>
              <a:gs pos="40000">
                <a:schemeClr val="accent5">
                  <a:lumMod val="20000"/>
                  <a:lumOff val="80000"/>
                  <a:alpha val="99999"/>
                </a:schemeClr>
              </a:gs>
              <a:gs pos="99000">
                <a:schemeClr val="bg1">
                  <a:alpha val="99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279075" name=""/>
          <p:cNvSpPr/>
          <p:nvPr/>
        </p:nvSpPr>
        <p:spPr bwMode="auto">
          <a:xfrm rot="0" flipH="0" flipV="0">
            <a:off x="777106" y="952499"/>
            <a:ext cx="1378623" cy="13554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cubicBezTo>
                  <a:pt x="43200" y="0"/>
                  <a:pt x="33096" y="38061"/>
                  <a:pt x="33096" y="38061"/>
                </a:cubicBezTo>
                <a:cubicBezTo>
                  <a:pt x="33096" y="38061"/>
                  <a:pt x="22765" y="43200"/>
                  <a:pt x="22765" y="43200"/>
                </a:cubicBezTo>
                <a:cubicBezTo>
                  <a:pt x="22765" y="43200"/>
                  <a:pt x="0" y="5418"/>
                  <a:pt x="0" y="5418"/>
                </a:cubicBezTo>
                <a:cubicBezTo>
                  <a:pt x="0" y="5418"/>
                  <a:pt x="43200" y="0"/>
                  <a:pt x="43200" y="0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99999"/>
                </a:schemeClr>
              </a:gs>
              <a:gs pos="57000">
                <a:schemeClr val="accent1">
                  <a:lumMod val="20000"/>
                  <a:lumOff val="80000"/>
                  <a:alpha val="99999"/>
                </a:schemeClr>
              </a:gs>
              <a:gs pos="93000">
                <a:schemeClr val="bg1"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56982973" name=""/>
          <p:cNvSpPr/>
          <p:nvPr/>
        </p:nvSpPr>
        <p:spPr bwMode="auto">
          <a:xfrm rot="5399942" flipH="1" flipV="0">
            <a:off x="7480962" y="-447647"/>
            <a:ext cx="654802" cy="155015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58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6750046" name=""/>
          <p:cNvSpPr/>
          <p:nvPr/>
        </p:nvSpPr>
        <p:spPr bwMode="auto">
          <a:xfrm rot="5399942" flipH="0" flipV="1">
            <a:off x="8790482" y="-484155"/>
            <a:ext cx="523883" cy="14922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199"/>
                </a:moveTo>
                <a:lnTo>
                  <a:pt x="41725" y="0"/>
                </a:lnTo>
                <a:lnTo>
                  <a:pt x="43200" y="43199"/>
                </a:lnTo>
                <a:lnTo>
                  <a:pt x="0" y="4319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0437658" name="Freeform: Shape 76"/>
          <p:cNvSpPr/>
          <p:nvPr/>
        </p:nvSpPr>
        <p:spPr bwMode="auto">
          <a:xfrm rot="11426897" flipH="1" flipV="1">
            <a:off x="8048304" y="426326"/>
            <a:ext cx="880901" cy="69568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0411" y="7276"/>
                </a:moveTo>
                <a:lnTo>
                  <a:pt x="43200" y="0"/>
                </a:lnTo>
                <a:lnTo>
                  <a:pt x="27224" y="43200"/>
                </a:lnTo>
                <a:lnTo>
                  <a:pt x="0" y="21364"/>
                </a:lnTo>
                <a:lnTo>
                  <a:pt x="10411" y="7276"/>
                </a:lnTo>
                <a:close/>
              </a:path>
            </a:pathLst>
          </a:custGeom>
          <a:gradFill>
            <a:gsLst>
              <a:gs pos="2200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1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32564829" name="Freeform: Shape 76"/>
          <p:cNvSpPr/>
          <p:nvPr/>
        </p:nvSpPr>
        <p:spPr bwMode="auto">
          <a:xfrm rot="11426897" flipH="1" flipV="1">
            <a:off x="7088444" y="53192"/>
            <a:ext cx="1230502" cy="72082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7803" y="0"/>
                </a:moveTo>
                <a:lnTo>
                  <a:pt x="43200" y="20431"/>
                </a:lnTo>
                <a:lnTo>
                  <a:pt x="35574" y="34441"/>
                </a:lnTo>
                <a:lnTo>
                  <a:pt x="0" y="43200"/>
                </a:lnTo>
                <a:lnTo>
                  <a:pt x="3780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</a:gsLst>
            <a:lin ang="12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199634" name=""/>
          <p:cNvSpPr/>
          <p:nvPr/>
        </p:nvSpPr>
        <p:spPr bwMode="auto">
          <a:xfrm rot="5399942" flipH="1" flipV="0">
            <a:off x="10368757" y="-574129"/>
            <a:ext cx="608979" cy="17572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7369170" name=""/>
          <p:cNvSpPr/>
          <p:nvPr/>
        </p:nvSpPr>
        <p:spPr bwMode="auto">
          <a:xfrm rot="5705765" flipH="1" flipV="0">
            <a:off x="6379896" y="-61080"/>
            <a:ext cx="640818" cy="72875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062" y="43200"/>
                </a:moveTo>
                <a:lnTo>
                  <a:pt x="0" y="0"/>
                </a:lnTo>
                <a:lnTo>
                  <a:pt x="43200" y="3385"/>
                </a:lnTo>
                <a:lnTo>
                  <a:pt x="2062" y="43200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7407232" name=""/>
          <p:cNvSpPr/>
          <p:nvPr/>
        </p:nvSpPr>
        <p:spPr bwMode="auto">
          <a:xfrm rot="5399942" flipH="1" flipV="0">
            <a:off x="5928453" y="-562600"/>
            <a:ext cx="556920" cy="16821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848"/>
                </a:moveTo>
                <a:lnTo>
                  <a:pt x="43110" y="0"/>
                </a:lnTo>
                <a:lnTo>
                  <a:pt x="43200" y="43200"/>
                </a:lnTo>
                <a:lnTo>
                  <a:pt x="0" y="18848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0886729" name="Freeform: Shape 76"/>
          <p:cNvSpPr/>
          <p:nvPr/>
        </p:nvSpPr>
        <p:spPr bwMode="auto">
          <a:xfrm rot="11426897" flipH="1" flipV="1">
            <a:off x="8749885" y="440974"/>
            <a:ext cx="1766287" cy="73427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474" y="2959"/>
                </a:moveTo>
                <a:lnTo>
                  <a:pt x="43200" y="0"/>
                </a:lnTo>
                <a:lnTo>
                  <a:pt x="14014" y="43200"/>
                </a:lnTo>
                <a:lnTo>
                  <a:pt x="0" y="35186"/>
                </a:lnTo>
                <a:lnTo>
                  <a:pt x="24474" y="2959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99999"/>
                </a:schemeClr>
              </a:gs>
              <a:gs pos="82000">
                <a:schemeClr val="accent2">
                  <a:lumMod val="20000"/>
                  <a:lumOff val="80000"/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8088497" name=""/>
          <p:cNvSpPr/>
          <p:nvPr/>
        </p:nvSpPr>
        <p:spPr bwMode="auto">
          <a:xfrm rot="20703761" flipH="0" flipV="1">
            <a:off x="634343" y="2585077"/>
            <a:ext cx="567320" cy="9367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6890"/>
                </a:moveTo>
                <a:lnTo>
                  <a:pt x="29195" y="0"/>
                </a:lnTo>
                <a:lnTo>
                  <a:pt x="43200" y="43200"/>
                </a:lnTo>
                <a:lnTo>
                  <a:pt x="0" y="3689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41000">
                <a:schemeClr val="accent2">
                  <a:lumMod val="20000"/>
                  <a:lumOff val="80000"/>
                  <a:alpha val="70000"/>
                </a:schemeClr>
              </a:gs>
              <a:gs pos="75000">
                <a:schemeClr val="accent6">
                  <a:lumMod val="20000"/>
                  <a:lumOff val="80000"/>
                  <a:alpha val="7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314746" name=""/>
          <p:cNvSpPr/>
          <p:nvPr/>
        </p:nvSpPr>
        <p:spPr bwMode="auto">
          <a:xfrm rot="5399942" flipH="1" flipV="0">
            <a:off x="2742598" y="-593154"/>
            <a:ext cx="939780" cy="21261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3365"/>
                </a:moveTo>
                <a:lnTo>
                  <a:pt x="43126" y="0"/>
                </a:lnTo>
                <a:lnTo>
                  <a:pt x="43200" y="43200"/>
                </a:lnTo>
                <a:lnTo>
                  <a:pt x="0" y="23365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8243521" name=""/>
          <p:cNvSpPr/>
          <p:nvPr/>
        </p:nvSpPr>
        <p:spPr bwMode="auto">
          <a:xfrm rot="5399999" flipH="0" flipV="0">
            <a:off x="-160866" y="1893321"/>
            <a:ext cx="1383581" cy="1061849"/>
          </a:xfrm>
          <a:custGeom>
            <a:avLst>
              <a:gd name="adj" fmla="val 57907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481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2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120020" name=""/>
          <p:cNvSpPr/>
          <p:nvPr/>
        </p:nvSpPr>
        <p:spPr bwMode="auto">
          <a:xfrm rot="0" flipH="0" flipV="0">
            <a:off x="2154049" y="0"/>
            <a:ext cx="971549" cy="94614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4291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38500">
                <a:schemeClr val="accent6">
                  <a:lumMod val="20000"/>
                  <a:lumOff val="80000"/>
                </a:schemeClr>
              </a:gs>
              <a:gs pos="77000">
                <a:schemeClr val="accent1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778708" name=""/>
          <p:cNvSpPr/>
          <p:nvPr/>
        </p:nvSpPr>
        <p:spPr bwMode="auto">
          <a:xfrm rot="0" flipH="0" flipV="0">
            <a:off x="4595180" y="0"/>
            <a:ext cx="793710" cy="126422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309" y="0"/>
                </a:moveTo>
                <a:lnTo>
                  <a:pt x="43200" y="0"/>
                </a:lnTo>
                <a:lnTo>
                  <a:pt x="41944" y="43200"/>
                </a:lnTo>
                <a:lnTo>
                  <a:pt x="0" y="24558"/>
                </a:lnTo>
                <a:lnTo>
                  <a:pt x="1130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70000"/>
                </a:schemeClr>
              </a:gs>
              <a:gs pos="25000">
                <a:schemeClr val="accent2">
                  <a:lumMod val="20000"/>
                  <a:lumOff val="80000"/>
                  <a:alpha val="70000"/>
                </a:schemeClr>
              </a:gs>
              <a:gs pos="71000">
                <a:schemeClr val="accent5">
                  <a:lumMod val="20000"/>
                  <a:lumOff val="80000"/>
                  <a:alpha val="7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698829" name=""/>
          <p:cNvSpPr/>
          <p:nvPr/>
        </p:nvSpPr>
        <p:spPr bwMode="auto">
          <a:xfrm rot="19348853" flipH="0" flipV="0">
            <a:off x="5213885" y="1225494"/>
            <a:ext cx="536505" cy="422201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8679"/>
                </a:moveTo>
                <a:lnTo>
                  <a:pt x="23116" y="0"/>
                </a:lnTo>
                <a:lnTo>
                  <a:pt x="43200" y="43200"/>
                </a:lnTo>
                <a:lnTo>
                  <a:pt x="0" y="38679"/>
                </a:lnTo>
                <a:close/>
              </a:path>
            </a:pathLst>
          </a:custGeom>
          <a:gradFill>
            <a:gsLst>
              <a:gs pos="38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6085229" name=""/>
          <p:cNvSpPr/>
          <p:nvPr/>
        </p:nvSpPr>
        <p:spPr bwMode="auto">
          <a:xfrm rot="0" flipH="0" flipV="0">
            <a:off x="7972952" y="0"/>
            <a:ext cx="1821656" cy="50601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99" y="0"/>
                </a:moveTo>
                <a:lnTo>
                  <a:pt x="43200" y="0"/>
                </a:lnTo>
                <a:lnTo>
                  <a:pt x="7905" y="43200"/>
                </a:lnTo>
                <a:lnTo>
                  <a:pt x="0" y="21345"/>
                </a:lnTo>
                <a:lnTo>
                  <a:pt x="1439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2198547" name=""/>
          <p:cNvSpPr/>
          <p:nvPr/>
        </p:nvSpPr>
        <p:spPr bwMode="auto">
          <a:xfrm rot="0" flipH="0" flipV="0">
            <a:off x="11613390" y="-5210"/>
            <a:ext cx="579713" cy="63165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2569" y="0"/>
                </a:moveTo>
                <a:lnTo>
                  <a:pt x="43116" y="0"/>
                </a:lnTo>
                <a:lnTo>
                  <a:pt x="43200" y="43200"/>
                </a:lnTo>
                <a:lnTo>
                  <a:pt x="0" y="34870"/>
                </a:lnTo>
                <a:lnTo>
                  <a:pt x="2256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2000">
                <a:schemeClr val="accent5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0453675" name=""/>
          <p:cNvSpPr/>
          <p:nvPr/>
        </p:nvSpPr>
        <p:spPr bwMode="auto">
          <a:xfrm rot="0" flipH="1" flipV="1">
            <a:off x="11164302" y="238"/>
            <a:ext cx="751973" cy="460971"/>
          </a:xfrm>
          <a:prstGeom prst="rtTriangle">
            <a:avLst/>
          </a:prstGeom>
          <a:gradFill>
            <a:gsLst>
              <a:gs pos="47000">
                <a:schemeClr val="accent5">
                  <a:lumMod val="20000"/>
                  <a:lumOff val="80000"/>
                  <a:alpha val="99999"/>
                </a:schemeClr>
              </a:gs>
              <a:gs pos="62000">
                <a:schemeClr val="accent2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190727" name=""/>
          <p:cNvSpPr/>
          <p:nvPr/>
        </p:nvSpPr>
        <p:spPr bwMode="auto">
          <a:xfrm rot="19706571" flipH="0" flipV="0">
            <a:off x="3222089" y="671607"/>
            <a:ext cx="905531" cy="849058"/>
          </a:xfrm>
          <a:custGeom>
            <a:avLst>
              <a:gd name="adj" fmla="val 52679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033"/>
                </a:moveTo>
                <a:lnTo>
                  <a:pt x="4085" y="0"/>
                </a:lnTo>
                <a:lnTo>
                  <a:pt x="43200" y="43200"/>
                </a:lnTo>
                <a:lnTo>
                  <a:pt x="0" y="340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60000"/>
                </a:schemeClr>
              </a:gs>
              <a:gs pos="20000">
                <a:schemeClr val="accent2">
                  <a:lumMod val="20000"/>
                  <a:lumOff val="80000"/>
                  <a:alpha val="60000"/>
                </a:schemeClr>
              </a:gs>
              <a:gs pos="67000">
                <a:schemeClr val="accent1">
                  <a:lumMod val="20000"/>
                  <a:lumOff val="80000"/>
                  <a:alpha val="60000"/>
                </a:schemeClr>
              </a:gs>
              <a:gs pos="87000">
                <a:schemeClr val="bg1">
                  <a:lumMod val="95000"/>
                  <a:alpha val="6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28468008" name=""/>
          <p:cNvSpPr/>
          <p:nvPr/>
        </p:nvSpPr>
        <p:spPr bwMode="auto">
          <a:xfrm rot="289299" flipH="0" flipV="0">
            <a:off x="10849788" y="103150"/>
            <a:ext cx="807090" cy="376130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895"/>
                </a:moveTo>
                <a:lnTo>
                  <a:pt x="26846" y="0"/>
                </a:lnTo>
                <a:lnTo>
                  <a:pt x="43200" y="43200"/>
                </a:lnTo>
                <a:lnTo>
                  <a:pt x="0" y="428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5465019" name=""/>
          <p:cNvSpPr/>
          <p:nvPr/>
        </p:nvSpPr>
        <p:spPr bwMode="auto">
          <a:xfrm rot="16199998" flipH="0" flipV="0">
            <a:off x="11786584" y="472243"/>
            <a:ext cx="557831" cy="25299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1788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31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6143162" name=""/>
          <p:cNvSpPr/>
          <p:nvPr/>
        </p:nvSpPr>
        <p:spPr bwMode="auto">
          <a:xfrm rot="18263218" flipH="1" flipV="0">
            <a:off x="11394324" y="75175"/>
            <a:ext cx="205096" cy="4584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406" y="0"/>
                </a:lnTo>
                <a:lnTo>
                  <a:pt x="43200" y="4296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34000">
              <a:srgbClr val="FFFFFF">
                <a:alpha val="49999"/>
              </a:srgb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5634891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1"/>
            <a:ext cx="12191966" cy="2686048"/>
          </a:xfrm>
          <a:prstGeom prst="rect">
            <a:avLst/>
          </a:prstGeom>
        </p:spPr>
      </p:pic>
      <p:sp>
        <p:nvSpPr>
          <p:cNvPr id="717598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30066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7024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6372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62906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57041060" name="Freeform: Shape 76"/>
          <p:cNvSpPr/>
          <p:nvPr/>
        </p:nvSpPr>
        <p:spPr bwMode="auto">
          <a:xfrm rot="16199969" flipH="1" flipV="0">
            <a:off x="96169" y="-96159"/>
            <a:ext cx="965667" cy="11579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46000">
                <a:schemeClr val="accent2">
                  <a:lumMod val="20000"/>
                  <a:lumOff val="80000"/>
                  <a:alpha val="99999"/>
                </a:schemeClr>
              </a:gs>
              <a:gs pos="92000">
                <a:schemeClr val="bg2"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4830477" name=""/>
          <p:cNvSpPr/>
          <p:nvPr/>
        </p:nvSpPr>
        <p:spPr bwMode="auto">
          <a:xfrm rot="10799952" flipH="1" flipV="0">
            <a:off x="8871368" y="4525554"/>
            <a:ext cx="3320615" cy="23324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013"/>
                </a:lnTo>
                <a:lnTo>
                  <a:pt x="24409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122065" name="Freeform: Shape 76"/>
          <p:cNvSpPr/>
          <p:nvPr/>
        </p:nvSpPr>
        <p:spPr bwMode="auto">
          <a:xfrm rot="0" flipH="1" flipV="1">
            <a:off x="9892961" y="5590442"/>
            <a:ext cx="1453413" cy="1267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31" y="0"/>
                </a:moveTo>
                <a:lnTo>
                  <a:pt x="23412" y="0"/>
                </a:lnTo>
                <a:lnTo>
                  <a:pt x="43200" y="43200"/>
                </a:lnTo>
                <a:lnTo>
                  <a:pt x="0" y="36799"/>
                </a:lnTo>
                <a:lnTo>
                  <a:pt x="7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57999"/>
                </a:schemeClr>
              </a:gs>
              <a:gs pos="21000">
                <a:schemeClr val="accent5">
                  <a:lumMod val="40000"/>
                  <a:lumOff val="60000"/>
                  <a:alpha val="57999"/>
                </a:schemeClr>
              </a:gs>
              <a:gs pos="93000">
                <a:schemeClr val="accent2">
                  <a:lumMod val="20000"/>
                  <a:lumOff val="80000"/>
                  <a:alpha val="57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3820846" name=""/>
          <p:cNvSpPr/>
          <p:nvPr/>
        </p:nvSpPr>
        <p:spPr bwMode="auto">
          <a:xfrm rot="16199824" flipH="1" flipV="1">
            <a:off x="8748468" y="5732723"/>
            <a:ext cx="579181" cy="167128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56000">
                <a:schemeClr val="accent5">
                  <a:lumMod val="20000"/>
                  <a:lumOff val="80000"/>
                  <a:alpha val="7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2028606" name=""/>
          <p:cNvSpPr/>
          <p:nvPr/>
        </p:nvSpPr>
        <p:spPr bwMode="auto">
          <a:xfrm rot="0" flipH="1" flipV="0">
            <a:off x="11296617" y="5953125"/>
            <a:ext cx="895349" cy="904874"/>
          </a:xfrm>
          <a:prstGeom prst="rtTriangle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64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7754510" name=""/>
          <p:cNvSpPr/>
          <p:nvPr/>
        </p:nvSpPr>
        <p:spPr bwMode="auto">
          <a:xfrm flipH="0" flipV="0">
            <a:off x="11463063" y="4332626"/>
            <a:ext cx="728936" cy="906123"/>
          </a:xfrm>
          <a:custGeom>
            <a:avLst/>
            <a:gdLst/>
            <a:ahLst/>
            <a:cxnLst/>
            <a:rect l="0" t="0" r="r" b="b"/>
            <a:pathLst>
              <a:path w="728936" h="857250" fill="norm" stroke="1" extrusionOk="0">
                <a:moveTo>
                  <a:pt x="728936" y="857250"/>
                </a:moveTo>
                <a:cubicBezTo>
                  <a:pt x="728936" y="857250"/>
                  <a:pt x="727530" y="856468"/>
                  <a:pt x="727530" y="856468"/>
                </a:cubicBezTo>
                <a:cubicBezTo>
                  <a:pt x="727530" y="856468"/>
                  <a:pt x="728911" y="628022"/>
                  <a:pt x="728911" y="628022"/>
                </a:cubicBezTo>
                <a:cubicBezTo>
                  <a:pt x="728911" y="628022"/>
                  <a:pt x="0" y="404964"/>
                  <a:pt x="0" y="404964"/>
                </a:cubicBezTo>
                <a:cubicBezTo>
                  <a:pt x="0" y="404964"/>
                  <a:pt x="728936" y="0"/>
                  <a:pt x="728936" y="0"/>
                </a:cubicBezTo>
                <a:cubicBezTo>
                  <a:pt x="728936" y="0"/>
                  <a:pt x="728936" y="857250"/>
                  <a:pt x="728936" y="85725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</a:schemeClr>
              </a:gs>
              <a:gs pos="66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78289980" name=""/>
          <p:cNvSpPr/>
          <p:nvPr/>
        </p:nvSpPr>
        <p:spPr bwMode="auto">
          <a:xfrm rot="0" flipH="1" flipV="0">
            <a:off x="9870980" y="4972048"/>
            <a:ext cx="2321017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48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168945" name=""/>
          <p:cNvSpPr/>
          <p:nvPr/>
        </p:nvSpPr>
        <p:spPr bwMode="auto">
          <a:xfrm rot="10799952" flipH="0" flipV="0">
            <a:off x="9870965" y="4785771"/>
            <a:ext cx="2322634" cy="207224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2420" y="0"/>
                </a:lnTo>
                <a:lnTo>
                  <a:pt x="43200" y="26232"/>
                </a:lnTo>
                <a:lnTo>
                  <a:pt x="30618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9999"/>
                </a:schemeClr>
              </a:gs>
              <a:gs pos="52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rgbClr val="FFFFFF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139812" name=""/>
          <p:cNvSpPr/>
          <p:nvPr/>
        </p:nvSpPr>
        <p:spPr bwMode="auto">
          <a:xfrm rot="0" flipH="0" flipV="0">
            <a:off x="4816812" y="4755696"/>
            <a:ext cx="2605562" cy="209341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412"/>
                </a:moveTo>
                <a:lnTo>
                  <a:pt x="31242" y="0"/>
                </a:lnTo>
                <a:lnTo>
                  <a:pt x="43200" y="26114"/>
                </a:lnTo>
                <a:lnTo>
                  <a:pt x="15596" y="43200"/>
                </a:lnTo>
                <a:lnTo>
                  <a:pt x="0" y="25412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70000"/>
                </a:schemeClr>
              </a:gs>
              <a:gs pos="5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982619" name="Freeform: Shape 76"/>
          <p:cNvSpPr/>
          <p:nvPr/>
        </p:nvSpPr>
        <p:spPr bwMode="auto">
          <a:xfrm rot="0" flipH="0" flipV="0">
            <a:off x="4816812" y="4755470"/>
            <a:ext cx="1925205" cy="123167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014" y="954"/>
                </a:moveTo>
                <a:lnTo>
                  <a:pt x="43022" y="0"/>
                </a:lnTo>
                <a:lnTo>
                  <a:pt x="43200" y="246"/>
                </a:lnTo>
                <a:lnTo>
                  <a:pt x="0" y="43200"/>
                </a:lnTo>
                <a:lnTo>
                  <a:pt x="12014" y="95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35973577" name=""/>
          <p:cNvSpPr/>
          <p:nvPr/>
        </p:nvSpPr>
        <p:spPr bwMode="auto">
          <a:xfrm rot="4648072" flipH="1" flipV="0">
            <a:off x="2946022" y="4989852"/>
            <a:ext cx="1050125" cy="15825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988" y="43200"/>
                </a:moveTo>
                <a:lnTo>
                  <a:pt x="0" y="0"/>
                </a:lnTo>
                <a:lnTo>
                  <a:pt x="43200" y="41814"/>
                </a:lnTo>
                <a:lnTo>
                  <a:pt x="1798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0000"/>
                </a:schemeClr>
              </a:gs>
              <a:gs pos="58000">
                <a:schemeClr val="accent2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5376587" name=""/>
          <p:cNvSpPr/>
          <p:nvPr/>
        </p:nvSpPr>
        <p:spPr bwMode="auto">
          <a:xfrm rot="5799100" flipH="1" flipV="0">
            <a:off x="8061594" y="5200907"/>
            <a:ext cx="1668753" cy="18536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8272" y="0"/>
                </a:lnTo>
                <a:lnTo>
                  <a:pt x="43200" y="18655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9871268" name="Freeform: Shape 76"/>
          <p:cNvSpPr/>
          <p:nvPr/>
        </p:nvSpPr>
        <p:spPr bwMode="auto">
          <a:xfrm rot="19569579" flipH="0" flipV="1">
            <a:off x="1742493" y="5926128"/>
            <a:ext cx="2557926" cy="98943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03" y="16530"/>
                </a:moveTo>
                <a:lnTo>
                  <a:pt x="43200" y="0"/>
                </a:lnTo>
                <a:lnTo>
                  <a:pt x="21088" y="43200"/>
                </a:lnTo>
                <a:lnTo>
                  <a:pt x="0" y="36059"/>
                </a:lnTo>
                <a:lnTo>
                  <a:pt x="11003" y="1653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49000">
                <a:schemeClr val="accent5">
                  <a:lumMod val="20000"/>
                  <a:lumOff val="80000"/>
                  <a:alpha val="84999"/>
                </a:schemeClr>
              </a:gs>
              <a:gs pos="89000">
                <a:schemeClr val="accent6">
                  <a:lumMod val="20000"/>
                  <a:lumOff val="80000"/>
                  <a:alpha val="84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7309843" name=""/>
          <p:cNvSpPr/>
          <p:nvPr/>
        </p:nvSpPr>
        <p:spPr bwMode="auto">
          <a:xfrm rot="0" flipH="0" flipV="0">
            <a:off x="2639668" y="4782910"/>
            <a:ext cx="3192490" cy="206828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640"/>
                </a:moveTo>
                <a:lnTo>
                  <a:pt x="36917" y="0"/>
                </a:lnTo>
                <a:lnTo>
                  <a:pt x="43200" y="43200"/>
                </a:lnTo>
                <a:lnTo>
                  <a:pt x="22923" y="27994"/>
                </a:lnTo>
                <a:lnTo>
                  <a:pt x="0" y="13640"/>
                </a:lnTo>
                <a:close/>
              </a:path>
            </a:pathLst>
          </a:custGeom>
          <a:gradFill>
            <a:gsLst>
              <a:gs pos="17000">
                <a:schemeClr val="accent5">
                  <a:lumMod val="40000"/>
                  <a:lumOff val="60000"/>
                  <a:alpha val="62000"/>
                </a:schemeClr>
              </a:gs>
              <a:gs pos="47000">
                <a:schemeClr val="accent2">
                  <a:lumMod val="20000"/>
                  <a:lumOff val="8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385615" name=""/>
          <p:cNvSpPr/>
          <p:nvPr/>
        </p:nvSpPr>
        <p:spPr bwMode="auto">
          <a:xfrm rot="0" flipH="0" flipV="0">
            <a:off x="7913886" y="5293178"/>
            <a:ext cx="1211035" cy="126597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20" y="0"/>
                </a:moveTo>
                <a:lnTo>
                  <a:pt x="43200" y="695"/>
                </a:lnTo>
                <a:lnTo>
                  <a:pt x="42660" y="43200"/>
                </a:lnTo>
                <a:lnTo>
                  <a:pt x="0" y="17179"/>
                </a:lnTo>
                <a:lnTo>
                  <a:pt x="1262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84999"/>
                </a:schemeClr>
              </a:gs>
              <a:gs pos="67000">
                <a:schemeClr val="accent5">
                  <a:lumMod val="20000"/>
                  <a:lumOff val="80000"/>
                  <a:alpha val="84999"/>
                </a:schemeClr>
              </a:gs>
              <a:gs pos="87000">
                <a:schemeClr val="accent5">
                  <a:lumMod val="20000"/>
                  <a:lumOff val="80000"/>
                  <a:alpha val="84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7760592" name=""/>
          <p:cNvSpPr/>
          <p:nvPr/>
        </p:nvSpPr>
        <p:spPr bwMode="auto">
          <a:xfrm rot="0" flipH="0" flipV="0">
            <a:off x="6701196" y="4755696"/>
            <a:ext cx="1569387" cy="127206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18097"/>
                </a:moveTo>
                <a:cubicBezTo>
                  <a:pt x="43200" y="18097"/>
                  <a:pt x="33291" y="34848"/>
                  <a:pt x="33291" y="34848"/>
                </a:cubicBezTo>
                <a:cubicBezTo>
                  <a:pt x="33291" y="34848"/>
                  <a:pt x="19747" y="43200"/>
                  <a:pt x="19747" y="43200"/>
                </a:cubicBezTo>
                <a:cubicBezTo>
                  <a:pt x="19747" y="43200"/>
                  <a:pt x="0" y="0"/>
                  <a:pt x="0" y="0"/>
                </a:cubicBezTo>
                <a:cubicBezTo>
                  <a:pt x="0" y="0"/>
                  <a:pt x="43200" y="18097"/>
                  <a:pt x="43200" y="18097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69000"/>
                </a:schemeClr>
              </a:gs>
              <a:gs pos="57000">
                <a:schemeClr val="accent1">
                  <a:lumMod val="20000"/>
                  <a:lumOff val="80000"/>
                  <a:alpha val="69000"/>
                </a:schemeClr>
              </a:gs>
              <a:gs pos="93000">
                <a:schemeClr val="bg1">
                  <a:alpha val="69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90437026" name=""/>
          <p:cNvSpPr/>
          <p:nvPr/>
        </p:nvSpPr>
        <p:spPr bwMode="auto">
          <a:xfrm rot="5705731" flipH="1" flipV="0">
            <a:off x="7635013" y="6041267"/>
            <a:ext cx="1042656" cy="5553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067"/>
                </a:moveTo>
                <a:lnTo>
                  <a:pt x="30201" y="0"/>
                </a:lnTo>
                <a:lnTo>
                  <a:pt x="43200" y="43200"/>
                </a:lnTo>
                <a:lnTo>
                  <a:pt x="0" y="37067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6532851" name=""/>
          <p:cNvSpPr/>
          <p:nvPr/>
        </p:nvSpPr>
        <p:spPr bwMode="auto">
          <a:xfrm rot="5399976" flipH="0" flipV="0">
            <a:off x="10424986" y="5657862"/>
            <a:ext cx="608978" cy="179128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9499472" name=""/>
          <p:cNvSpPr/>
          <p:nvPr/>
        </p:nvSpPr>
        <p:spPr bwMode="auto">
          <a:xfrm rot="5799100" flipH="0" flipV="0">
            <a:off x="9423653" y="5045918"/>
            <a:ext cx="918253" cy="1639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5844" y="0"/>
                </a:lnTo>
                <a:lnTo>
                  <a:pt x="43200" y="2342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7777969" name=""/>
          <p:cNvSpPr/>
          <p:nvPr/>
        </p:nvSpPr>
        <p:spPr bwMode="auto">
          <a:xfrm rot="0">
            <a:off x="2819" y="5750295"/>
            <a:ext cx="1519200" cy="60081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6205"/>
                </a:moveTo>
                <a:cubicBezTo>
                  <a:pt x="43200" y="6205"/>
                  <a:pt x="0" y="43200"/>
                  <a:pt x="0" y="43200"/>
                </a:cubicBezTo>
                <a:cubicBezTo>
                  <a:pt x="0" y="43200"/>
                  <a:pt x="0" y="0"/>
                  <a:pt x="0" y="0"/>
                </a:cubicBezTo>
                <a:cubicBezTo>
                  <a:pt x="0" y="0"/>
                  <a:pt x="43200" y="6205"/>
                  <a:pt x="43200" y="620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198525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233486"/>
            <a:ext cx="10515600" cy="1814511"/>
          </a:xfrm>
        </p:spPr>
        <p:txBody>
          <a:bodyPr anchor="b"/>
          <a:lstStyle>
            <a:lvl1pPr algn="ctr">
              <a:defRPr sz="56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36774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3047999"/>
            <a:ext cx="10515600" cy="12001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987581" name="Freeform: Shape 76"/>
          <p:cNvSpPr/>
          <p:nvPr/>
        </p:nvSpPr>
        <p:spPr bwMode="auto">
          <a:xfrm rot="7877767" flipH="0" flipV="1">
            <a:off x="222984" y="5133745"/>
            <a:ext cx="2422670" cy="16858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29315" y="43200"/>
                </a:lnTo>
                <a:lnTo>
                  <a:pt x="0" y="35681"/>
                </a:lnTo>
                <a:lnTo>
                  <a:pt x="18774" y="20897"/>
                </a:lnTo>
                <a:lnTo>
                  <a:pt x="4320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82000">
                <a:schemeClr val="accent2">
                  <a:lumMod val="20000"/>
                  <a:lumOff val="80000"/>
                  <a:alpha val="84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20488616" name=""/>
          <p:cNvSpPr/>
          <p:nvPr/>
        </p:nvSpPr>
        <p:spPr bwMode="auto">
          <a:xfrm rot="0" flipH="0" flipV="0">
            <a:off x="0" y="6300106"/>
            <a:ext cx="1775113" cy="557892"/>
          </a:xfrm>
          <a:prstGeom prst="rtTriangle">
            <a:avLst/>
          </a:prstGeom>
          <a:gradFill>
            <a:gsLst>
              <a:gs pos="28000">
                <a:schemeClr val="accent5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36230" name=""/>
          <p:cNvSpPr/>
          <p:nvPr/>
        </p:nvSpPr>
        <p:spPr bwMode="auto">
          <a:xfrm rot="0" flipH="1" flipV="0">
            <a:off x="2582318" y="6121977"/>
            <a:ext cx="1775113" cy="7360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80000"/>
                </a:schemeClr>
              </a:gs>
              <a:gs pos="69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063774" name=""/>
          <p:cNvSpPr/>
          <p:nvPr/>
        </p:nvSpPr>
        <p:spPr bwMode="auto">
          <a:xfrm rot="0" flipH="1" flipV="0">
            <a:off x="5684062" y="5762624"/>
            <a:ext cx="2251981" cy="1095374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85280157" name="Freeform: Shape 76"/>
          <p:cNvSpPr/>
          <p:nvPr/>
        </p:nvSpPr>
        <p:spPr bwMode="auto">
          <a:xfrm rot="0" flipH="0" flipV="1">
            <a:off x="4299535" y="5980339"/>
            <a:ext cx="1539064" cy="87766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3" y="0"/>
                </a:moveTo>
                <a:lnTo>
                  <a:pt x="43200" y="0"/>
                </a:lnTo>
                <a:lnTo>
                  <a:pt x="14190" y="43200"/>
                </a:lnTo>
                <a:lnTo>
                  <a:pt x="0" y="36501"/>
                </a:lnTo>
                <a:lnTo>
                  <a:pt x="36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2">
                  <a:lumMod val="20000"/>
                  <a:lumOff val="80000"/>
                </a:schemeClr>
              </a:gs>
              <a:gs pos="85000">
                <a:schemeClr val="accent5">
                  <a:lumMod val="40000"/>
                  <a:lumOff val="60000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35373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2249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8027350" name=""/>
          <p:cNvSpPr/>
          <p:nvPr/>
        </p:nvSpPr>
        <p:spPr bwMode="auto">
          <a:xfrm rot="5399976" flipH="0" flipV="1">
            <a:off x="8556798" y="5576768"/>
            <a:ext cx="557879" cy="200457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413778" name=""/>
          <p:cNvSpPr/>
          <p:nvPr/>
        </p:nvSpPr>
        <p:spPr bwMode="auto">
          <a:xfrm rot="0" flipH="0" flipV="1">
            <a:off x="9831217" y="6259285"/>
            <a:ext cx="796017" cy="591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9" y="40220"/>
                </a:moveTo>
                <a:lnTo>
                  <a:pt x="0" y="0"/>
                </a:lnTo>
                <a:lnTo>
                  <a:pt x="43200" y="43200"/>
                </a:lnTo>
                <a:lnTo>
                  <a:pt x="369" y="4022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1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9646316" name=""/>
          <p:cNvSpPr/>
          <p:nvPr/>
        </p:nvSpPr>
        <p:spPr bwMode="auto">
          <a:xfrm rot="0" flipH="0" flipV="0">
            <a:off x="10640842" y="6252481"/>
            <a:ext cx="1551156" cy="6055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2671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  <a:alpha val="49999"/>
                </a:schemeClr>
              </a:gs>
              <a:gs pos="70000">
                <a:schemeClr val="accent2">
                  <a:lumMod val="20000"/>
                  <a:lumOff val="8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056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7277023" name=""/>
          <p:cNvSpPr/>
          <p:nvPr/>
        </p:nvSpPr>
        <p:spPr bwMode="auto">
          <a:xfrm rot="5399976" flipH="0" flipV="1">
            <a:off x="11479904" y="5536904"/>
            <a:ext cx="383300" cy="104088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70000"/>
                </a:schemeClr>
              </a:gs>
              <a:gs pos="24000">
                <a:schemeClr val="accent6">
                  <a:lumMod val="20000"/>
                  <a:lumOff val="80000"/>
                  <a:alpha val="70000"/>
                </a:schemeClr>
              </a:gs>
              <a:gs pos="88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555246" name=""/>
          <p:cNvSpPr/>
          <p:nvPr/>
        </p:nvSpPr>
        <p:spPr bwMode="auto">
          <a:xfrm rot="0" flipH="1" flipV="0">
            <a:off x="1789384" y="5440259"/>
            <a:ext cx="937846" cy="140308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159"/>
                </a:moveTo>
                <a:lnTo>
                  <a:pt x="4033" y="0"/>
                </a:lnTo>
                <a:lnTo>
                  <a:pt x="43200" y="43200"/>
                </a:lnTo>
                <a:lnTo>
                  <a:pt x="0" y="18159"/>
                </a:lnTo>
                <a:close/>
              </a:path>
            </a:pathLst>
          </a:custGeom>
          <a:gradFill>
            <a:gsLst>
              <a:gs pos="32000">
                <a:schemeClr val="accent5">
                  <a:lumMod val="20000"/>
                  <a:lumOff val="80000"/>
                  <a:alpha val="80000"/>
                </a:schemeClr>
              </a:gs>
              <a:gs pos="56000">
                <a:schemeClr val="accent1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52005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pic>
        <p:nvPicPr>
          <p:cNvPr id="1051515692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0"/>
            <a:ext cx="12191965" cy="2686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chemeClr val="bg1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899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92843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26508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55669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7083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42186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63704251" name=""/>
          <p:cNvSpPr/>
          <p:nvPr/>
        </p:nvSpPr>
        <p:spPr bwMode="auto">
          <a:xfrm rot="10799952" flipH="1" flipV="1">
            <a:off x="10043537" y="14"/>
            <a:ext cx="2148440" cy="16625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4783023" name=""/>
          <p:cNvSpPr/>
          <p:nvPr/>
        </p:nvSpPr>
        <p:spPr bwMode="auto">
          <a:xfrm rot="0" flipH="1" flipV="0">
            <a:off x="10514045" y="29"/>
            <a:ext cx="1677952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8636120" name=""/>
          <p:cNvSpPr/>
          <p:nvPr/>
        </p:nvSpPr>
        <p:spPr bwMode="auto">
          <a:xfrm rot="16199998" flipH="0" flipV="0">
            <a:off x="9704414" y="-697051"/>
            <a:ext cx="632113" cy="20088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782428" name=""/>
          <p:cNvSpPr/>
          <p:nvPr/>
        </p:nvSpPr>
        <p:spPr bwMode="auto">
          <a:xfrm rot="0" flipH="1" flipV="0">
            <a:off x="11326500" y="916810"/>
            <a:ext cx="865467" cy="135013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50000">
              <a:srgbClr val="FFFFFF">
                <a:alpha val="49999"/>
              </a:srgbClr>
            </a:gs>
            <a:gs pos="75000">
              <a:schemeClr val="bg1">
                <a:alpha val="49999"/>
              </a:schemeClr>
            </a:gs>
            <a:gs pos="100000">
              <a:schemeClr val="accent1">
                <a:lumMod val="20000"/>
                <a:lumOff val="80000"/>
                <a:alpha val="49999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10611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0728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76352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70324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807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456986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93751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23517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34999921" name=""/>
          <p:cNvSpPr/>
          <p:nvPr/>
        </p:nvSpPr>
        <p:spPr bwMode="auto">
          <a:xfrm rot="10799952" flipH="1" flipV="1">
            <a:off x="10043537" y="13"/>
            <a:ext cx="2148440" cy="16625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363918" name=""/>
          <p:cNvSpPr/>
          <p:nvPr/>
        </p:nvSpPr>
        <p:spPr bwMode="auto">
          <a:xfrm rot="0" flipH="1" flipV="0">
            <a:off x="10514044" y="28"/>
            <a:ext cx="1677951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8363362" name=""/>
          <p:cNvSpPr/>
          <p:nvPr/>
        </p:nvSpPr>
        <p:spPr bwMode="auto">
          <a:xfrm rot="16199998" flipH="0" flipV="0">
            <a:off x="9704414" y="-697050"/>
            <a:ext cx="632112" cy="200889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8243274" name=""/>
          <p:cNvSpPr/>
          <p:nvPr/>
        </p:nvSpPr>
        <p:spPr bwMode="auto">
          <a:xfrm rot="0" flipH="1" flipV="0">
            <a:off x="11326500" y="916809"/>
            <a:ext cx="865467" cy="135013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4000">
              <a:srgbClr val="FFFFFF"/>
            </a:gs>
          </a:gsLst>
          <a:lin ang="14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3651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407385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268681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31472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14439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29530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60934839" name="Freeform: Shape 76"/>
          <p:cNvSpPr/>
          <p:nvPr/>
        </p:nvSpPr>
        <p:spPr bwMode="auto">
          <a:xfrm rot="16199969" flipH="1" flipV="0">
            <a:off x="96167" y="-96158"/>
            <a:ext cx="965666" cy="115799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49999"/>
                </a:schemeClr>
              </a:gs>
              <a:gs pos="64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bg2">
                  <a:alpha val="4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11000">
              <a:schemeClr val="bg1">
                <a:alpha val="49999"/>
              </a:schemeClr>
            </a:gs>
            <a:gs pos="41000">
              <a:schemeClr val="bg1">
                <a:alpha val="49999"/>
              </a:schemeClr>
            </a:gs>
            <a:gs pos="90000">
              <a:schemeClr val="accent2">
                <a:lumMod val="20000"/>
                <a:lumOff val="80000"/>
                <a:alpha val="49999"/>
              </a:schemeClr>
            </a:gs>
          </a:gsLst>
          <a:lin ang="15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660162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2336048"/>
            <a:ext cx="12191999" cy="4515144"/>
          </a:xfrm>
          <a:prstGeom prst="rect">
            <a:avLst/>
          </a:prstGeom>
        </p:spPr>
      </p:pic>
      <p:sp>
        <p:nvSpPr>
          <p:cNvPr id="192895481" name=""/>
          <p:cNvSpPr/>
          <p:nvPr/>
        </p:nvSpPr>
        <p:spPr bwMode="auto">
          <a:xfrm rot="0" flipH="0" flipV="0">
            <a:off x="0" y="5429250"/>
            <a:ext cx="2762249" cy="1428750"/>
          </a:xfrm>
          <a:prstGeom prst="rtTriangle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1371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4721512" name=""/>
          <p:cNvSpPr/>
          <p:nvPr/>
        </p:nvSpPr>
        <p:spPr bwMode="auto">
          <a:xfrm rot="0" flipH="0" flipV="0">
            <a:off x="7540961" y="4755470"/>
            <a:ext cx="4674287" cy="210252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301"/>
                </a:moveTo>
                <a:lnTo>
                  <a:pt x="25484" y="0"/>
                </a:lnTo>
                <a:lnTo>
                  <a:pt x="43200" y="20889"/>
                </a:lnTo>
                <a:lnTo>
                  <a:pt x="8868" y="43200"/>
                </a:lnTo>
                <a:lnTo>
                  <a:pt x="0" y="25301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99999"/>
                </a:schemeClr>
              </a:gs>
              <a:gs pos="52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40000"/>
                  <a:lumOff val="6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199642" name="Freeform: Shape 76"/>
          <p:cNvSpPr/>
          <p:nvPr/>
        </p:nvSpPr>
        <p:spPr bwMode="auto">
          <a:xfrm rot="0" flipH="0" flipV="0">
            <a:off x="8505599" y="5238749"/>
            <a:ext cx="2650931" cy="161244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92" y="509"/>
                </a:moveTo>
                <a:lnTo>
                  <a:pt x="43199" y="0"/>
                </a:lnTo>
                <a:lnTo>
                  <a:pt x="20095" y="32664"/>
                </a:lnTo>
                <a:lnTo>
                  <a:pt x="0" y="43200"/>
                </a:lnTo>
                <a:lnTo>
                  <a:pt x="11092" y="50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60000"/>
                </a:schemeClr>
              </a:gs>
              <a:gs pos="50000">
                <a:schemeClr val="accent2">
                  <a:lumMod val="20000"/>
                  <a:lumOff val="80000"/>
                  <a:alpha val="60000"/>
                </a:schemeClr>
              </a:gs>
              <a:gs pos="79000">
                <a:schemeClr val="bg1">
                  <a:lumMod val="95000"/>
                  <a:alpha val="6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40951046" name=""/>
          <p:cNvSpPr/>
          <p:nvPr/>
        </p:nvSpPr>
        <p:spPr bwMode="auto">
          <a:xfrm rot="0" flipH="1" flipV="0">
            <a:off x="4995299" y="5988504"/>
            <a:ext cx="2038349" cy="86949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99999"/>
                </a:schemeClr>
              </a:gs>
              <a:gs pos="69000">
                <a:schemeClr val="bg1"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50554" name=""/>
          <p:cNvSpPr/>
          <p:nvPr/>
        </p:nvSpPr>
        <p:spPr bwMode="auto">
          <a:xfrm rot="0" flipH="1" flipV="0">
            <a:off x="8439149" y="5762625"/>
            <a:ext cx="3752848" cy="1095373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91734098" name="Freeform: Shape 76"/>
          <p:cNvSpPr/>
          <p:nvPr/>
        </p:nvSpPr>
        <p:spPr bwMode="auto">
          <a:xfrm rot="0" flipH="0" flipV="1">
            <a:off x="6976499" y="5981699"/>
            <a:ext cx="1529100" cy="8762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3" y="0"/>
                </a:moveTo>
                <a:lnTo>
                  <a:pt x="43200" y="0"/>
                </a:lnTo>
                <a:lnTo>
                  <a:pt x="17221" y="43200"/>
                </a:lnTo>
                <a:lnTo>
                  <a:pt x="0" y="42260"/>
                </a:lnTo>
                <a:lnTo>
                  <a:pt x="8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7000">
                <a:schemeClr val="accent2">
                  <a:lumMod val="20000"/>
                  <a:lumOff val="80000"/>
                  <a:alpha val="99999"/>
                </a:schemeClr>
              </a:gs>
              <a:gs pos="85000">
                <a:schemeClr val="accent5">
                  <a:lumMod val="40000"/>
                  <a:lumOff val="60000"/>
                  <a:alpha val="99999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415549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22134824" name=""/>
          <p:cNvSpPr/>
          <p:nvPr/>
        </p:nvSpPr>
        <p:spPr bwMode="auto">
          <a:xfrm rot="16199998" flipH="0" flipV="0">
            <a:off x="11077574" y="4648200"/>
            <a:ext cx="1181099" cy="1047749"/>
          </a:xfrm>
          <a:prstGeom prst="triangle">
            <a:avLst>
              <a:gd name="adj" fmla="val 4758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719256" name=""/>
          <p:cNvSpPr/>
          <p:nvPr/>
        </p:nvSpPr>
        <p:spPr bwMode="auto">
          <a:xfrm rot="0" flipH="0" flipV="1">
            <a:off x="1509149" y="6210299"/>
            <a:ext cx="2529450" cy="6476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48" y="0"/>
                </a:moveTo>
                <a:lnTo>
                  <a:pt x="43200" y="0"/>
                </a:lnTo>
                <a:lnTo>
                  <a:pt x="37740" y="40658"/>
                </a:lnTo>
                <a:lnTo>
                  <a:pt x="0" y="43200"/>
                </a:lnTo>
                <a:lnTo>
                  <a:pt x="194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74083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38986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472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3700177" name=""/>
          <p:cNvSpPr/>
          <p:nvPr/>
        </p:nvSpPr>
        <p:spPr bwMode="auto">
          <a:xfrm rot="0" flipH="0" flipV="0">
            <a:off x="3699899" y="6243204"/>
            <a:ext cx="1333499" cy="61479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62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470749" name=""/>
          <p:cNvSpPr/>
          <p:nvPr/>
        </p:nvSpPr>
        <p:spPr bwMode="auto">
          <a:xfrm rot="0" flipH="0" flipV="0">
            <a:off x="1509149" y="5731329"/>
            <a:ext cx="1581149" cy="514349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373847" name=""/>
          <p:cNvSpPr/>
          <p:nvPr/>
        </p:nvSpPr>
        <p:spPr bwMode="auto">
          <a:xfrm rot="0" flipH="0" flipV="1">
            <a:off x="684660" y="5736910"/>
            <a:ext cx="1635124" cy="50799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9147"/>
                </a:moveTo>
                <a:lnTo>
                  <a:pt x="22229" y="0"/>
                </a:lnTo>
                <a:lnTo>
                  <a:pt x="43200" y="43200"/>
                </a:lnTo>
                <a:lnTo>
                  <a:pt x="0" y="3914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44000">
                <a:schemeClr val="accent1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40392" name=""/>
          <p:cNvSpPr/>
          <p:nvPr/>
        </p:nvSpPr>
        <p:spPr bwMode="auto">
          <a:xfrm rot="0" flipH="0" flipV="0">
            <a:off x="168722" y="5514660"/>
            <a:ext cx="1317624" cy="2738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23420" y="10017"/>
                </a:lnTo>
                <a:lnTo>
                  <a:pt x="43200" y="40069"/>
                </a:lnTo>
                <a:lnTo>
                  <a:pt x="16809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82497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0073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7084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92478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42397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11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88670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5818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8198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78900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046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9955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274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58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75337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3939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51032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84048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88550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02657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1064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3465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69695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09996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0694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63946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77580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ystalline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
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248366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3948340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3741246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3627424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0325005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825467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03623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6276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91467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gradFill>
          <a:gsLst>
            <a:gs pos="0">
              <a:schemeClr val="accent5">
                <a:lumMod val="20000"/>
                <a:lumOff val="80000"/>
              </a:schemeClr>
            </a:gs>
            <a:gs pos="50000">
              <a:srgbClr val="FFFFFF"/>
            </a:gs>
          </a:gsLst>
          <a:lin ang="150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5516760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-2984" y="-8"/>
            <a:ext cx="12191999" cy="4065455"/>
          </a:xfrm>
          <a:prstGeom prst="rect">
            <a:avLst/>
          </a:prstGeom>
        </p:spPr>
      </p:pic>
      <p:sp>
        <p:nvSpPr>
          <p:cNvPr id="2115124201" name="Freeform: Shape 76"/>
          <p:cNvSpPr/>
          <p:nvPr/>
        </p:nvSpPr>
        <p:spPr bwMode="auto">
          <a:xfrm flipH="0" flipV="0">
            <a:off x="0" y="0"/>
            <a:ext cx="2164926" cy="1755319"/>
          </a:xfrm>
          <a:custGeom>
            <a:avLst/>
            <a:gdLst>
              <a:gd name="connsiteX0" fmla="*/ 0 w 4959350"/>
              <a:gd name="connsiteY0" fmla="*/ 0 h 3380041"/>
              <a:gd name="connsiteX1" fmla="*/ 4959350 w 4959350"/>
              <a:gd name="connsiteY1" fmla="*/ 0 h 3380041"/>
              <a:gd name="connsiteX2" fmla="*/ 4959350 w 4959350"/>
              <a:gd name="connsiteY2" fmla="*/ 0 h 3380041"/>
              <a:gd name="connsiteX3" fmla="*/ 0 w 4959350"/>
              <a:gd name="connsiteY3" fmla="*/ 3380041 h 3380041"/>
              <a:gd name="connsiteX4" fmla="*/ 0 w 4959350"/>
              <a:gd name="connsiteY4" fmla="*/ 0 h 338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59350" h="3380041" fill="norm" stroke="1" extrusionOk="0">
                <a:moveTo>
                  <a:pt x="0" y="0"/>
                </a:moveTo>
                <a:lnTo>
                  <a:pt x="4959350" y="0"/>
                </a:lnTo>
                <a:lnTo>
                  <a:pt x="4959350" y="0"/>
                </a:lnTo>
                <a:lnTo>
                  <a:pt x="0" y="3380041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  <a:alpha val="70000"/>
                </a:schemeClr>
              </a:gs>
              <a:gs pos="38000">
                <a:schemeClr val="accent2">
                  <a:lumMod val="20000"/>
                  <a:lumOff val="80000"/>
                  <a:alpha val="70000"/>
                </a:schemeClr>
              </a:gs>
              <a:gs pos="62000">
                <a:schemeClr val="accent2">
                  <a:lumMod val="20000"/>
                  <a:lumOff val="80000"/>
                  <a:alpha val="70000"/>
                </a:schemeClr>
              </a:gs>
              <a:gs pos="100000">
                <a:schemeClr val="bg2">
                  <a:alpha val="70000"/>
                </a:schemeClr>
              </a:gs>
            </a:gsLst>
            <a:lin ang="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79171941" name="Title 1"/>
          <p:cNvSpPr>
            <a:spLocks noGrp="1"/>
          </p:cNvSpPr>
          <p:nvPr>
            <p:ph type="ctrTitle"/>
          </p:nvPr>
        </p:nvSpPr>
        <p:spPr bwMode="auto">
          <a:xfrm>
            <a:off x="1523999" y="1789112"/>
            <a:ext cx="9144000" cy="2387600"/>
          </a:xfrm>
        </p:spPr>
        <p:txBody>
          <a:bodyPr anchor="b"/>
          <a:lstStyle>
            <a:lvl1pPr algn="ctr">
              <a:defRPr sz="56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29070694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9" y="4190996"/>
            <a:ext cx="9144000" cy="106680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 sz="2000">
                <a:solidFill>
                  <a:schemeClr val="accent5">
                    <a:lumMod val="60000"/>
                    <a:lumOff val="40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accent5">
                    <a:lumMod val="60000"/>
                    <a:lumOff val="40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accent5">
                    <a:lumMod val="60000"/>
                    <a:lumOff val="40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accent5">
                    <a:lumMod val="60000"/>
                    <a:lumOff val="40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accent5">
                    <a:lumMod val="60000"/>
                    <a:lumOff val="40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accent5">
                    <a:lumMod val="60000"/>
                    <a:lumOff val="40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accent5">
                    <a:lumMod val="60000"/>
                    <a:lumOff val="40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accent5">
                    <a:lumMod val="60000"/>
                    <a:lumOff val="4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4054191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174592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827492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614157795" name=""/>
          <p:cNvSpPr/>
          <p:nvPr/>
        </p:nvSpPr>
        <p:spPr bwMode="auto">
          <a:xfrm rot="0" flipH="0" flipV="0">
            <a:off x="0" y="6349"/>
            <a:ext cx="2160303" cy="252729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9740"/>
                </a:moveTo>
                <a:lnTo>
                  <a:pt x="43200" y="0"/>
                </a:lnTo>
                <a:lnTo>
                  <a:pt x="43108" y="33706"/>
                </a:lnTo>
                <a:lnTo>
                  <a:pt x="21202" y="43200"/>
                </a:lnTo>
                <a:lnTo>
                  <a:pt x="0" y="29740"/>
                </a:lnTo>
                <a:close/>
              </a:path>
            </a:pathLst>
          </a:custGeom>
          <a:gradFill>
            <a:gsLst>
              <a:gs pos="18000">
                <a:schemeClr val="accent6">
                  <a:lumMod val="20000"/>
                  <a:lumOff val="80000"/>
                  <a:alpha val="99999"/>
                </a:schemeClr>
              </a:gs>
              <a:gs pos="55000">
                <a:schemeClr val="accent2">
                  <a:lumMod val="20000"/>
                  <a:lumOff val="80000"/>
                  <a:alpha val="99999"/>
                </a:schemeClr>
              </a:gs>
              <a:gs pos="100000">
                <a:schemeClr val="accent5">
                  <a:lumMod val="20000"/>
                  <a:lumOff val="80000"/>
                  <a:alpha val="99999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59301792" name=""/>
          <p:cNvSpPr/>
          <p:nvPr/>
        </p:nvSpPr>
        <p:spPr bwMode="auto">
          <a:xfrm rot="10799999" flipH="1" flipV="0">
            <a:off x="2149417" y="937845"/>
            <a:ext cx="992692" cy="1055075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45" y="42859"/>
                </a:moveTo>
                <a:lnTo>
                  <a:pt x="0" y="0"/>
                </a:lnTo>
                <a:lnTo>
                  <a:pt x="43200" y="43200"/>
                </a:lnTo>
                <a:lnTo>
                  <a:pt x="45" y="42859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99999"/>
                </a:schemeClr>
              </a:gs>
              <a:gs pos="37000">
                <a:schemeClr val="accent2">
                  <a:lumMod val="20000"/>
                  <a:lumOff val="80000"/>
                  <a:alpha val="99999"/>
                </a:schemeClr>
              </a:gs>
              <a:gs pos="86000">
                <a:schemeClr val="bg1">
                  <a:alpha val="99999"/>
                </a:schemeClr>
              </a:gs>
            </a:gsLst>
            <a:lin ang="171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6384947" name=""/>
          <p:cNvSpPr/>
          <p:nvPr/>
        </p:nvSpPr>
        <p:spPr bwMode="auto">
          <a:xfrm rot="10799941" flipH="1" flipV="0">
            <a:off x="4275533" y="6"/>
            <a:ext cx="775603" cy="122633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337" y="0"/>
                </a:lnTo>
                <a:lnTo>
                  <a:pt x="43200" y="43200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18000">
                <a:schemeClr val="accent2">
                  <a:lumMod val="20000"/>
                  <a:lumOff val="80000"/>
                </a:schemeClr>
              </a:gs>
              <a:gs pos="52000">
                <a:schemeClr val="accent6">
                  <a:lumMod val="20000"/>
                  <a:lumOff val="80000"/>
                </a:schemeClr>
              </a:gs>
              <a:gs pos="85000">
                <a:schemeClr val="accent2">
                  <a:lumMod val="20000"/>
                  <a:lumOff val="8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23393895" name="Freeform: Shape 76"/>
          <p:cNvSpPr/>
          <p:nvPr/>
        </p:nvSpPr>
        <p:spPr bwMode="auto">
          <a:xfrm rot="12738398" flipH="0" flipV="1">
            <a:off x="5015286" y="185892"/>
            <a:ext cx="1131465" cy="1111131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431" y="0"/>
                </a:moveTo>
                <a:lnTo>
                  <a:pt x="43200" y="1401"/>
                </a:lnTo>
                <a:lnTo>
                  <a:pt x="18415" y="43200"/>
                </a:lnTo>
                <a:lnTo>
                  <a:pt x="0" y="40103"/>
                </a:lnTo>
                <a:lnTo>
                  <a:pt x="1431" y="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  <a:alpha val="99999"/>
                </a:schemeClr>
              </a:gs>
              <a:gs pos="53000">
                <a:schemeClr val="accent2">
                  <a:lumMod val="20000"/>
                  <a:lumOff val="80000"/>
                  <a:alpha val="99999"/>
                </a:schemeClr>
              </a:gs>
              <a:gs pos="100000">
                <a:schemeClr val="bg1">
                  <a:lumMod val="95000"/>
                  <a:alpha val="99999"/>
                </a:schemeClr>
              </a:gs>
            </a:gsLst>
            <a:lin ang="540000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563994758" name="Freeform: Shape 76"/>
          <p:cNvSpPr/>
          <p:nvPr/>
        </p:nvSpPr>
        <p:spPr bwMode="auto">
          <a:xfrm rot="11426897" flipH="1" flipV="1">
            <a:off x="5882793" y="537323"/>
            <a:ext cx="1071974" cy="101490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4278" y="2024"/>
                </a:moveTo>
                <a:lnTo>
                  <a:pt x="43200" y="0"/>
                </a:lnTo>
                <a:lnTo>
                  <a:pt x="27845" y="37001"/>
                </a:lnTo>
                <a:lnTo>
                  <a:pt x="0" y="43200"/>
                </a:lnTo>
                <a:lnTo>
                  <a:pt x="14278" y="2024"/>
                </a:lnTo>
                <a:close/>
              </a:path>
            </a:pathLst>
          </a:custGeom>
          <a:gradFill>
            <a:gsLst>
              <a:gs pos="20000">
                <a:schemeClr val="accent5">
                  <a:lumMod val="20000"/>
                  <a:lumOff val="80000"/>
                  <a:alpha val="99999"/>
                </a:schemeClr>
              </a:gs>
              <a:gs pos="85000">
                <a:schemeClr val="accent6">
                  <a:lumMod val="20000"/>
                  <a:lumOff val="80000"/>
                  <a:alpha val="99999"/>
                </a:schemeClr>
              </a:gs>
            </a:gsLst>
            <a:lin ang="900000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16503914" name="Freeform: Shape 76"/>
          <p:cNvSpPr/>
          <p:nvPr/>
        </p:nvSpPr>
        <p:spPr bwMode="auto">
          <a:xfrm rot="17189524" flipH="0" flipV="1">
            <a:off x="209276" y="1694059"/>
            <a:ext cx="1734193" cy="173790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13804"/>
                </a:moveTo>
                <a:lnTo>
                  <a:pt x="43200" y="0"/>
                </a:lnTo>
                <a:lnTo>
                  <a:pt x="22500" y="22241"/>
                </a:lnTo>
                <a:lnTo>
                  <a:pt x="939" y="43200"/>
                </a:lnTo>
                <a:lnTo>
                  <a:pt x="0" y="13804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99999"/>
                </a:schemeClr>
              </a:gs>
              <a:gs pos="25000">
                <a:schemeClr val="accent2">
                  <a:lumMod val="20000"/>
                  <a:lumOff val="80000"/>
                  <a:alpha val="99999"/>
                </a:schemeClr>
              </a:gs>
              <a:gs pos="100000">
                <a:schemeClr val="bg2">
                  <a:alpha val="99999"/>
                </a:schemeClr>
              </a:gs>
            </a:gsLst>
            <a:lin ang="1890000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35368290" name=""/>
          <p:cNvSpPr/>
          <p:nvPr/>
        </p:nvSpPr>
        <p:spPr bwMode="auto">
          <a:xfrm rot="5399942" flipH="1" flipV="1">
            <a:off x="309369" y="2809874"/>
            <a:ext cx="527062" cy="113029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8152"/>
                </a:moveTo>
                <a:lnTo>
                  <a:pt x="43200" y="0"/>
                </a:lnTo>
                <a:lnTo>
                  <a:pt x="13010" y="43200"/>
                </a:lnTo>
                <a:lnTo>
                  <a:pt x="0" y="28152"/>
                </a:lnTo>
                <a:close/>
              </a:path>
            </a:pathLst>
          </a:custGeom>
          <a:gradFill>
            <a:gsLst>
              <a:gs pos="29000">
                <a:schemeClr val="accent5">
                  <a:lumMod val="40000"/>
                  <a:lumOff val="60000"/>
                  <a:alpha val="80000"/>
                </a:schemeClr>
              </a:gs>
              <a:gs pos="88000">
                <a:schemeClr val="accent2">
                  <a:lumMod val="20000"/>
                  <a:lumOff val="80000"/>
                  <a:alpha val="80000"/>
                </a:schemeClr>
              </a:gs>
            </a:gsLst>
            <a:lin ang="81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1688976" name=""/>
          <p:cNvSpPr/>
          <p:nvPr/>
        </p:nvSpPr>
        <p:spPr bwMode="auto">
          <a:xfrm rot="5399942" flipH="1" flipV="0">
            <a:off x="94999" y="2998900"/>
            <a:ext cx="558394" cy="74838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1343" y="0"/>
                </a:lnTo>
                <a:lnTo>
                  <a:pt x="43200" y="43199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80000"/>
                </a:schemeClr>
              </a:gs>
              <a:gs pos="84000">
                <a:schemeClr val="accent2">
                  <a:lumMod val="20000"/>
                  <a:lumOff val="80000"/>
                  <a:alpha val="8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48398471" name=""/>
          <p:cNvSpPr/>
          <p:nvPr/>
        </p:nvSpPr>
        <p:spPr bwMode="auto">
          <a:xfrm rot="5799134" flipH="1" flipV="0">
            <a:off x="6716994" y="489260"/>
            <a:ext cx="865097" cy="120543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158" y="43200"/>
                </a:moveTo>
                <a:lnTo>
                  <a:pt x="0" y="0"/>
                </a:lnTo>
                <a:lnTo>
                  <a:pt x="43200" y="27598"/>
                </a:lnTo>
                <a:lnTo>
                  <a:pt x="1158" y="4320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99999"/>
                </a:schemeClr>
              </a:gs>
              <a:gs pos="35000">
                <a:schemeClr val="accent2">
                  <a:lumMod val="20000"/>
                  <a:lumOff val="80000"/>
                  <a:alpha val="99999"/>
                </a:schemeClr>
              </a:gs>
              <a:gs pos="86000">
                <a:schemeClr val="accent6">
                  <a:lumMod val="20000"/>
                  <a:lumOff val="80000"/>
                  <a:alpha val="99999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18451433" name="Freeform: Shape 76"/>
          <p:cNvSpPr/>
          <p:nvPr/>
        </p:nvSpPr>
        <p:spPr bwMode="auto">
          <a:xfrm rot="11426897" flipH="1" flipV="1">
            <a:off x="8604937" y="415012"/>
            <a:ext cx="1125163" cy="82494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3810" y="2496"/>
                </a:moveTo>
                <a:lnTo>
                  <a:pt x="43200" y="0"/>
                </a:lnTo>
                <a:lnTo>
                  <a:pt x="27169" y="35665"/>
                </a:lnTo>
                <a:lnTo>
                  <a:pt x="0" y="43200"/>
                </a:lnTo>
                <a:lnTo>
                  <a:pt x="13810" y="2496"/>
                </a:lnTo>
                <a:close/>
              </a:path>
            </a:pathLst>
          </a:custGeom>
          <a:gradFill>
            <a:gsLst>
              <a:gs pos="6000">
                <a:schemeClr val="accent5">
                  <a:lumMod val="20000"/>
                  <a:lumOff val="80000"/>
                  <a:alpha val="99999"/>
                </a:schemeClr>
              </a:gs>
              <a:gs pos="93000">
                <a:schemeClr val="accent2">
                  <a:lumMod val="20000"/>
                  <a:lumOff val="80000"/>
                  <a:alpha val="99999"/>
                </a:schemeClr>
              </a:gs>
            </a:gsLst>
            <a:lin ang="1830000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59193902" name="Freeform: Shape 76"/>
          <p:cNvSpPr/>
          <p:nvPr/>
        </p:nvSpPr>
        <p:spPr bwMode="auto">
          <a:xfrm rot="19569614" flipH="0" flipV="1">
            <a:off x="7296705" y="271134"/>
            <a:ext cx="978380" cy="124366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994" y="3140"/>
                </a:moveTo>
                <a:lnTo>
                  <a:pt x="43200" y="0"/>
                </a:lnTo>
                <a:lnTo>
                  <a:pt x="32098" y="38219"/>
                </a:lnTo>
                <a:lnTo>
                  <a:pt x="0" y="43200"/>
                </a:lnTo>
                <a:lnTo>
                  <a:pt x="994" y="314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  <a:alpha val="99999"/>
                </a:schemeClr>
              </a:gs>
              <a:gs pos="49000">
                <a:schemeClr val="accent5">
                  <a:lumMod val="20000"/>
                  <a:lumOff val="80000"/>
                  <a:alpha val="99999"/>
                </a:schemeClr>
              </a:gs>
              <a:gs pos="89000">
                <a:schemeClr val="accent6">
                  <a:lumMod val="20000"/>
                  <a:lumOff val="80000"/>
                  <a:alpha val="99999"/>
                </a:schemeClr>
              </a:gs>
            </a:gsLst>
            <a:lin ang="1620000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359782803" name=""/>
          <p:cNvSpPr/>
          <p:nvPr/>
        </p:nvSpPr>
        <p:spPr bwMode="auto">
          <a:xfrm rot="5399942" flipH="1" flipV="0">
            <a:off x="9878113" y="-88718"/>
            <a:ext cx="612442" cy="77944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5877" y="43145"/>
                </a:moveTo>
                <a:lnTo>
                  <a:pt x="0" y="0"/>
                </a:lnTo>
                <a:lnTo>
                  <a:pt x="43200" y="43200"/>
                </a:lnTo>
                <a:cubicBezTo>
                  <a:pt x="30897" y="43180"/>
                  <a:pt x="18178" y="43164"/>
                  <a:pt x="5877" y="43145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58000">
                <a:schemeClr val="accent5">
                  <a:lumMod val="20000"/>
                  <a:lumOff val="8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36408513" name=""/>
          <p:cNvSpPr/>
          <p:nvPr/>
        </p:nvSpPr>
        <p:spPr bwMode="auto">
          <a:xfrm rot="0" flipH="0" flipV="1">
            <a:off x="0" y="3633104"/>
            <a:ext cx="748390" cy="55789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2146"/>
                </a:moveTo>
                <a:lnTo>
                  <a:pt x="0" y="0"/>
                </a:lnTo>
                <a:lnTo>
                  <a:pt x="43200" y="43200"/>
                </a:lnTo>
                <a:lnTo>
                  <a:pt x="0" y="42146"/>
                </a:lnTo>
                <a:close/>
              </a:path>
            </a:pathLst>
          </a:custGeom>
          <a:gradFill>
            <a:gsLst>
              <a:gs pos="21000">
                <a:schemeClr val="accent2">
                  <a:lumMod val="20000"/>
                  <a:lumOff val="80000"/>
                  <a:alpha val="80000"/>
                </a:schemeClr>
              </a:gs>
              <a:gs pos="67000">
                <a:schemeClr val="bg1">
                  <a:alpha val="8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36328127" name=""/>
          <p:cNvSpPr/>
          <p:nvPr/>
        </p:nvSpPr>
        <p:spPr bwMode="auto">
          <a:xfrm rot="16199998" flipH="1" flipV="0">
            <a:off x="3088823" y="35040"/>
            <a:ext cx="1232269" cy="116218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2794"/>
                </a:moveTo>
                <a:lnTo>
                  <a:pt x="32662" y="0"/>
                </a:lnTo>
                <a:lnTo>
                  <a:pt x="43200" y="43200"/>
                </a:lnTo>
                <a:cubicBezTo>
                  <a:pt x="28870" y="43195"/>
                  <a:pt x="14328" y="42798"/>
                  <a:pt x="0" y="42794"/>
                </a:cubicBezTo>
                <a:close/>
              </a:path>
            </a:pathLst>
          </a:custGeom>
          <a:gradFill>
            <a:gsLst>
              <a:gs pos="1000">
                <a:schemeClr val="accent1">
                  <a:lumMod val="20000"/>
                  <a:lumOff val="80000"/>
                  <a:alpha val="99999"/>
                </a:schemeClr>
              </a:gs>
              <a:gs pos="51000">
                <a:schemeClr val="accent2">
                  <a:lumMod val="20000"/>
                  <a:lumOff val="80000"/>
                  <a:alpha val="99999"/>
                </a:schemeClr>
              </a:gs>
              <a:gs pos="83000">
                <a:schemeClr val="accent5">
                  <a:lumMod val="20000"/>
                  <a:lumOff val="80000"/>
                  <a:alpha val="99999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47474115" name=""/>
          <p:cNvSpPr/>
          <p:nvPr/>
        </p:nvSpPr>
        <p:spPr bwMode="auto">
          <a:xfrm rot="0" flipH="0" flipV="0">
            <a:off x="9" y="-9"/>
            <a:ext cx="1362189" cy="112259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33275" y="261"/>
                </a:lnTo>
                <a:lnTo>
                  <a:pt x="43200" y="24871"/>
                </a:lnTo>
                <a:lnTo>
                  <a:pt x="24644" y="432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000">
                <a:schemeClr val="accent5">
                  <a:lumMod val="40000"/>
                  <a:lumOff val="60000"/>
                  <a:alpha val="74000"/>
                </a:schemeClr>
              </a:gs>
              <a:gs pos="33000">
                <a:schemeClr val="accent2">
                  <a:lumMod val="20000"/>
                  <a:lumOff val="80000"/>
                  <a:alpha val="74000"/>
                </a:schemeClr>
              </a:gs>
              <a:gs pos="85000">
                <a:schemeClr val="bg2">
                  <a:alpha val="74000"/>
                </a:schemeClr>
              </a:gs>
              <a:gs pos="100000">
                <a:schemeClr val="bg1">
                  <a:lumMod val="95000"/>
                  <a:alpha val="74000"/>
                </a:schemeClr>
              </a:gs>
            </a:gsLst>
            <a:lin ang="6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439066397" name=""/>
          <p:cNvSpPr/>
          <p:nvPr/>
        </p:nvSpPr>
        <p:spPr bwMode="auto">
          <a:xfrm rot="0" flipH="0" flipV="0">
            <a:off x="2462991" y="928686"/>
            <a:ext cx="2185987" cy="72389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3268" y="0"/>
                </a:moveTo>
                <a:lnTo>
                  <a:pt x="36235" y="17621"/>
                </a:lnTo>
                <a:lnTo>
                  <a:pt x="43200" y="28136"/>
                </a:lnTo>
                <a:lnTo>
                  <a:pt x="0" y="43200"/>
                </a:lnTo>
                <a:lnTo>
                  <a:pt x="13268" y="0"/>
                </a:lnTo>
                <a:close/>
              </a:path>
            </a:pathLst>
          </a:custGeom>
          <a:gradFill>
            <a:gsLst>
              <a:gs pos="17000">
                <a:schemeClr val="accent6">
                  <a:lumMod val="20000"/>
                  <a:lumOff val="80000"/>
                </a:schemeClr>
              </a:gs>
              <a:gs pos="78000">
                <a:schemeClr val="accent2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84831680" name=""/>
          <p:cNvSpPr/>
          <p:nvPr/>
        </p:nvSpPr>
        <p:spPr bwMode="auto">
          <a:xfrm rot="0" flipH="0" flipV="0">
            <a:off x="4281609" y="701386"/>
            <a:ext cx="1090176" cy="103692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2694" y="306"/>
                </a:moveTo>
                <a:lnTo>
                  <a:pt x="43200" y="0"/>
                </a:lnTo>
                <a:lnTo>
                  <a:pt x="43170" y="43200"/>
                </a:lnTo>
                <a:lnTo>
                  <a:pt x="0" y="21869"/>
                </a:lnTo>
                <a:lnTo>
                  <a:pt x="12694" y="306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20000"/>
                  <a:lumOff val="80000"/>
                  <a:alpha val="99999"/>
                </a:schemeClr>
              </a:gs>
              <a:gs pos="40000">
                <a:schemeClr val="accent5">
                  <a:lumMod val="20000"/>
                  <a:lumOff val="80000"/>
                  <a:alpha val="99999"/>
                </a:schemeClr>
              </a:gs>
              <a:gs pos="99000">
                <a:schemeClr val="bg1">
                  <a:alpha val="99999"/>
                </a:schemeClr>
              </a:gs>
            </a:gsLst>
            <a:lin ang="81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63279075" name=""/>
          <p:cNvSpPr/>
          <p:nvPr/>
        </p:nvSpPr>
        <p:spPr bwMode="auto">
          <a:xfrm rot="0" flipH="0" flipV="0">
            <a:off x="777106" y="952499"/>
            <a:ext cx="1378623" cy="135548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43200" y="0"/>
                </a:moveTo>
                <a:cubicBezTo>
                  <a:pt x="43200" y="0"/>
                  <a:pt x="33096" y="38061"/>
                  <a:pt x="33096" y="38061"/>
                </a:cubicBezTo>
                <a:cubicBezTo>
                  <a:pt x="33096" y="38061"/>
                  <a:pt x="22765" y="43200"/>
                  <a:pt x="22765" y="43200"/>
                </a:cubicBezTo>
                <a:cubicBezTo>
                  <a:pt x="22765" y="43200"/>
                  <a:pt x="0" y="5418"/>
                  <a:pt x="0" y="5418"/>
                </a:cubicBezTo>
                <a:cubicBezTo>
                  <a:pt x="0" y="5418"/>
                  <a:pt x="43200" y="0"/>
                  <a:pt x="43200" y="0"/>
                </a:cubicBezTo>
                <a:close/>
              </a:path>
            </a:pathLst>
          </a:custGeom>
          <a:gradFill>
            <a:gsLst>
              <a:gs pos="6000">
                <a:schemeClr val="accent5">
                  <a:lumMod val="40000"/>
                  <a:lumOff val="60000"/>
                  <a:alpha val="99999"/>
                </a:schemeClr>
              </a:gs>
              <a:gs pos="57000">
                <a:schemeClr val="accent1">
                  <a:lumMod val="20000"/>
                  <a:lumOff val="80000"/>
                  <a:alpha val="99999"/>
                </a:schemeClr>
              </a:gs>
              <a:gs pos="93000">
                <a:schemeClr val="bg1">
                  <a:alpha val="99999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756982973" name=""/>
          <p:cNvSpPr/>
          <p:nvPr/>
        </p:nvSpPr>
        <p:spPr bwMode="auto">
          <a:xfrm rot="5399942" flipH="1" flipV="0">
            <a:off x="7480962" y="-447647"/>
            <a:ext cx="654802" cy="155015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43200" y="0"/>
                </a:lnTo>
                <a:lnTo>
                  <a:pt x="43200" y="43158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</a:schemeClr>
              </a:gs>
              <a:gs pos="56000">
                <a:schemeClr val="accent5">
                  <a:lumMod val="20000"/>
                  <a:lumOff val="80000"/>
                </a:schemeClr>
              </a:gs>
              <a:gs pos="98000">
                <a:schemeClr val="accent6">
                  <a:lumMod val="20000"/>
                  <a:lumOff val="8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76750046" name=""/>
          <p:cNvSpPr/>
          <p:nvPr/>
        </p:nvSpPr>
        <p:spPr bwMode="auto">
          <a:xfrm rot="5399942" flipH="0" flipV="1">
            <a:off x="8790482" y="-484155"/>
            <a:ext cx="523883" cy="149220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199"/>
                </a:moveTo>
                <a:lnTo>
                  <a:pt x="41725" y="0"/>
                </a:lnTo>
                <a:lnTo>
                  <a:pt x="43200" y="43199"/>
                </a:lnTo>
                <a:lnTo>
                  <a:pt x="0" y="43199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</a:schemeClr>
              </a:gs>
              <a:gs pos="58000">
                <a:schemeClr val="accent5">
                  <a:lumMod val="20000"/>
                  <a:lumOff val="80000"/>
                </a:schemeClr>
              </a:gs>
              <a:gs pos="98000">
                <a:schemeClr val="accent6">
                  <a:lumMod val="20000"/>
                  <a:lumOff val="8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90437658" name="Freeform: Shape 76"/>
          <p:cNvSpPr/>
          <p:nvPr/>
        </p:nvSpPr>
        <p:spPr bwMode="auto">
          <a:xfrm rot="11426897" flipH="1" flipV="1">
            <a:off x="8048304" y="426326"/>
            <a:ext cx="880901" cy="69568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0411" y="7276"/>
                </a:moveTo>
                <a:lnTo>
                  <a:pt x="43200" y="0"/>
                </a:lnTo>
                <a:lnTo>
                  <a:pt x="27224" y="43200"/>
                </a:lnTo>
                <a:lnTo>
                  <a:pt x="0" y="21364"/>
                </a:lnTo>
                <a:lnTo>
                  <a:pt x="10411" y="7276"/>
                </a:lnTo>
                <a:close/>
              </a:path>
            </a:pathLst>
          </a:custGeom>
          <a:gradFill>
            <a:gsLst>
              <a:gs pos="22000">
                <a:schemeClr val="accent5">
                  <a:lumMod val="40000"/>
                  <a:lumOff val="60000"/>
                </a:schemeClr>
              </a:gs>
              <a:gs pos="58000">
                <a:schemeClr val="accent5">
                  <a:lumMod val="20000"/>
                  <a:lumOff val="80000"/>
                </a:schemeClr>
              </a:gs>
              <a:gs pos="91000">
                <a:schemeClr val="accent2">
                  <a:lumMod val="20000"/>
                  <a:lumOff val="80000"/>
                </a:schemeClr>
              </a:gs>
            </a:gsLst>
            <a:lin ang="270000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732564829" name="Freeform: Shape 76"/>
          <p:cNvSpPr/>
          <p:nvPr/>
        </p:nvSpPr>
        <p:spPr bwMode="auto">
          <a:xfrm rot="11426897" flipH="1" flipV="1">
            <a:off x="7088444" y="53192"/>
            <a:ext cx="1230502" cy="72082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37803" y="0"/>
                </a:moveTo>
                <a:lnTo>
                  <a:pt x="43200" y="20431"/>
                </a:lnTo>
                <a:lnTo>
                  <a:pt x="35574" y="34441"/>
                </a:lnTo>
                <a:lnTo>
                  <a:pt x="0" y="43200"/>
                </a:lnTo>
                <a:lnTo>
                  <a:pt x="37803" y="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99999"/>
                </a:schemeClr>
              </a:gs>
              <a:gs pos="53000">
                <a:schemeClr val="accent2">
                  <a:lumMod val="20000"/>
                  <a:lumOff val="80000"/>
                  <a:alpha val="99999"/>
                </a:schemeClr>
              </a:gs>
            </a:gsLst>
            <a:lin ang="1230000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10199634" name=""/>
          <p:cNvSpPr/>
          <p:nvPr/>
        </p:nvSpPr>
        <p:spPr bwMode="auto">
          <a:xfrm rot="5399942" flipH="1" flipV="0">
            <a:off x="10368757" y="-574129"/>
            <a:ext cx="608979" cy="175726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4133"/>
                </a:moveTo>
                <a:lnTo>
                  <a:pt x="43118" y="0"/>
                </a:lnTo>
                <a:lnTo>
                  <a:pt x="43200" y="43200"/>
                </a:lnTo>
                <a:lnTo>
                  <a:pt x="0" y="24133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</a:schemeClr>
              </a:gs>
              <a:gs pos="56000">
                <a:schemeClr val="accent5">
                  <a:lumMod val="20000"/>
                  <a:lumOff val="80000"/>
                </a:schemeClr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1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97369170" name=""/>
          <p:cNvSpPr/>
          <p:nvPr/>
        </p:nvSpPr>
        <p:spPr bwMode="auto">
          <a:xfrm rot="5705765" flipH="1" flipV="0">
            <a:off x="6379896" y="-61080"/>
            <a:ext cx="640818" cy="72875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062" y="43200"/>
                </a:moveTo>
                <a:lnTo>
                  <a:pt x="0" y="0"/>
                </a:lnTo>
                <a:lnTo>
                  <a:pt x="43200" y="3385"/>
                </a:lnTo>
                <a:lnTo>
                  <a:pt x="2062" y="43200"/>
                </a:lnTo>
                <a:close/>
              </a:path>
            </a:pathLst>
          </a:custGeom>
          <a:gradFill>
            <a:gsLst>
              <a:gs pos="16000">
                <a:schemeClr val="accent5">
                  <a:lumMod val="20000"/>
                  <a:lumOff val="80000"/>
                </a:schemeClr>
              </a:gs>
              <a:gs pos="86000">
                <a:schemeClr val="accent2">
                  <a:lumMod val="20000"/>
                  <a:lumOff val="80000"/>
                </a:schemeClr>
              </a:gs>
              <a:gs pos="100000">
                <a:schemeClr val="bg2"/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17407232" name=""/>
          <p:cNvSpPr/>
          <p:nvPr/>
        </p:nvSpPr>
        <p:spPr bwMode="auto">
          <a:xfrm rot="5399942" flipH="1" flipV="0">
            <a:off x="5928453" y="-562600"/>
            <a:ext cx="556920" cy="168214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18848"/>
                </a:moveTo>
                <a:lnTo>
                  <a:pt x="43110" y="0"/>
                </a:lnTo>
                <a:lnTo>
                  <a:pt x="43200" y="43200"/>
                </a:lnTo>
                <a:lnTo>
                  <a:pt x="0" y="18848"/>
                </a:lnTo>
                <a:close/>
              </a:path>
            </a:pathLst>
          </a:custGeom>
          <a:gradFill>
            <a:gsLst>
              <a:gs pos="24000">
                <a:schemeClr val="accent2">
                  <a:lumMod val="20000"/>
                  <a:lumOff val="80000"/>
                </a:schemeClr>
              </a:gs>
              <a:gs pos="100000">
                <a:schemeClr val="accent5">
                  <a:lumMod val="40000"/>
                  <a:lumOff val="6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10886729" name="Freeform: Shape 76"/>
          <p:cNvSpPr/>
          <p:nvPr/>
        </p:nvSpPr>
        <p:spPr bwMode="auto">
          <a:xfrm rot="11426897" flipH="1" flipV="1">
            <a:off x="8749885" y="440974"/>
            <a:ext cx="1766287" cy="73427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4474" y="2959"/>
                </a:moveTo>
                <a:lnTo>
                  <a:pt x="43200" y="0"/>
                </a:lnTo>
                <a:lnTo>
                  <a:pt x="14014" y="43200"/>
                </a:lnTo>
                <a:lnTo>
                  <a:pt x="0" y="35186"/>
                </a:lnTo>
                <a:lnTo>
                  <a:pt x="24474" y="2959"/>
                </a:lnTo>
                <a:close/>
              </a:path>
            </a:pathLst>
          </a:custGeom>
          <a:gradFill>
            <a:gsLst>
              <a:gs pos="0">
                <a:schemeClr val="bg1">
                  <a:lumMod val="95000"/>
                  <a:alpha val="99999"/>
                </a:schemeClr>
              </a:gs>
              <a:gs pos="82000">
                <a:schemeClr val="accent2">
                  <a:lumMod val="20000"/>
                  <a:lumOff val="80000"/>
                  <a:alpha val="99999"/>
                </a:schemeClr>
              </a:gs>
            </a:gsLst>
            <a:lin ang="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78088497" name=""/>
          <p:cNvSpPr/>
          <p:nvPr/>
        </p:nvSpPr>
        <p:spPr bwMode="auto">
          <a:xfrm rot="20703761" flipH="0" flipV="1">
            <a:off x="634343" y="2585077"/>
            <a:ext cx="567320" cy="93678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6890"/>
                </a:moveTo>
                <a:lnTo>
                  <a:pt x="29195" y="0"/>
                </a:lnTo>
                <a:lnTo>
                  <a:pt x="43200" y="43200"/>
                </a:lnTo>
                <a:lnTo>
                  <a:pt x="0" y="3689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  <a:alpha val="70000"/>
                </a:schemeClr>
              </a:gs>
              <a:gs pos="41000">
                <a:schemeClr val="accent2">
                  <a:lumMod val="20000"/>
                  <a:lumOff val="80000"/>
                  <a:alpha val="70000"/>
                </a:schemeClr>
              </a:gs>
              <a:gs pos="75000">
                <a:schemeClr val="accent6">
                  <a:lumMod val="20000"/>
                  <a:lumOff val="80000"/>
                  <a:alpha val="7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13314746" name=""/>
          <p:cNvSpPr/>
          <p:nvPr/>
        </p:nvSpPr>
        <p:spPr bwMode="auto">
          <a:xfrm rot="5399942" flipH="1" flipV="0">
            <a:off x="2742598" y="-593154"/>
            <a:ext cx="939780" cy="2126125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3365"/>
                </a:moveTo>
                <a:lnTo>
                  <a:pt x="43126" y="0"/>
                </a:lnTo>
                <a:lnTo>
                  <a:pt x="43200" y="43200"/>
                </a:lnTo>
                <a:lnTo>
                  <a:pt x="0" y="23365"/>
                </a:lnTo>
                <a:close/>
              </a:path>
            </a:pathLst>
          </a:custGeom>
          <a:gradFill>
            <a:gsLst>
              <a:gs pos="24000">
                <a:schemeClr val="accent2">
                  <a:lumMod val="20000"/>
                  <a:lumOff val="80000"/>
                  <a:alpha val="99999"/>
                </a:schemeClr>
              </a:gs>
              <a:gs pos="100000">
                <a:schemeClr val="accent5">
                  <a:lumMod val="20000"/>
                  <a:lumOff val="80000"/>
                  <a:alpha val="99999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88243521" name=""/>
          <p:cNvSpPr/>
          <p:nvPr/>
        </p:nvSpPr>
        <p:spPr bwMode="auto">
          <a:xfrm rot="5399999" flipH="0" flipV="0">
            <a:off x="-160866" y="1893321"/>
            <a:ext cx="1383581" cy="1061849"/>
          </a:xfrm>
          <a:custGeom>
            <a:avLst>
              <a:gd name="adj" fmla="val 57907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24817" y="0"/>
                </a:lnTo>
                <a:lnTo>
                  <a:pt x="43200" y="43200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</a:schemeClr>
              </a:gs>
              <a:gs pos="35000">
                <a:schemeClr val="accent2">
                  <a:lumMod val="20000"/>
                  <a:lumOff val="80000"/>
                </a:schemeClr>
              </a:gs>
              <a:gs pos="96000">
                <a:schemeClr val="accent1">
                  <a:lumMod val="20000"/>
                  <a:lumOff val="8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45120020" name=""/>
          <p:cNvSpPr/>
          <p:nvPr/>
        </p:nvSpPr>
        <p:spPr bwMode="auto">
          <a:xfrm rot="0" flipH="0" flipV="0">
            <a:off x="2154049" y="0"/>
            <a:ext cx="971549" cy="94614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0" y="0"/>
                </a:lnTo>
                <a:lnTo>
                  <a:pt x="43200" y="42910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38500">
                <a:schemeClr val="accent6">
                  <a:lumMod val="20000"/>
                  <a:lumOff val="80000"/>
                </a:schemeClr>
              </a:gs>
              <a:gs pos="77000">
                <a:schemeClr val="accent1">
                  <a:lumMod val="20000"/>
                  <a:lumOff val="8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66778708" name=""/>
          <p:cNvSpPr/>
          <p:nvPr/>
        </p:nvSpPr>
        <p:spPr bwMode="auto">
          <a:xfrm rot="0" flipH="0" flipV="0">
            <a:off x="4595180" y="0"/>
            <a:ext cx="793710" cy="126422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1309" y="0"/>
                </a:moveTo>
                <a:lnTo>
                  <a:pt x="43200" y="0"/>
                </a:lnTo>
                <a:lnTo>
                  <a:pt x="41944" y="43200"/>
                </a:lnTo>
                <a:lnTo>
                  <a:pt x="0" y="24558"/>
                </a:lnTo>
                <a:lnTo>
                  <a:pt x="11309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  <a:alpha val="70000"/>
                </a:schemeClr>
              </a:gs>
              <a:gs pos="25000">
                <a:schemeClr val="accent2">
                  <a:lumMod val="20000"/>
                  <a:lumOff val="80000"/>
                  <a:alpha val="70000"/>
                </a:schemeClr>
              </a:gs>
              <a:gs pos="71000">
                <a:schemeClr val="accent5">
                  <a:lumMod val="20000"/>
                  <a:lumOff val="80000"/>
                  <a:alpha val="70000"/>
                </a:schemeClr>
              </a:gs>
            </a:gsLst>
            <a:lin ang="81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93698829" name=""/>
          <p:cNvSpPr/>
          <p:nvPr/>
        </p:nvSpPr>
        <p:spPr bwMode="auto">
          <a:xfrm rot="19348853" flipH="0" flipV="0">
            <a:off x="5213885" y="1225494"/>
            <a:ext cx="536505" cy="422201"/>
          </a:xfrm>
          <a:custGeom>
            <a:avLst>
              <a:gd name="adj" fmla="val 50000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8679"/>
                </a:moveTo>
                <a:lnTo>
                  <a:pt x="23116" y="0"/>
                </a:lnTo>
                <a:lnTo>
                  <a:pt x="43200" y="43200"/>
                </a:lnTo>
                <a:lnTo>
                  <a:pt x="0" y="38679"/>
                </a:lnTo>
                <a:close/>
              </a:path>
            </a:pathLst>
          </a:custGeom>
          <a:gradFill>
            <a:gsLst>
              <a:gs pos="38000">
                <a:schemeClr val="accent2">
                  <a:lumMod val="20000"/>
                  <a:lumOff val="80000"/>
                </a:schemeClr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90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56085229" name=""/>
          <p:cNvSpPr/>
          <p:nvPr/>
        </p:nvSpPr>
        <p:spPr bwMode="auto">
          <a:xfrm rot="0" flipH="0" flipV="0">
            <a:off x="7972952" y="0"/>
            <a:ext cx="1821656" cy="506015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4399" y="0"/>
                </a:moveTo>
                <a:lnTo>
                  <a:pt x="43200" y="0"/>
                </a:lnTo>
                <a:lnTo>
                  <a:pt x="7905" y="43200"/>
                </a:lnTo>
                <a:lnTo>
                  <a:pt x="0" y="21345"/>
                </a:lnTo>
                <a:lnTo>
                  <a:pt x="14399" y="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</a:schemeClr>
              </a:gs>
              <a:gs pos="100000">
                <a:schemeClr val="accent2">
                  <a:lumMod val="20000"/>
                  <a:lumOff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12198547" name=""/>
          <p:cNvSpPr/>
          <p:nvPr/>
        </p:nvSpPr>
        <p:spPr bwMode="auto">
          <a:xfrm rot="0" flipH="0" flipV="0">
            <a:off x="11613390" y="-5210"/>
            <a:ext cx="579713" cy="63165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2569" y="0"/>
                </a:moveTo>
                <a:lnTo>
                  <a:pt x="43116" y="0"/>
                </a:lnTo>
                <a:lnTo>
                  <a:pt x="43200" y="43200"/>
                </a:lnTo>
                <a:lnTo>
                  <a:pt x="0" y="34870"/>
                </a:lnTo>
                <a:lnTo>
                  <a:pt x="22569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62000">
                <a:schemeClr val="accent5">
                  <a:lumMod val="20000"/>
                  <a:lumOff val="80000"/>
                </a:schemeClr>
              </a:gs>
            </a:gsLst>
            <a:lin ang="6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90453675" name=""/>
          <p:cNvSpPr/>
          <p:nvPr/>
        </p:nvSpPr>
        <p:spPr bwMode="auto">
          <a:xfrm rot="0" flipH="1" flipV="1">
            <a:off x="11164302" y="238"/>
            <a:ext cx="751973" cy="460971"/>
          </a:xfrm>
          <a:prstGeom prst="rtTriangle">
            <a:avLst/>
          </a:prstGeom>
          <a:gradFill>
            <a:gsLst>
              <a:gs pos="47000">
                <a:schemeClr val="accent5">
                  <a:lumMod val="20000"/>
                  <a:lumOff val="80000"/>
                  <a:alpha val="99999"/>
                </a:schemeClr>
              </a:gs>
              <a:gs pos="62000">
                <a:schemeClr val="accent2">
                  <a:lumMod val="20000"/>
                  <a:lumOff val="80000"/>
                  <a:alpha val="99999"/>
                </a:schemeClr>
              </a:gs>
            </a:gsLst>
            <a:lin ang="8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10190727" name=""/>
          <p:cNvSpPr/>
          <p:nvPr/>
        </p:nvSpPr>
        <p:spPr bwMode="auto">
          <a:xfrm rot="19706571" flipH="0" flipV="0">
            <a:off x="3222089" y="671607"/>
            <a:ext cx="905531" cy="849058"/>
          </a:xfrm>
          <a:custGeom>
            <a:avLst>
              <a:gd name="adj" fmla="val 52679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4033"/>
                </a:moveTo>
                <a:lnTo>
                  <a:pt x="4085" y="0"/>
                </a:lnTo>
                <a:lnTo>
                  <a:pt x="43200" y="43200"/>
                </a:lnTo>
                <a:lnTo>
                  <a:pt x="0" y="34033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60000"/>
                </a:schemeClr>
              </a:gs>
              <a:gs pos="20000">
                <a:schemeClr val="accent2">
                  <a:lumMod val="20000"/>
                  <a:lumOff val="80000"/>
                  <a:alpha val="60000"/>
                </a:schemeClr>
              </a:gs>
              <a:gs pos="67000">
                <a:schemeClr val="accent1">
                  <a:lumMod val="20000"/>
                  <a:lumOff val="80000"/>
                  <a:alpha val="60000"/>
                </a:schemeClr>
              </a:gs>
              <a:gs pos="87000">
                <a:schemeClr val="bg1">
                  <a:lumMod val="95000"/>
                  <a:alpha val="6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028468008" name=""/>
          <p:cNvSpPr/>
          <p:nvPr/>
        </p:nvSpPr>
        <p:spPr bwMode="auto">
          <a:xfrm rot="289299" flipH="0" flipV="0">
            <a:off x="10849788" y="103150"/>
            <a:ext cx="807090" cy="376130"/>
          </a:xfrm>
          <a:custGeom>
            <a:avLst>
              <a:gd name="adj" fmla="val 50000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2895"/>
                </a:moveTo>
                <a:lnTo>
                  <a:pt x="26846" y="0"/>
                </a:lnTo>
                <a:lnTo>
                  <a:pt x="43200" y="43200"/>
                </a:lnTo>
                <a:lnTo>
                  <a:pt x="0" y="42895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100000">
                <a:srgbClr val="FFFFFF"/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25465019" name=""/>
          <p:cNvSpPr/>
          <p:nvPr/>
        </p:nvSpPr>
        <p:spPr bwMode="auto">
          <a:xfrm rot="16199998" flipH="0" flipV="0">
            <a:off x="11786584" y="472243"/>
            <a:ext cx="557831" cy="252999"/>
          </a:xfrm>
          <a:custGeom>
            <a:avLst>
              <a:gd name="adj" fmla="val 50000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31788" y="0"/>
                </a:lnTo>
                <a:lnTo>
                  <a:pt x="43200" y="43200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31000">
                <a:schemeClr val="accent2">
                  <a:lumMod val="20000"/>
                  <a:lumOff val="80000"/>
                  <a:alpha val="99999"/>
                </a:schemeClr>
              </a:gs>
              <a:gs pos="100000">
                <a:schemeClr val="accent1">
                  <a:lumMod val="20000"/>
                  <a:lumOff val="80000"/>
                  <a:alpha val="99999"/>
                </a:schemeClr>
              </a:gs>
            </a:gsLst>
            <a:lin ang="8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56143162" name=""/>
          <p:cNvSpPr/>
          <p:nvPr/>
        </p:nvSpPr>
        <p:spPr bwMode="auto">
          <a:xfrm rot="18263218" flipH="1" flipV="0">
            <a:off x="11394324" y="75175"/>
            <a:ext cx="205096" cy="45846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4406" y="0"/>
                </a:lnTo>
                <a:lnTo>
                  <a:pt x="43200" y="42960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6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gradFill>
          <a:gsLst>
            <a:gs pos="0">
              <a:schemeClr val="accent2">
                <a:lumMod val="20000"/>
                <a:lumOff val="80000"/>
                <a:alpha val="49999"/>
              </a:schemeClr>
            </a:gs>
            <a:gs pos="34000">
              <a:srgbClr val="FFFFFF">
                <a:alpha val="49999"/>
              </a:srgbClr>
            </a:gs>
          </a:gsLst>
          <a:lin ang="150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55634891" name=""/>
          <p:cNvPicPr>
            <a:picLocks noChangeAspect="1"/>
          </p:cNvPicPr>
          <p:nvPr/>
        </p:nvPicPr>
        <p:blipFill rotWithShape="1">
          <a:blip r:embed="rId2">
            <a:alphaModFix amt="58999"/>
          </a:blip>
          <a:srcRect l="48046" t="35143" r="0" b="0"/>
          <a:stretch/>
        </p:blipFill>
        <p:spPr bwMode="auto">
          <a:xfrm flipH="0" flipV="0">
            <a:off x="0" y="1"/>
            <a:ext cx="12191966" cy="2686048"/>
          </a:xfrm>
          <a:prstGeom prst="rect">
            <a:avLst/>
          </a:prstGeom>
        </p:spPr>
      </p:pic>
      <p:sp>
        <p:nvSpPr>
          <p:cNvPr id="71759894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300665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970241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6637227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629068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357041060" name="Freeform: Shape 76"/>
          <p:cNvSpPr/>
          <p:nvPr/>
        </p:nvSpPr>
        <p:spPr bwMode="auto">
          <a:xfrm rot="16199969" flipH="1" flipV="0">
            <a:off x="96169" y="-96159"/>
            <a:ext cx="965667" cy="115799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9" y="0"/>
                </a:moveTo>
                <a:lnTo>
                  <a:pt x="43200" y="0"/>
                </a:lnTo>
                <a:lnTo>
                  <a:pt x="43200" y="0"/>
                </a:lnTo>
                <a:lnTo>
                  <a:pt x="0" y="43200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99999"/>
                </a:schemeClr>
              </a:gs>
              <a:gs pos="46000">
                <a:schemeClr val="accent2">
                  <a:lumMod val="20000"/>
                  <a:lumOff val="80000"/>
                  <a:alpha val="99999"/>
                </a:schemeClr>
              </a:gs>
              <a:gs pos="92000">
                <a:schemeClr val="bg2">
                  <a:alpha val="99999"/>
                </a:schemeClr>
              </a:gs>
            </a:gsLst>
            <a:lin ang="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54830477" name=""/>
          <p:cNvSpPr/>
          <p:nvPr/>
        </p:nvSpPr>
        <p:spPr bwMode="auto">
          <a:xfrm rot="10799952" flipH="1" flipV="0">
            <a:off x="8871368" y="4525554"/>
            <a:ext cx="3320615" cy="233242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54"/>
                </a:moveTo>
                <a:lnTo>
                  <a:pt x="43051" y="0"/>
                </a:lnTo>
                <a:lnTo>
                  <a:pt x="43200" y="35013"/>
                </a:lnTo>
                <a:lnTo>
                  <a:pt x="24409" y="43200"/>
                </a:lnTo>
                <a:lnTo>
                  <a:pt x="0" y="54"/>
                </a:lnTo>
                <a:close/>
              </a:path>
            </a:pathLst>
          </a:custGeom>
          <a:gradFill>
            <a:gsLst>
              <a:gs pos="4000">
                <a:schemeClr val="accent6">
                  <a:lumMod val="20000"/>
                  <a:lumOff val="80000"/>
                  <a:alpha val="40000"/>
                </a:schemeClr>
              </a:gs>
              <a:gs pos="52000">
                <a:schemeClr val="accent2">
                  <a:lumMod val="20000"/>
                  <a:lumOff val="80000"/>
                  <a:alpha val="40000"/>
                </a:schemeClr>
              </a:gs>
              <a:gs pos="100000">
                <a:schemeClr val="accent5">
                  <a:lumMod val="40000"/>
                  <a:lumOff val="60000"/>
                  <a:alpha val="4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33122065" name="Freeform: Shape 76"/>
          <p:cNvSpPr/>
          <p:nvPr/>
        </p:nvSpPr>
        <p:spPr bwMode="auto">
          <a:xfrm rot="0" flipH="1" flipV="1">
            <a:off x="9892961" y="5590442"/>
            <a:ext cx="1453413" cy="126755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731" y="0"/>
                </a:moveTo>
                <a:lnTo>
                  <a:pt x="23412" y="0"/>
                </a:lnTo>
                <a:lnTo>
                  <a:pt x="43200" y="43200"/>
                </a:lnTo>
                <a:lnTo>
                  <a:pt x="0" y="36799"/>
                </a:lnTo>
                <a:lnTo>
                  <a:pt x="731" y="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60000"/>
                  <a:lumOff val="40000"/>
                  <a:alpha val="57999"/>
                </a:schemeClr>
              </a:gs>
              <a:gs pos="21000">
                <a:schemeClr val="accent5">
                  <a:lumMod val="40000"/>
                  <a:lumOff val="60000"/>
                  <a:alpha val="57999"/>
                </a:schemeClr>
              </a:gs>
              <a:gs pos="93000">
                <a:schemeClr val="accent2">
                  <a:lumMod val="20000"/>
                  <a:lumOff val="80000"/>
                  <a:alpha val="57999"/>
                </a:schemeClr>
              </a:gs>
            </a:gsLst>
            <a:lin ang="1830000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23820846" name=""/>
          <p:cNvSpPr/>
          <p:nvPr/>
        </p:nvSpPr>
        <p:spPr bwMode="auto">
          <a:xfrm rot="16199824" flipH="1" flipV="1">
            <a:off x="8748468" y="5732723"/>
            <a:ext cx="579181" cy="167128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4133"/>
                </a:moveTo>
                <a:lnTo>
                  <a:pt x="43118" y="0"/>
                </a:lnTo>
                <a:lnTo>
                  <a:pt x="43200" y="43200"/>
                </a:lnTo>
                <a:lnTo>
                  <a:pt x="0" y="24133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  <a:alpha val="70000"/>
                </a:schemeClr>
              </a:gs>
              <a:gs pos="56000">
                <a:schemeClr val="accent5">
                  <a:lumMod val="20000"/>
                  <a:lumOff val="80000"/>
                  <a:alpha val="70000"/>
                </a:schemeClr>
              </a:gs>
              <a:gs pos="100000">
                <a:schemeClr val="accent6">
                  <a:lumMod val="20000"/>
                  <a:lumOff val="80000"/>
                  <a:alpha val="70000"/>
                </a:schemeClr>
              </a:gs>
            </a:gsLst>
            <a:lin ang="1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22028606" name=""/>
          <p:cNvSpPr/>
          <p:nvPr/>
        </p:nvSpPr>
        <p:spPr bwMode="auto">
          <a:xfrm rot="0" flipH="1" flipV="0">
            <a:off x="11296617" y="5953125"/>
            <a:ext cx="895349" cy="904874"/>
          </a:xfrm>
          <a:prstGeom prst="rtTriangle">
            <a:avLst/>
          </a:prstGeom>
          <a:gradFill>
            <a:gsLst>
              <a:gs pos="0">
                <a:schemeClr val="accent5">
                  <a:lumMod val="40000"/>
                  <a:lumOff val="60000"/>
                </a:schemeClr>
              </a:gs>
              <a:gs pos="64000">
                <a:schemeClr val="accent2">
                  <a:lumMod val="20000"/>
                  <a:lumOff val="80000"/>
                </a:schemeClr>
              </a:gs>
              <a:gs pos="100000">
                <a:schemeClr val="bg2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27754510" name=""/>
          <p:cNvSpPr/>
          <p:nvPr/>
        </p:nvSpPr>
        <p:spPr bwMode="auto">
          <a:xfrm flipH="0" flipV="0">
            <a:off x="11463063" y="4332626"/>
            <a:ext cx="728936" cy="906123"/>
          </a:xfrm>
          <a:custGeom>
            <a:avLst/>
            <a:gdLst/>
            <a:ahLst/>
            <a:cxnLst/>
            <a:rect l="0" t="0" r="r" b="b"/>
            <a:pathLst>
              <a:path w="728936" h="857250" fill="norm" stroke="1" extrusionOk="0">
                <a:moveTo>
                  <a:pt x="728936" y="857250"/>
                </a:moveTo>
                <a:cubicBezTo>
                  <a:pt x="728936" y="857250"/>
                  <a:pt x="727530" y="856468"/>
                  <a:pt x="727530" y="856468"/>
                </a:cubicBezTo>
                <a:cubicBezTo>
                  <a:pt x="727530" y="856468"/>
                  <a:pt x="728911" y="628022"/>
                  <a:pt x="728911" y="628022"/>
                </a:cubicBezTo>
                <a:cubicBezTo>
                  <a:pt x="728911" y="628022"/>
                  <a:pt x="0" y="404964"/>
                  <a:pt x="0" y="404964"/>
                </a:cubicBezTo>
                <a:cubicBezTo>
                  <a:pt x="0" y="404964"/>
                  <a:pt x="728936" y="0"/>
                  <a:pt x="728936" y="0"/>
                </a:cubicBezTo>
                <a:cubicBezTo>
                  <a:pt x="728936" y="0"/>
                  <a:pt x="728936" y="857250"/>
                  <a:pt x="728936" y="857250"/>
                </a:cubicBezTo>
                <a:close/>
              </a:path>
            </a:pathLst>
          </a:custGeom>
          <a:gradFill>
            <a:gsLst>
              <a:gs pos="20000">
                <a:schemeClr val="accent2">
                  <a:lumMod val="20000"/>
                  <a:lumOff val="80000"/>
                </a:schemeClr>
              </a:gs>
              <a:gs pos="66000">
                <a:schemeClr val="accent5">
                  <a:lumMod val="20000"/>
                  <a:lumOff val="8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678289980" name=""/>
          <p:cNvSpPr/>
          <p:nvPr/>
        </p:nvSpPr>
        <p:spPr bwMode="auto">
          <a:xfrm rot="0" flipH="1" flipV="0">
            <a:off x="9870980" y="4972048"/>
            <a:ext cx="2321017" cy="91678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0" y="0"/>
                </a:lnTo>
                <a:lnTo>
                  <a:pt x="43200" y="29484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44000">
                <a:schemeClr val="accent2">
                  <a:lumMod val="20000"/>
                  <a:lumOff val="80000"/>
                </a:schemeClr>
              </a:gs>
              <a:gs pos="100000">
                <a:schemeClr val="accent5">
                  <a:lumMod val="40000"/>
                  <a:lumOff val="60000"/>
                </a:schemeClr>
              </a:gs>
            </a:gsLst>
            <a:lin ang="6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35168945" name=""/>
          <p:cNvSpPr/>
          <p:nvPr/>
        </p:nvSpPr>
        <p:spPr bwMode="auto">
          <a:xfrm rot="10799952" flipH="0" flipV="0">
            <a:off x="9870965" y="4785771"/>
            <a:ext cx="2322634" cy="207224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42420" y="0"/>
                </a:lnTo>
                <a:lnTo>
                  <a:pt x="43200" y="26232"/>
                </a:lnTo>
                <a:lnTo>
                  <a:pt x="30618" y="432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000">
                <a:schemeClr val="accent6">
                  <a:lumMod val="20000"/>
                  <a:lumOff val="80000"/>
                  <a:alpha val="49999"/>
                </a:schemeClr>
              </a:gs>
              <a:gs pos="52000">
                <a:schemeClr val="accent2">
                  <a:lumMod val="20000"/>
                  <a:lumOff val="80000"/>
                  <a:alpha val="49999"/>
                </a:schemeClr>
              </a:gs>
              <a:gs pos="100000">
                <a:schemeClr val="accent5">
                  <a:lumMod val="40000"/>
                  <a:lumOff val="60000"/>
                  <a:alpha val="49999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gradFill>
          <a:gsLst>
            <a:gs pos="0">
              <a:schemeClr val="accent5">
                <a:lumMod val="20000"/>
                <a:lumOff val="80000"/>
              </a:schemeClr>
            </a:gs>
            <a:gs pos="34000">
              <a:srgbClr val="FFFFFF"/>
            </a:gs>
            <a:gs pos="68000">
              <a:schemeClr val="bg1"/>
            </a:gs>
            <a:gs pos="100000">
              <a:schemeClr val="accent5">
                <a:lumMod val="20000"/>
                <a:lumOff val="80000"/>
              </a:schemeClr>
            </a:gs>
          </a:gsLst>
          <a:lin ang="150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7139812" name=""/>
          <p:cNvSpPr/>
          <p:nvPr/>
        </p:nvSpPr>
        <p:spPr bwMode="auto">
          <a:xfrm rot="0" flipH="0" flipV="0">
            <a:off x="4816812" y="4755696"/>
            <a:ext cx="2605562" cy="2093415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5412"/>
                </a:moveTo>
                <a:lnTo>
                  <a:pt x="31242" y="0"/>
                </a:lnTo>
                <a:lnTo>
                  <a:pt x="43200" y="26114"/>
                </a:lnTo>
                <a:lnTo>
                  <a:pt x="15596" y="43200"/>
                </a:lnTo>
                <a:lnTo>
                  <a:pt x="0" y="25412"/>
                </a:lnTo>
                <a:close/>
              </a:path>
            </a:pathLst>
          </a:custGeom>
          <a:gradFill>
            <a:gsLst>
              <a:gs pos="4000">
                <a:schemeClr val="accent6">
                  <a:lumMod val="20000"/>
                  <a:lumOff val="80000"/>
                  <a:alpha val="70000"/>
                </a:schemeClr>
              </a:gs>
              <a:gs pos="52000">
                <a:schemeClr val="accent2">
                  <a:lumMod val="20000"/>
                  <a:lumOff val="80000"/>
                  <a:alpha val="70000"/>
                </a:schemeClr>
              </a:gs>
              <a:gs pos="100000">
                <a:schemeClr val="accent5">
                  <a:lumMod val="40000"/>
                  <a:lumOff val="60000"/>
                  <a:alpha val="7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39982619" name="Freeform: Shape 76"/>
          <p:cNvSpPr/>
          <p:nvPr/>
        </p:nvSpPr>
        <p:spPr bwMode="auto">
          <a:xfrm rot="0" flipH="0" flipV="0">
            <a:off x="4816812" y="4755470"/>
            <a:ext cx="1925205" cy="123167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2014" y="954"/>
                </a:moveTo>
                <a:lnTo>
                  <a:pt x="43022" y="0"/>
                </a:lnTo>
                <a:lnTo>
                  <a:pt x="43200" y="246"/>
                </a:lnTo>
                <a:lnTo>
                  <a:pt x="0" y="43200"/>
                </a:lnTo>
                <a:lnTo>
                  <a:pt x="12014" y="954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</a:schemeClr>
              </a:gs>
              <a:gs pos="50000">
                <a:schemeClr val="accent2">
                  <a:lumMod val="20000"/>
                  <a:lumOff val="80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35973577" name=""/>
          <p:cNvSpPr/>
          <p:nvPr/>
        </p:nvSpPr>
        <p:spPr bwMode="auto">
          <a:xfrm rot="4648072" flipH="1" flipV="0">
            <a:off x="2946022" y="4989852"/>
            <a:ext cx="1050125" cy="1582531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7988" y="43200"/>
                </a:moveTo>
                <a:lnTo>
                  <a:pt x="0" y="0"/>
                </a:lnTo>
                <a:lnTo>
                  <a:pt x="43200" y="41814"/>
                </a:lnTo>
                <a:lnTo>
                  <a:pt x="17988" y="4320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  <a:alpha val="80000"/>
                </a:schemeClr>
              </a:gs>
              <a:gs pos="58000">
                <a:schemeClr val="accent2">
                  <a:lumMod val="20000"/>
                  <a:lumOff val="80000"/>
                  <a:alpha val="8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35376587" name=""/>
          <p:cNvSpPr/>
          <p:nvPr/>
        </p:nvSpPr>
        <p:spPr bwMode="auto">
          <a:xfrm rot="5799100" flipH="1" flipV="0">
            <a:off x="8061594" y="5200907"/>
            <a:ext cx="1668753" cy="1853611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18272" y="0"/>
                </a:lnTo>
                <a:lnTo>
                  <a:pt x="43200" y="18655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60000"/>
                  <a:lumOff val="40000"/>
                  <a:alpha val="60000"/>
                </a:schemeClr>
              </a:gs>
              <a:gs pos="35000">
                <a:schemeClr val="accent2">
                  <a:lumMod val="40000"/>
                  <a:lumOff val="60000"/>
                  <a:alpha val="60000"/>
                </a:schemeClr>
              </a:gs>
              <a:gs pos="86000">
                <a:schemeClr val="accent6">
                  <a:lumMod val="20000"/>
                  <a:lumOff val="80000"/>
                  <a:alpha val="6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89871268" name="Freeform: Shape 76"/>
          <p:cNvSpPr/>
          <p:nvPr/>
        </p:nvSpPr>
        <p:spPr bwMode="auto">
          <a:xfrm rot="19569579" flipH="0" flipV="1">
            <a:off x="1742493" y="5926128"/>
            <a:ext cx="2557926" cy="98943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1003" y="16530"/>
                </a:moveTo>
                <a:lnTo>
                  <a:pt x="43200" y="0"/>
                </a:lnTo>
                <a:lnTo>
                  <a:pt x="21088" y="43200"/>
                </a:lnTo>
                <a:lnTo>
                  <a:pt x="0" y="36059"/>
                </a:lnTo>
                <a:lnTo>
                  <a:pt x="11003" y="1653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  <a:alpha val="84999"/>
                </a:schemeClr>
              </a:gs>
              <a:gs pos="49000">
                <a:schemeClr val="accent5">
                  <a:lumMod val="20000"/>
                  <a:lumOff val="80000"/>
                  <a:alpha val="84999"/>
                </a:schemeClr>
              </a:gs>
              <a:gs pos="89000">
                <a:schemeClr val="accent6">
                  <a:lumMod val="20000"/>
                  <a:lumOff val="80000"/>
                  <a:alpha val="84999"/>
                </a:schemeClr>
              </a:gs>
            </a:gsLst>
            <a:lin ang="1620000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77309843" name=""/>
          <p:cNvSpPr/>
          <p:nvPr/>
        </p:nvSpPr>
        <p:spPr bwMode="auto">
          <a:xfrm rot="0" flipH="0" flipV="0">
            <a:off x="2639668" y="4782910"/>
            <a:ext cx="3192490" cy="2068285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13640"/>
                </a:moveTo>
                <a:lnTo>
                  <a:pt x="36917" y="0"/>
                </a:lnTo>
                <a:lnTo>
                  <a:pt x="43200" y="43200"/>
                </a:lnTo>
                <a:lnTo>
                  <a:pt x="22923" y="27994"/>
                </a:lnTo>
                <a:lnTo>
                  <a:pt x="0" y="13640"/>
                </a:lnTo>
                <a:close/>
              </a:path>
            </a:pathLst>
          </a:custGeom>
          <a:gradFill>
            <a:gsLst>
              <a:gs pos="17000">
                <a:schemeClr val="accent5">
                  <a:lumMod val="40000"/>
                  <a:lumOff val="60000"/>
                  <a:alpha val="62000"/>
                </a:schemeClr>
              </a:gs>
              <a:gs pos="47000">
                <a:schemeClr val="accent2">
                  <a:lumMod val="20000"/>
                  <a:lumOff val="80000"/>
                  <a:alpha val="62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05385615" name=""/>
          <p:cNvSpPr/>
          <p:nvPr/>
        </p:nvSpPr>
        <p:spPr bwMode="auto">
          <a:xfrm rot="0" flipH="0" flipV="0">
            <a:off x="7913886" y="5293178"/>
            <a:ext cx="1211035" cy="126597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2620" y="0"/>
                </a:moveTo>
                <a:lnTo>
                  <a:pt x="43200" y="695"/>
                </a:lnTo>
                <a:lnTo>
                  <a:pt x="42660" y="43200"/>
                </a:lnTo>
                <a:lnTo>
                  <a:pt x="0" y="17179"/>
                </a:lnTo>
                <a:lnTo>
                  <a:pt x="1262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20000"/>
                  <a:lumOff val="80000"/>
                  <a:alpha val="84999"/>
                </a:schemeClr>
              </a:gs>
              <a:gs pos="67000">
                <a:schemeClr val="accent5">
                  <a:lumMod val="20000"/>
                  <a:lumOff val="80000"/>
                  <a:alpha val="84999"/>
                </a:schemeClr>
              </a:gs>
              <a:gs pos="87000">
                <a:schemeClr val="accent5">
                  <a:lumMod val="20000"/>
                  <a:lumOff val="80000"/>
                  <a:alpha val="84999"/>
                </a:schemeClr>
              </a:gs>
            </a:gsLst>
            <a:lin ang="81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07760592" name=""/>
          <p:cNvSpPr/>
          <p:nvPr/>
        </p:nvSpPr>
        <p:spPr bwMode="auto">
          <a:xfrm rot="0" flipH="0" flipV="0">
            <a:off x="6701196" y="4755696"/>
            <a:ext cx="1569387" cy="127206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43200" y="18097"/>
                </a:moveTo>
                <a:cubicBezTo>
                  <a:pt x="43200" y="18097"/>
                  <a:pt x="33291" y="34848"/>
                  <a:pt x="33291" y="34848"/>
                </a:cubicBezTo>
                <a:cubicBezTo>
                  <a:pt x="33291" y="34848"/>
                  <a:pt x="19747" y="43200"/>
                  <a:pt x="19747" y="43200"/>
                </a:cubicBezTo>
                <a:cubicBezTo>
                  <a:pt x="19747" y="43200"/>
                  <a:pt x="0" y="0"/>
                  <a:pt x="0" y="0"/>
                </a:cubicBezTo>
                <a:cubicBezTo>
                  <a:pt x="0" y="0"/>
                  <a:pt x="43200" y="18097"/>
                  <a:pt x="43200" y="18097"/>
                </a:cubicBezTo>
                <a:close/>
              </a:path>
            </a:pathLst>
          </a:custGeom>
          <a:gradFill>
            <a:gsLst>
              <a:gs pos="6000">
                <a:schemeClr val="accent5">
                  <a:lumMod val="40000"/>
                  <a:lumOff val="60000"/>
                  <a:alpha val="69000"/>
                </a:schemeClr>
              </a:gs>
              <a:gs pos="57000">
                <a:schemeClr val="accent1">
                  <a:lumMod val="20000"/>
                  <a:lumOff val="80000"/>
                  <a:alpha val="69000"/>
                </a:schemeClr>
              </a:gs>
              <a:gs pos="93000">
                <a:schemeClr val="bg1">
                  <a:alpha val="69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690437026" name=""/>
          <p:cNvSpPr/>
          <p:nvPr/>
        </p:nvSpPr>
        <p:spPr bwMode="auto">
          <a:xfrm rot="5705731" flipH="1" flipV="0">
            <a:off x="7635013" y="6041267"/>
            <a:ext cx="1042656" cy="55536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7067"/>
                </a:moveTo>
                <a:lnTo>
                  <a:pt x="30201" y="0"/>
                </a:lnTo>
                <a:lnTo>
                  <a:pt x="43200" y="43200"/>
                </a:lnTo>
                <a:lnTo>
                  <a:pt x="0" y="37067"/>
                </a:lnTo>
                <a:close/>
              </a:path>
            </a:pathLst>
          </a:custGeom>
          <a:gradFill>
            <a:gsLst>
              <a:gs pos="16000">
                <a:schemeClr val="accent5">
                  <a:lumMod val="20000"/>
                  <a:lumOff val="80000"/>
                </a:schemeClr>
              </a:gs>
              <a:gs pos="86000">
                <a:schemeClr val="accent2">
                  <a:lumMod val="20000"/>
                  <a:lumOff val="80000"/>
                </a:schemeClr>
              </a:gs>
              <a:gs pos="100000">
                <a:schemeClr val="bg2"/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96532851" name=""/>
          <p:cNvSpPr/>
          <p:nvPr/>
        </p:nvSpPr>
        <p:spPr bwMode="auto">
          <a:xfrm rot="5399976" flipH="0" flipV="0">
            <a:off x="10424986" y="5657862"/>
            <a:ext cx="608978" cy="179128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4133"/>
                </a:moveTo>
                <a:lnTo>
                  <a:pt x="43118" y="0"/>
                </a:lnTo>
                <a:lnTo>
                  <a:pt x="43200" y="43200"/>
                </a:lnTo>
                <a:lnTo>
                  <a:pt x="0" y="24133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</a:schemeClr>
              </a:gs>
              <a:gs pos="56000">
                <a:schemeClr val="accent5">
                  <a:lumMod val="20000"/>
                  <a:lumOff val="80000"/>
                </a:schemeClr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1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19499472" name=""/>
          <p:cNvSpPr/>
          <p:nvPr/>
        </p:nvSpPr>
        <p:spPr bwMode="auto">
          <a:xfrm rot="5799100" flipH="0" flipV="0">
            <a:off x="9423653" y="5045918"/>
            <a:ext cx="918253" cy="163955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35844" y="0"/>
                </a:lnTo>
                <a:lnTo>
                  <a:pt x="43200" y="23424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60000"/>
                  <a:lumOff val="40000"/>
                  <a:alpha val="60000"/>
                </a:schemeClr>
              </a:gs>
              <a:gs pos="35000">
                <a:schemeClr val="accent2">
                  <a:lumMod val="40000"/>
                  <a:lumOff val="60000"/>
                  <a:alpha val="60000"/>
                </a:schemeClr>
              </a:gs>
              <a:gs pos="86000">
                <a:schemeClr val="accent6">
                  <a:lumMod val="20000"/>
                  <a:lumOff val="80000"/>
                  <a:alpha val="6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57777969" name=""/>
          <p:cNvSpPr/>
          <p:nvPr/>
        </p:nvSpPr>
        <p:spPr bwMode="auto">
          <a:xfrm rot="0">
            <a:off x="2819" y="5750295"/>
            <a:ext cx="1519200" cy="60081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43200" y="6205"/>
                </a:moveTo>
                <a:cubicBezTo>
                  <a:pt x="43200" y="6205"/>
                  <a:pt x="0" y="43200"/>
                  <a:pt x="0" y="43200"/>
                </a:cubicBezTo>
                <a:cubicBezTo>
                  <a:pt x="0" y="43200"/>
                  <a:pt x="0" y="0"/>
                  <a:pt x="0" y="0"/>
                </a:cubicBezTo>
                <a:cubicBezTo>
                  <a:pt x="0" y="0"/>
                  <a:pt x="43200" y="6205"/>
                  <a:pt x="43200" y="6205"/>
                </a:cubicBez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</a:schemeClr>
              </a:gs>
              <a:gs pos="58000">
                <a:schemeClr val="accent5">
                  <a:lumMod val="20000"/>
                  <a:lumOff val="80000"/>
                </a:schemeClr>
              </a:gs>
              <a:gs pos="98000">
                <a:schemeClr val="accent6">
                  <a:lumMod val="20000"/>
                  <a:lumOff val="8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21985256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1849" y="1233486"/>
            <a:ext cx="10515600" cy="1814511"/>
          </a:xfrm>
        </p:spPr>
        <p:txBody>
          <a:bodyPr anchor="b"/>
          <a:lstStyle>
            <a:lvl1pPr algn="ctr">
              <a:defRPr sz="56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23367749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8198" y="3047999"/>
            <a:ext cx="10515600" cy="1200150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78987581" name="Freeform: Shape 76"/>
          <p:cNvSpPr/>
          <p:nvPr/>
        </p:nvSpPr>
        <p:spPr bwMode="auto">
          <a:xfrm rot="7877767" flipH="0" flipV="1">
            <a:off x="222984" y="5133745"/>
            <a:ext cx="2422670" cy="1685811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43200" y="0"/>
                </a:moveTo>
                <a:lnTo>
                  <a:pt x="29315" y="43200"/>
                </a:lnTo>
                <a:lnTo>
                  <a:pt x="0" y="35681"/>
                </a:lnTo>
                <a:lnTo>
                  <a:pt x="18774" y="20897"/>
                </a:lnTo>
                <a:lnTo>
                  <a:pt x="43200" y="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  <a:alpha val="84999"/>
                </a:schemeClr>
              </a:gs>
              <a:gs pos="82000">
                <a:schemeClr val="accent2">
                  <a:lumMod val="20000"/>
                  <a:lumOff val="80000"/>
                  <a:alpha val="84999"/>
                </a:schemeClr>
              </a:gs>
            </a:gsLst>
            <a:lin ang="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520488616" name=""/>
          <p:cNvSpPr/>
          <p:nvPr/>
        </p:nvSpPr>
        <p:spPr bwMode="auto">
          <a:xfrm rot="0" flipH="0" flipV="0">
            <a:off x="0" y="6300106"/>
            <a:ext cx="1775113" cy="557892"/>
          </a:xfrm>
          <a:prstGeom prst="rtTriangle">
            <a:avLst/>
          </a:prstGeom>
          <a:gradFill>
            <a:gsLst>
              <a:gs pos="28000">
                <a:schemeClr val="accent5">
                  <a:lumMod val="20000"/>
                  <a:lumOff val="80000"/>
                  <a:alpha val="99999"/>
                </a:schemeClr>
              </a:gs>
              <a:gs pos="100000">
                <a:schemeClr val="accent1">
                  <a:lumMod val="20000"/>
                  <a:lumOff val="80000"/>
                  <a:alpha val="99999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6236230" name=""/>
          <p:cNvSpPr/>
          <p:nvPr/>
        </p:nvSpPr>
        <p:spPr bwMode="auto">
          <a:xfrm rot="0" flipH="1" flipV="0">
            <a:off x="2582318" y="6121977"/>
            <a:ext cx="1775113" cy="73602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210" y="0"/>
                </a:lnTo>
                <a:lnTo>
                  <a:pt x="43200" y="43200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28000">
                <a:schemeClr val="accent2">
                  <a:lumMod val="20000"/>
                  <a:lumOff val="80000"/>
                  <a:alpha val="80000"/>
                </a:schemeClr>
              </a:gs>
              <a:gs pos="69000">
                <a:schemeClr val="bg1">
                  <a:alpha val="8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8063774" name=""/>
          <p:cNvSpPr/>
          <p:nvPr/>
        </p:nvSpPr>
        <p:spPr bwMode="auto">
          <a:xfrm rot="0" flipH="1" flipV="0">
            <a:off x="5684062" y="5762624"/>
            <a:ext cx="2251981" cy="1095374"/>
          </a:xfrm>
          <a:prstGeom prst="rtTriangle">
            <a:avLst/>
          </a:prstGeom>
          <a:gradFill>
            <a:gsLst>
              <a:gs pos="18000">
                <a:schemeClr val="accent2">
                  <a:lumMod val="20000"/>
                  <a:lumOff val="80000"/>
                  <a:alpha val="99999"/>
                </a:schemeClr>
              </a:gs>
              <a:gs pos="52000">
                <a:schemeClr val="accent6">
                  <a:lumMod val="20000"/>
                  <a:lumOff val="80000"/>
                  <a:alpha val="99999"/>
                </a:schemeClr>
              </a:gs>
              <a:gs pos="86000">
                <a:schemeClr val="accent2">
                  <a:lumMod val="20000"/>
                  <a:lumOff val="80000"/>
                  <a:alpha val="99999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085280157" name="Freeform: Shape 76"/>
          <p:cNvSpPr/>
          <p:nvPr/>
        </p:nvSpPr>
        <p:spPr bwMode="auto">
          <a:xfrm rot="0" flipH="0" flipV="1">
            <a:off x="4299535" y="5980339"/>
            <a:ext cx="1539064" cy="87766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363" y="0"/>
                </a:moveTo>
                <a:lnTo>
                  <a:pt x="43200" y="0"/>
                </a:lnTo>
                <a:lnTo>
                  <a:pt x="14190" y="43200"/>
                </a:lnTo>
                <a:lnTo>
                  <a:pt x="0" y="36501"/>
                </a:lnTo>
                <a:lnTo>
                  <a:pt x="363" y="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</a:schemeClr>
              </a:gs>
              <a:gs pos="27000">
                <a:schemeClr val="accent2">
                  <a:lumMod val="20000"/>
                  <a:lumOff val="80000"/>
                </a:schemeClr>
              </a:gs>
              <a:gs pos="85000">
                <a:schemeClr val="accent5">
                  <a:lumMod val="40000"/>
                  <a:lumOff val="60000"/>
                </a:schemeClr>
              </a:gs>
            </a:gsLst>
            <a:lin ang="360000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6353730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2249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8027350" name=""/>
          <p:cNvSpPr/>
          <p:nvPr/>
        </p:nvSpPr>
        <p:spPr bwMode="auto">
          <a:xfrm rot="5399976" flipH="0" flipV="1">
            <a:off x="8556798" y="5576768"/>
            <a:ext cx="557879" cy="200457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43200" y="0"/>
                </a:lnTo>
                <a:lnTo>
                  <a:pt x="43200" y="43109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</a:schemeClr>
              </a:gs>
              <a:gs pos="56000">
                <a:schemeClr val="accent5">
                  <a:lumMod val="20000"/>
                  <a:lumOff val="80000"/>
                </a:schemeClr>
              </a:gs>
              <a:gs pos="98000">
                <a:schemeClr val="accent6">
                  <a:lumMod val="20000"/>
                  <a:lumOff val="8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35413778" name=""/>
          <p:cNvSpPr/>
          <p:nvPr/>
        </p:nvSpPr>
        <p:spPr bwMode="auto">
          <a:xfrm rot="0" flipH="0" flipV="1">
            <a:off x="9831217" y="6259285"/>
            <a:ext cx="796017" cy="59191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369" y="40220"/>
                </a:moveTo>
                <a:lnTo>
                  <a:pt x="0" y="0"/>
                </a:lnTo>
                <a:lnTo>
                  <a:pt x="43200" y="43200"/>
                </a:lnTo>
                <a:lnTo>
                  <a:pt x="369" y="4022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</a:schemeClr>
              </a:gs>
              <a:gs pos="31000">
                <a:schemeClr val="accent2">
                  <a:lumMod val="20000"/>
                  <a:lumOff val="8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79646316" name=""/>
          <p:cNvSpPr/>
          <p:nvPr/>
        </p:nvSpPr>
        <p:spPr bwMode="auto">
          <a:xfrm rot="0" flipH="0" flipV="0">
            <a:off x="10640842" y="6252481"/>
            <a:ext cx="1551156" cy="60551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43200" y="0"/>
                </a:lnTo>
                <a:lnTo>
                  <a:pt x="43200" y="43200"/>
                </a:lnTo>
                <a:lnTo>
                  <a:pt x="26715" y="432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20000">
                <a:schemeClr val="accent1">
                  <a:lumMod val="20000"/>
                  <a:lumOff val="80000"/>
                  <a:alpha val="49999"/>
                </a:schemeClr>
              </a:gs>
              <a:gs pos="70000">
                <a:schemeClr val="accent2">
                  <a:lumMod val="20000"/>
                  <a:lumOff val="80000"/>
                  <a:alpha val="49999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630561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57277023" name=""/>
          <p:cNvSpPr/>
          <p:nvPr/>
        </p:nvSpPr>
        <p:spPr bwMode="auto">
          <a:xfrm rot="5399976" flipH="0" flipV="1">
            <a:off x="11479904" y="5536904"/>
            <a:ext cx="383300" cy="104088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43200" y="0"/>
                </a:lnTo>
                <a:lnTo>
                  <a:pt x="43200" y="43109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20000"/>
                  <a:lumOff val="80000"/>
                  <a:alpha val="70000"/>
                </a:schemeClr>
              </a:gs>
              <a:gs pos="24000">
                <a:schemeClr val="accent6">
                  <a:lumMod val="20000"/>
                  <a:lumOff val="80000"/>
                  <a:alpha val="70000"/>
                </a:schemeClr>
              </a:gs>
              <a:gs pos="88000">
                <a:schemeClr val="accent5">
                  <a:lumMod val="40000"/>
                  <a:lumOff val="60000"/>
                  <a:alpha val="70000"/>
                </a:schemeClr>
              </a:gs>
            </a:gsLst>
            <a:lin ang="6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8555246" name=""/>
          <p:cNvSpPr/>
          <p:nvPr/>
        </p:nvSpPr>
        <p:spPr bwMode="auto">
          <a:xfrm rot="0" flipH="1" flipV="0">
            <a:off x="1789384" y="5440259"/>
            <a:ext cx="937846" cy="1403085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18159"/>
                </a:moveTo>
                <a:lnTo>
                  <a:pt x="4033" y="0"/>
                </a:lnTo>
                <a:lnTo>
                  <a:pt x="43200" y="43200"/>
                </a:lnTo>
                <a:lnTo>
                  <a:pt x="0" y="18159"/>
                </a:lnTo>
                <a:close/>
              </a:path>
            </a:pathLst>
          </a:custGeom>
          <a:gradFill>
            <a:gsLst>
              <a:gs pos="32000">
                <a:schemeClr val="accent5">
                  <a:lumMod val="20000"/>
                  <a:lumOff val="80000"/>
                  <a:alpha val="80000"/>
                </a:schemeClr>
              </a:gs>
              <a:gs pos="56000">
                <a:schemeClr val="accent1">
                  <a:lumMod val="20000"/>
                  <a:lumOff val="80000"/>
                  <a:alpha val="8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652005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pic>
        <p:nvPicPr>
          <p:cNvPr id="1051515692" name=""/>
          <p:cNvPicPr>
            <a:picLocks noChangeAspect="1"/>
          </p:cNvPicPr>
          <p:nvPr/>
        </p:nvPicPr>
        <p:blipFill rotWithShape="1">
          <a:blip r:embed="rId2">
            <a:alphaModFix amt="58999"/>
          </a:blip>
          <a:srcRect l="48046" t="35143" r="0" b="0"/>
          <a:stretch/>
        </p:blipFill>
        <p:spPr bwMode="auto">
          <a:xfrm flipH="0" flipV="0">
            <a:off x="0" y="0"/>
            <a:ext cx="12191965" cy="268604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gradFill>
          <a:gsLst>
            <a:gs pos="0">
              <a:schemeClr val="accent5">
                <a:lumMod val="20000"/>
                <a:lumOff val="80000"/>
              </a:schemeClr>
            </a:gs>
            <a:gs pos="34000">
              <a:schemeClr val="bg1"/>
            </a:gs>
            <a:gs pos="68000">
              <a:schemeClr val="bg1"/>
            </a:gs>
            <a:gs pos="100000">
              <a:schemeClr val="accent5">
                <a:lumMod val="20000"/>
                <a:lumOff val="80000"/>
              </a:schemeClr>
            </a:gs>
          </a:gsLst>
          <a:lin ang="150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889921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1928439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8265083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1556693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870839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42186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263704251" name=""/>
          <p:cNvSpPr/>
          <p:nvPr/>
        </p:nvSpPr>
        <p:spPr bwMode="auto">
          <a:xfrm rot="10799952" flipH="1" flipV="1">
            <a:off x="10043537" y="14"/>
            <a:ext cx="2148440" cy="166253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54"/>
                </a:moveTo>
                <a:lnTo>
                  <a:pt x="43051" y="0"/>
                </a:lnTo>
                <a:lnTo>
                  <a:pt x="43200" y="35604"/>
                </a:lnTo>
                <a:lnTo>
                  <a:pt x="25653" y="43200"/>
                </a:lnTo>
                <a:lnTo>
                  <a:pt x="0" y="54"/>
                </a:lnTo>
                <a:close/>
              </a:path>
            </a:pathLst>
          </a:custGeom>
          <a:gradFill>
            <a:gsLst>
              <a:gs pos="4000">
                <a:schemeClr val="accent6">
                  <a:lumMod val="20000"/>
                  <a:lumOff val="80000"/>
                  <a:alpha val="40000"/>
                </a:schemeClr>
              </a:gs>
              <a:gs pos="52000">
                <a:schemeClr val="accent2">
                  <a:lumMod val="20000"/>
                  <a:lumOff val="80000"/>
                  <a:alpha val="40000"/>
                </a:schemeClr>
              </a:gs>
              <a:gs pos="100000">
                <a:schemeClr val="accent5">
                  <a:lumMod val="40000"/>
                  <a:lumOff val="60000"/>
                  <a:alpha val="4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24783023" name=""/>
          <p:cNvSpPr/>
          <p:nvPr/>
        </p:nvSpPr>
        <p:spPr bwMode="auto">
          <a:xfrm rot="0" flipH="1" flipV="0">
            <a:off x="10514045" y="29"/>
            <a:ext cx="1677952" cy="91678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0" y="0"/>
                </a:lnTo>
                <a:lnTo>
                  <a:pt x="43200" y="29376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44000">
                <a:schemeClr val="accent2">
                  <a:lumMod val="20000"/>
                  <a:lumOff val="80000"/>
                  <a:alpha val="70000"/>
                </a:schemeClr>
              </a:gs>
              <a:gs pos="100000">
                <a:schemeClr val="accent5">
                  <a:lumMod val="40000"/>
                  <a:lumOff val="60000"/>
                  <a:alpha val="70000"/>
                </a:schemeClr>
              </a:gs>
            </a:gsLst>
            <a:lin ang="6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78636120" name=""/>
          <p:cNvSpPr/>
          <p:nvPr/>
        </p:nvSpPr>
        <p:spPr bwMode="auto">
          <a:xfrm rot="16199998" flipH="0" flipV="0">
            <a:off x="9704414" y="-697051"/>
            <a:ext cx="632113" cy="200889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42607" y="43200"/>
                </a:moveTo>
                <a:cubicBezTo>
                  <a:pt x="42607" y="43200"/>
                  <a:pt x="43199" y="43014"/>
                  <a:pt x="43199" y="43014"/>
                </a:cubicBezTo>
                <a:cubicBezTo>
                  <a:pt x="43199" y="43014"/>
                  <a:pt x="42604" y="43099"/>
                  <a:pt x="42604" y="43099"/>
                </a:cubicBezTo>
                <a:cubicBezTo>
                  <a:pt x="42604" y="43099"/>
                  <a:pt x="0" y="32213"/>
                  <a:pt x="0" y="32213"/>
                </a:cubicBezTo>
                <a:cubicBezTo>
                  <a:pt x="0" y="32213"/>
                  <a:pt x="42607" y="0"/>
                  <a:pt x="42607" y="0"/>
                </a:cubicBezTo>
                <a:cubicBezTo>
                  <a:pt x="42607" y="0"/>
                  <a:pt x="42607" y="43200"/>
                  <a:pt x="42607" y="43200"/>
                </a:cubicBezTo>
                <a:close/>
              </a:path>
            </a:pathLst>
          </a:custGeom>
          <a:gradFill>
            <a:gsLst>
              <a:gs pos="20000">
                <a:schemeClr val="accent2">
                  <a:lumMod val="20000"/>
                  <a:lumOff val="80000"/>
                  <a:alpha val="49999"/>
                </a:schemeClr>
              </a:gs>
              <a:gs pos="66000">
                <a:schemeClr val="accent5">
                  <a:lumMod val="20000"/>
                  <a:lumOff val="80000"/>
                  <a:alpha val="49999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466782428" name=""/>
          <p:cNvSpPr/>
          <p:nvPr/>
        </p:nvSpPr>
        <p:spPr bwMode="auto">
          <a:xfrm rot="0" flipH="1" flipV="0">
            <a:off x="11326500" y="916810"/>
            <a:ext cx="865467" cy="135013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0" y="0"/>
                </a:lnTo>
                <a:lnTo>
                  <a:pt x="43200" y="23830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28000">
                <a:schemeClr val="accent2">
                  <a:lumMod val="20000"/>
                  <a:lumOff val="80000"/>
                  <a:alpha val="58999"/>
                </a:schemeClr>
              </a:gs>
              <a:gs pos="68000">
                <a:schemeClr val="accent1">
                  <a:lumMod val="20000"/>
                  <a:lumOff val="80000"/>
                  <a:alpha val="58999"/>
                </a:schemeClr>
              </a:gs>
              <a:gs pos="98000">
                <a:schemeClr val="accent5">
                  <a:lumMod val="20000"/>
                  <a:lumOff val="80000"/>
                  <a:alpha val="58999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gradFill>
          <a:gsLst>
            <a:gs pos="0">
              <a:schemeClr val="accent2">
                <a:lumMod val="20000"/>
                <a:lumOff val="80000"/>
                <a:alpha val="49999"/>
              </a:schemeClr>
            </a:gs>
            <a:gs pos="50000">
              <a:srgbClr val="FFFFFF">
                <a:alpha val="49999"/>
              </a:srgbClr>
            </a:gs>
            <a:gs pos="75000">
              <a:schemeClr val="bg1">
                <a:alpha val="49999"/>
              </a:schemeClr>
            </a:gs>
            <a:gs pos="100000">
              <a:schemeClr val="accent1">
                <a:lumMod val="20000"/>
                <a:lumOff val="80000"/>
                <a:alpha val="49999"/>
              </a:schemeClr>
            </a:gs>
          </a:gsLst>
          <a:lin ang="150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10611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1072842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3763527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0703247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78077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456986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0937515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9123517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734999921" name=""/>
          <p:cNvSpPr/>
          <p:nvPr/>
        </p:nvSpPr>
        <p:spPr bwMode="auto">
          <a:xfrm rot="10799952" flipH="1" flipV="1">
            <a:off x="10043537" y="13"/>
            <a:ext cx="2148440" cy="166253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54"/>
                </a:moveTo>
                <a:lnTo>
                  <a:pt x="43051" y="0"/>
                </a:lnTo>
                <a:lnTo>
                  <a:pt x="43200" y="35604"/>
                </a:lnTo>
                <a:lnTo>
                  <a:pt x="25653" y="43200"/>
                </a:lnTo>
                <a:lnTo>
                  <a:pt x="0" y="54"/>
                </a:lnTo>
                <a:close/>
              </a:path>
            </a:pathLst>
          </a:custGeom>
          <a:gradFill>
            <a:gsLst>
              <a:gs pos="4000">
                <a:schemeClr val="accent6">
                  <a:lumMod val="20000"/>
                  <a:lumOff val="80000"/>
                  <a:alpha val="40000"/>
                </a:schemeClr>
              </a:gs>
              <a:gs pos="52000">
                <a:schemeClr val="accent2">
                  <a:lumMod val="20000"/>
                  <a:lumOff val="80000"/>
                  <a:alpha val="40000"/>
                </a:schemeClr>
              </a:gs>
              <a:gs pos="100000">
                <a:schemeClr val="accent5">
                  <a:lumMod val="40000"/>
                  <a:lumOff val="60000"/>
                  <a:alpha val="4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93363918" name=""/>
          <p:cNvSpPr/>
          <p:nvPr/>
        </p:nvSpPr>
        <p:spPr bwMode="auto">
          <a:xfrm rot="0" flipH="1" flipV="0">
            <a:off x="10514044" y="28"/>
            <a:ext cx="1677951" cy="91678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0" y="0"/>
                </a:lnTo>
                <a:lnTo>
                  <a:pt x="43200" y="29376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44000">
                <a:schemeClr val="accent2">
                  <a:lumMod val="20000"/>
                  <a:lumOff val="80000"/>
                  <a:alpha val="70000"/>
                </a:schemeClr>
              </a:gs>
              <a:gs pos="100000">
                <a:schemeClr val="accent5">
                  <a:lumMod val="40000"/>
                  <a:lumOff val="60000"/>
                  <a:alpha val="70000"/>
                </a:schemeClr>
              </a:gs>
            </a:gsLst>
            <a:lin ang="6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48363362" name=""/>
          <p:cNvSpPr/>
          <p:nvPr/>
        </p:nvSpPr>
        <p:spPr bwMode="auto">
          <a:xfrm rot="16199998" flipH="0" flipV="0">
            <a:off x="9704414" y="-697050"/>
            <a:ext cx="632112" cy="200889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42607" y="43200"/>
                </a:moveTo>
                <a:cubicBezTo>
                  <a:pt x="42607" y="43200"/>
                  <a:pt x="43199" y="43014"/>
                  <a:pt x="43199" y="43014"/>
                </a:cubicBezTo>
                <a:cubicBezTo>
                  <a:pt x="43199" y="43014"/>
                  <a:pt x="42604" y="43099"/>
                  <a:pt x="42604" y="43099"/>
                </a:cubicBezTo>
                <a:cubicBezTo>
                  <a:pt x="42604" y="43099"/>
                  <a:pt x="0" y="32213"/>
                  <a:pt x="0" y="32213"/>
                </a:cubicBezTo>
                <a:cubicBezTo>
                  <a:pt x="0" y="32213"/>
                  <a:pt x="42607" y="0"/>
                  <a:pt x="42607" y="0"/>
                </a:cubicBezTo>
                <a:cubicBezTo>
                  <a:pt x="42607" y="0"/>
                  <a:pt x="42607" y="43200"/>
                  <a:pt x="42607" y="43200"/>
                </a:cubicBezTo>
                <a:close/>
              </a:path>
            </a:pathLst>
          </a:custGeom>
          <a:gradFill>
            <a:gsLst>
              <a:gs pos="20000">
                <a:schemeClr val="accent2">
                  <a:lumMod val="20000"/>
                  <a:lumOff val="80000"/>
                  <a:alpha val="49999"/>
                </a:schemeClr>
              </a:gs>
              <a:gs pos="66000">
                <a:schemeClr val="accent5">
                  <a:lumMod val="20000"/>
                  <a:lumOff val="80000"/>
                  <a:alpha val="49999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98243274" name=""/>
          <p:cNvSpPr/>
          <p:nvPr/>
        </p:nvSpPr>
        <p:spPr bwMode="auto">
          <a:xfrm rot="0" flipH="1" flipV="0">
            <a:off x="11326500" y="916809"/>
            <a:ext cx="865467" cy="135013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0" y="0"/>
                </a:lnTo>
                <a:lnTo>
                  <a:pt x="43200" y="23830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28000">
                <a:schemeClr val="accent2">
                  <a:lumMod val="20000"/>
                  <a:lumOff val="80000"/>
                  <a:alpha val="58999"/>
                </a:schemeClr>
              </a:gs>
              <a:gs pos="68000">
                <a:schemeClr val="accent1">
                  <a:lumMod val="20000"/>
                  <a:lumOff val="80000"/>
                  <a:alpha val="58999"/>
                </a:schemeClr>
              </a:gs>
              <a:gs pos="98000">
                <a:schemeClr val="accent5">
                  <a:lumMod val="20000"/>
                  <a:lumOff val="80000"/>
                  <a:alpha val="58999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gradFill>
          <a:gsLst>
            <a:gs pos="0">
              <a:schemeClr val="accent5">
                <a:lumMod val="20000"/>
                <a:lumOff val="80000"/>
              </a:schemeClr>
            </a:gs>
            <a:gs pos="54000">
              <a:srgbClr val="FFFFFF"/>
            </a:gs>
          </a:gsLst>
          <a:lin ang="14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136514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4073853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02686818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5314727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9144399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5295305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260934839" name="Freeform: Shape 76"/>
          <p:cNvSpPr/>
          <p:nvPr/>
        </p:nvSpPr>
        <p:spPr bwMode="auto">
          <a:xfrm rot="16199969" flipH="1" flipV="0">
            <a:off x="96167" y="-96158"/>
            <a:ext cx="965666" cy="115799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9" y="0"/>
                </a:moveTo>
                <a:lnTo>
                  <a:pt x="43200" y="0"/>
                </a:lnTo>
                <a:lnTo>
                  <a:pt x="43200" y="0"/>
                </a:lnTo>
                <a:lnTo>
                  <a:pt x="0" y="43200"/>
                </a:lnTo>
                <a:lnTo>
                  <a:pt x="19" y="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  <a:alpha val="49999"/>
                </a:schemeClr>
              </a:gs>
              <a:gs pos="64000">
                <a:schemeClr val="accent2">
                  <a:lumMod val="20000"/>
                  <a:lumOff val="80000"/>
                  <a:alpha val="49999"/>
                </a:schemeClr>
              </a:gs>
              <a:gs pos="100000">
                <a:schemeClr val="bg2">
                  <a:alpha val="49999"/>
                </a:schemeClr>
              </a:gs>
            </a:gsLst>
            <a:lin ang="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gradFill>
          <a:gsLst>
            <a:gs pos="11000">
              <a:schemeClr val="bg1">
                <a:alpha val="49999"/>
              </a:schemeClr>
            </a:gs>
            <a:gs pos="41000">
              <a:schemeClr val="bg1">
                <a:alpha val="49999"/>
              </a:schemeClr>
            </a:gs>
            <a:gs pos="90000">
              <a:schemeClr val="accent2">
                <a:lumMod val="20000"/>
                <a:lumOff val="80000"/>
                <a:alpha val="49999"/>
              </a:schemeClr>
            </a:gs>
          </a:gsLst>
          <a:lin ang="156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76601629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2336048"/>
            <a:ext cx="12191999" cy="4515144"/>
          </a:xfrm>
          <a:prstGeom prst="rect">
            <a:avLst/>
          </a:prstGeom>
        </p:spPr>
      </p:pic>
      <p:sp>
        <p:nvSpPr>
          <p:cNvPr id="192895481" name=""/>
          <p:cNvSpPr/>
          <p:nvPr/>
        </p:nvSpPr>
        <p:spPr bwMode="auto">
          <a:xfrm rot="0" flipH="0" flipV="0">
            <a:off x="0" y="5429250"/>
            <a:ext cx="2762249" cy="1428750"/>
          </a:xfrm>
          <a:prstGeom prst="rtTriangle">
            <a:avLst/>
          </a:prstGeom>
          <a:gradFill>
            <a:gsLst>
              <a:gs pos="0">
                <a:schemeClr val="accent5">
                  <a:lumMod val="20000"/>
                  <a:lumOff val="80000"/>
                </a:schemeClr>
              </a:gs>
              <a:gs pos="50000">
                <a:schemeClr val="accent2">
                  <a:lumMod val="20000"/>
                  <a:lumOff val="80000"/>
                </a:schemeClr>
              </a:gs>
              <a:gs pos="100000">
                <a:srgbClr val="FFFFFF"/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481371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64721512" name=""/>
          <p:cNvSpPr/>
          <p:nvPr/>
        </p:nvSpPr>
        <p:spPr bwMode="auto">
          <a:xfrm rot="0" flipH="0" flipV="0">
            <a:off x="7540961" y="4755470"/>
            <a:ext cx="4674287" cy="210252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5301"/>
                </a:moveTo>
                <a:lnTo>
                  <a:pt x="25484" y="0"/>
                </a:lnTo>
                <a:lnTo>
                  <a:pt x="43200" y="20889"/>
                </a:lnTo>
                <a:lnTo>
                  <a:pt x="8868" y="43200"/>
                </a:lnTo>
                <a:lnTo>
                  <a:pt x="0" y="25301"/>
                </a:lnTo>
                <a:close/>
              </a:path>
            </a:pathLst>
          </a:custGeom>
          <a:gradFill>
            <a:gsLst>
              <a:gs pos="4000">
                <a:schemeClr val="accent6">
                  <a:lumMod val="20000"/>
                  <a:lumOff val="80000"/>
                  <a:alpha val="99999"/>
                </a:schemeClr>
              </a:gs>
              <a:gs pos="52000">
                <a:schemeClr val="accent2">
                  <a:lumMod val="20000"/>
                  <a:lumOff val="80000"/>
                  <a:alpha val="99999"/>
                </a:schemeClr>
              </a:gs>
              <a:gs pos="100000">
                <a:schemeClr val="accent5">
                  <a:lumMod val="40000"/>
                  <a:lumOff val="60000"/>
                  <a:alpha val="99999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18199642" name="Freeform: Shape 76"/>
          <p:cNvSpPr/>
          <p:nvPr/>
        </p:nvSpPr>
        <p:spPr bwMode="auto">
          <a:xfrm rot="0" flipH="0" flipV="0">
            <a:off x="8505599" y="5238749"/>
            <a:ext cx="2650931" cy="161244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1092" y="509"/>
                </a:moveTo>
                <a:lnTo>
                  <a:pt x="43199" y="0"/>
                </a:lnTo>
                <a:lnTo>
                  <a:pt x="20095" y="32664"/>
                </a:lnTo>
                <a:lnTo>
                  <a:pt x="0" y="43200"/>
                </a:lnTo>
                <a:lnTo>
                  <a:pt x="11092" y="509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  <a:alpha val="60000"/>
                </a:schemeClr>
              </a:gs>
              <a:gs pos="50000">
                <a:schemeClr val="accent2">
                  <a:lumMod val="20000"/>
                  <a:lumOff val="80000"/>
                  <a:alpha val="60000"/>
                </a:schemeClr>
              </a:gs>
              <a:gs pos="79000">
                <a:schemeClr val="bg1">
                  <a:lumMod val="95000"/>
                  <a:alpha val="60000"/>
                </a:schemeClr>
              </a:gs>
            </a:gsLst>
            <a:lin ang="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40951046" name=""/>
          <p:cNvSpPr/>
          <p:nvPr/>
        </p:nvSpPr>
        <p:spPr bwMode="auto">
          <a:xfrm rot="0" flipH="1" flipV="0">
            <a:off x="4995299" y="5988504"/>
            <a:ext cx="2038349" cy="86949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210" y="0"/>
                </a:lnTo>
                <a:lnTo>
                  <a:pt x="43200" y="43200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28000">
                <a:schemeClr val="accent2">
                  <a:lumMod val="20000"/>
                  <a:lumOff val="80000"/>
                  <a:alpha val="99999"/>
                </a:schemeClr>
              </a:gs>
              <a:gs pos="69000">
                <a:schemeClr val="bg1">
                  <a:alpha val="99999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8750554" name=""/>
          <p:cNvSpPr/>
          <p:nvPr/>
        </p:nvSpPr>
        <p:spPr bwMode="auto">
          <a:xfrm rot="0" flipH="1" flipV="0">
            <a:off x="8439149" y="5762625"/>
            <a:ext cx="3752848" cy="1095373"/>
          </a:xfrm>
          <a:prstGeom prst="rtTriangle">
            <a:avLst/>
          </a:prstGeom>
          <a:gradFill>
            <a:gsLst>
              <a:gs pos="18000">
                <a:schemeClr val="accent2">
                  <a:lumMod val="20000"/>
                  <a:lumOff val="80000"/>
                  <a:alpha val="99999"/>
                </a:schemeClr>
              </a:gs>
              <a:gs pos="52000">
                <a:schemeClr val="accent6">
                  <a:lumMod val="20000"/>
                  <a:lumOff val="80000"/>
                  <a:alpha val="99999"/>
                </a:schemeClr>
              </a:gs>
              <a:gs pos="86000">
                <a:schemeClr val="accent2">
                  <a:lumMod val="20000"/>
                  <a:lumOff val="80000"/>
                  <a:alpha val="99999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091734098" name="Freeform: Shape 76"/>
          <p:cNvSpPr/>
          <p:nvPr/>
        </p:nvSpPr>
        <p:spPr bwMode="auto">
          <a:xfrm rot="0" flipH="0" flipV="1">
            <a:off x="6976499" y="5981699"/>
            <a:ext cx="1529100" cy="87629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83" y="0"/>
                </a:moveTo>
                <a:lnTo>
                  <a:pt x="43200" y="0"/>
                </a:lnTo>
                <a:lnTo>
                  <a:pt x="17221" y="43200"/>
                </a:lnTo>
                <a:lnTo>
                  <a:pt x="0" y="42260"/>
                </a:lnTo>
                <a:lnTo>
                  <a:pt x="83" y="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  <a:alpha val="99999"/>
                </a:schemeClr>
              </a:gs>
              <a:gs pos="27000">
                <a:schemeClr val="accent2">
                  <a:lumMod val="20000"/>
                  <a:lumOff val="80000"/>
                  <a:alpha val="99999"/>
                </a:schemeClr>
              </a:gs>
              <a:gs pos="85000">
                <a:schemeClr val="accent5">
                  <a:lumMod val="40000"/>
                  <a:lumOff val="60000"/>
                  <a:alpha val="99999"/>
                </a:schemeClr>
              </a:gs>
            </a:gsLst>
            <a:lin ang="3600000" scaled="1"/>
          </a:gra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93415549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722134824" name=""/>
          <p:cNvSpPr/>
          <p:nvPr/>
        </p:nvSpPr>
        <p:spPr bwMode="auto">
          <a:xfrm rot="16199998" flipH="0" flipV="0">
            <a:off x="11077574" y="4648200"/>
            <a:ext cx="1181099" cy="1047749"/>
          </a:xfrm>
          <a:prstGeom prst="triangle">
            <a:avLst>
              <a:gd name="adj" fmla="val 47580"/>
            </a:avLst>
          </a:prstGeom>
          <a:gradFill>
            <a:gsLst>
              <a:gs pos="0">
                <a:schemeClr val="accent5">
                  <a:lumMod val="20000"/>
                  <a:lumOff val="80000"/>
                </a:schemeClr>
              </a:gs>
              <a:gs pos="44000">
                <a:schemeClr val="accent2">
                  <a:lumMod val="20000"/>
                  <a:lumOff val="80000"/>
                </a:schemeClr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2719256" name=""/>
          <p:cNvSpPr/>
          <p:nvPr/>
        </p:nvSpPr>
        <p:spPr bwMode="auto">
          <a:xfrm rot="0" flipH="0" flipV="1">
            <a:off x="1509149" y="6210299"/>
            <a:ext cx="2529450" cy="64769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9448" y="0"/>
                </a:moveTo>
                <a:lnTo>
                  <a:pt x="43200" y="0"/>
                </a:lnTo>
                <a:lnTo>
                  <a:pt x="37740" y="40658"/>
                </a:lnTo>
                <a:lnTo>
                  <a:pt x="0" y="43200"/>
                </a:lnTo>
                <a:lnTo>
                  <a:pt x="19448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2">
                  <a:lumMod val="20000"/>
                  <a:lumOff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8174083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1389867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74472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3700177" name=""/>
          <p:cNvSpPr/>
          <p:nvPr/>
        </p:nvSpPr>
        <p:spPr bwMode="auto">
          <a:xfrm rot="0" flipH="0" flipV="0">
            <a:off x="3699899" y="6243204"/>
            <a:ext cx="1333499" cy="614795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262" y="0"/>
                </a:lnTo>
                <a:lnTo>
                  <a:pt x="43200" y="43200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90470749" name=""/>
          <p:cNvSpPr/>
          <p:nvPr/>
        </p:nvSpPr>
        <p:spPr bwMode="auto">
          <a:xfrm rot="0" flipH="0" flipV="0">
            <a:off x="1509149" y="5731329"/>
            <a:ext cx="1581149" cy="514349"/>
          </a:xfrm>
          <a:prstGeom prst="triangle">
            <a:avLst>
              <a:gd name="adj" fmla="val 50000"/>
            </a:avLst>
          </a:prstGeom>
          <a:gradFill>
            <a:gsLst>
              <a:gs pos="0">
                <a:schemeClr val="accent5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58373847" name=""/>
          <p:cNvSpPr/>
          <p:nvPr/>
        </p:nvSpPr>
        <p:spPr bwMode="auto">
          <a:xfrm rot="0" flipH="0" flipV="1">
            <a:off x="684660" y="5736910"/>
            <a:ext cx="1635124" cy="507999"/>
          </a:xfrm>
          <a:custGeom>
            <a:avLst>
              <a:gd name="adj" fmla="val 50000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9147"/>
                </a:moveTo>
                <a:lnTo>
                  <a:pt x="22229" y="0"/>
                </a:lnTo>
                <a:lnTo>
                  <a:pt x="43200" y="43200"/>
                </a:lnTo>
                <a:lnTo>
                  <a:pt x="0" y="39147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44000">
                <a:schemeClr val="accent1">
                  <a:lumMod val="20000"/>
                  <a:lumOff val="80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3740392" name=""/>
          <p:cNvSpPr/>
          <p:nvPr/>
        </p:nvSpPr>
        <p:spPr bwMode="auto">
          <a:xfrm rot="0" flipH="0" flipV="0">
            <a:off x="168722" y="5514660"/>
            <a:ext cx="1317624" cy="27384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23420" y="10017"/>
                </a:lnTo>
                <a:lnTo>
                  <a:pt x="43200" y="40069"/>
                </a:lnTo>
                <a:lnTo>
                  <a:pt x="16809" y="432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382497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8007395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3708495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924785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1342397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183187" y="457199"/>
            <a:ext cx="6172200" cy="54117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2886702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9558184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3819876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78900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30462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199559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92741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9858368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4753373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39393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5510324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8840489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3885509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602657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>
          <a:gsLst>
            <a:gs pos="0">
              <a:schemeClr val="accent5">
                <a:lumMod val="20000"/>
                <a:lumOff val="80000"/>
              </a:schemeClr>
            </a:gs>
            <a:gs pos="50000">
              <a:srgbClr val="FFFFFF"/>
            </a:gs>
          </a:gsLst>
          <a:lin ang="150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106480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4000">
                <a:solidFill>
                  <a:schemeClr val="tx1">
                    <a:lumMod val="75000"/>
                    <a:lumOff val="25000"/>
                  </a:schemeClr>
                </a:solidFill>
                <a:latin typeface="Arial Black"/>
                <a:ea typeface="Arial Black"/>
                <a:cs typeface="Arial Black"/>
              </a:defRPr>
            </a:lvl1pPr>
            <a:lvl2pPr>
              <a:defRPr sz="4000">
                <a:solidFill>
                  <a:schemeClr val="tx1">
                    <a:lumMod val="75000"/>
                    <a:lumOff val="25000"/>
                  </a:schemeClr>
                </a:solidFill>
                <a:latin typeface="Noto Sans KR Black"/>
                <a:ea typeface="Noto Sans KR Black"/>
                <a:cs typeface="Noto Sans KR Black"/>
              </a:defRPr>
            </a:lvl2pPr>
            <a:lvl3pPr>
              <a:defRPr sz="4000">
                <a:solidFill>
                  <a:schemeClr val="tx1">
                    <a:lumMod val="75000"/>
                    <a:lumOff val="25000"/>
                  </a:schemeClr>
                </a:solidFill>
                <a:latin typeface="Noto Sans KR Black"/>
                <a:ea typeface="Noto Sans KR Black"/>
                <a:cs typeface="Noto Sans KR Black"/>
              </a:defRPr>
            </a:lvl3pPr>
            <a:lvl4pPr>
              <a:defRPr sz="4000">
                <a:solidFill>
                  <a:schemeClr val="tx1">
                    <a:lumMod val="75000"/>
                    <a:lumOff val="25000"/>
                  </a:schemeClr>
                </a:solidFill>
                <a:latin typeface="Noto Sans KR Black"/>
                <a:ea typeface="Noto Sans KR Black"/>
                <a:cs typeface="Noto Sans KR Black"/>
              </a:defRPr>
            </a:lvl4pPr>
            <a:lvl5pPr>
              <a:defRPr sz="4000">
                <a:solidFill>
                  <a:schemeClr val="tx1">
                    <a:lumMod val="75000"/>
                    <a:lumOff val="25000"/>
                  </a:schemeClr>
                </a:solidFill>
                <a:latin typeface="Noto Sans KR Black"/>
                <a:ea typeface="Noto Sans KR Black"/>
                <a:cs typeface="Noto Sans KR Black"/>
              </a:defRPr>
            </a:lvl5pPr>
            <a:lvl6pPr>
              <a:defRPr sz="4000">
                <a:solidFill>
                  <a:schemeClr val="tx1">
                    <a:lumMod val="75000"/>
                    <a:lumOff val="25000"/>
                  </a:schemeClr>
                </a:solidFill>
                <a:latin typeface="Noto Sans KR Black"/>
                <a:ea typeface="Noto Sans KR Black"/>
                <a:cs typeface="Noto Sans KR Black"/>
              </a:defRPr>
            </a:lvl6pPr>
            <a:lvl7pPr>
              <a:defRPr sz="4000">
                <a:solidFill>
                  <a:schemeClr val="tx1">
                    <a:lumMod val="75000"/>
                    <a:lumOff val="25000"/>
                  </a:schemeClr>
                </a:solidFill>
                <a:latin typeface="Noto Sans KR Black"/>
                <a:ea typeface="Noto Sans KR Black"/>
                <a:cs typeface="Noto Sans KR Black"/>
              </a:defRPr>
            </a:lvl7pPr>
            <a:lvl8pPr>
              <a:defRPr sz="4000">
                <a:solidFill>
                  <a:schemeClr val="tx1">
                    <a:lumMod val="75000"/>
                    <a:lumOff val="25000"/>
                  </a:schemeClr>
                </a:solidFill>
                <a:latin typeface="Noto Sans KR Black"/>
                <a:ea typeface="Noto Sans KR Black"/>
                <a:cs typeface="Noto Sans KR Black"/>
              </a:defRPr>
            </a:lvl8pPr>
            <a:lvl9pPr>
              <a:defRPr sz="4000">
                <a:solidFill>
                  <a:schemeClr val="tx1">
                    <a:lumMod val="75000"/>
                    <a:lumOff val="25000"/>
                  </a:schemeClr>
                </a:solidFill>
                <a:latin typeface="Noto Sans KR Black"/>
                <a:ea typeface="Noto Sans KR Black"/>
                <a:cs typeface="Noto Sans KR Black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0834653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buNone/>
              <a:defRPr sz="2600">
                <a:latin typeface="Arial"/>
                <a:ea typeface="Arial"/>
                <a:cs typeface="Arial"/>
              </a:defRPr>
            </a:lvl1pPr>
            <a:lvl2pPr>
              <a:buNone/>
              <a:defRPr>
                <a:latin typeface="Arial"/>
                <a:ea typeface="Arial"/>
                <a:cs typeface="Arial"/>
              </a:defRPr>
            </a:lvl2pPr>
            <a:lvl3pPr>
              <a:buNone/>
              <a:defRPr>
                <a:latin typeface="Arial"/>
                <a:ea typeface="Arial"/>
                <a:cs typeface="Arial"/>
              </a:defRPr>
            </a:lvl3pPr>
            <a:lvl4pPr>
              <a:buNone/>
              <a:defRPr>
                <a:latin typeface="Arial"/>
                <a:ea typeface="Arial"/>
                <a:cs typeface="Arial"/>
              </a:defRPr>
            </a:lvl4pPr>
            <a:lvl5pPr>
              <a:buNone/>
              <a:defRPr>
                <a:latin typeface="Arial"/>
                <a:ea typeface="Arial"/>
                <a:cs typeface="Arial"/>
              </a:defRPr>
            </a:lvl5pPr>
            <a:lvl6pPr>
              <a:buNone/>
              <a:defRPr>
                <a:latin typeface="Arial"/>
                <a:ea typeface="Arial"/>
                <a:cs typeface="Arial"/>
              </a:defRPr>
            </a:lvl6pPr>
            <a:lvl7pPr>
              <a:buNone/>
              <a:defRPr>
                <a:latin typeface="Arial"/>
                <a:ea typeface="Arial"/>
                <a:cs typeface="Arial"/>
              </a:defRPr>
            </a:lvl7pPr>
            <a:lvl8pPr>
              <a:buNone/>
              <a:defRPr>
                <a:latin typeface="Arial"/>
                <a:ea typeface="Arial"/>
                <a:cs typeface="Arial"/>
              </a:defRPr>
            </a:lvl8pPr>
            <a:lvl9pPr>
              <a:buNone/>
              <a:defRPr>
                <a:latin typeface="Arial"/>
                <a:ea typeface="Arial"/>
                <a:cs typeface="Arial"/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0696950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8099963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706941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2639464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59775805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Crystalline">
  <a:themeElements>
    <a:clrScheme name="Aspect">
      <a:dk1>
        <a:srgbClr val="000000"/>
      </a:dk1>
      <a:lt1>
        <a:srgbClr val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15</cp:revision>
  <dcterms:modified xsi:type="dcterms:W3CDTF">2026-03-19T15:35:54Z</dcterms:modified>
</cp:coreProperties>
</file>
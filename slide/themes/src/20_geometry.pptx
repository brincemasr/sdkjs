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11324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882939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745700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0179318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8424503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08130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191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62667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08799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276160" name=""/>
          <p:cNvSpPr/>
          <p:nvPr/>
        </p:nvSpPr>
        <p:spPr bwMode="auto">
          <a:xfrm rot="0" flipH="0" flipV="0">
            <a:off x="1970685" y="209797"/>
            <a:ext cx="2748641" cy="2653391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rgbClr val="FFFFFF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4830979" name=""/>
          <p:cNvSpPr/>
          <p:nvPr/>
        </p:nvSpPr>
        <p:spPr bwMode="auto">
          <a:xfrm rot="10799989">
            <a:off x="291375" y="222458"/>
            <a:ext cx="1605641" cy="1605641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28000">
                <a:schemeClr val="accent2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486138594" name=""/>
          <p:cNvSpPr/>
          <p:nvPr/>
        </p:nvSpPr>
        <p:spPr bwMode="auto">
          <a:xfrm rot="0" flipH="0" flipV="0">
            <a:off x="3027110" y="1125996"/>
            <a:ext cx="635792" cy="635792"/>
          </a:xfrm>
          <a:prstGeom prst="flowChartConnector">
            <a:avLst/>
          </a:prstGeom>
          <a:solidFill>
            <a:schemeClr val="accent2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094625846" name=""/>
          <p:cNvGrpSpPr/>
          <p:nvPr/>
        </p:nvGrpSpPr>
        <p:grpSpPr bwMode="auto">
          <a:xfrm>
            <a:off x="307039" y="2024164"/>
            <a:ext cx="659543" cy="861222"/>
            <a:chOff x="0" y="0"/>
            <a:chExt cx="659543" cy="861222"/>
          </a:xfrm>
        </p:grpSpPr>
        <p:sp>
          <p:nvSpPr>
            <p:cNvPr id="521860164" name=""/>
            <p:cNvSpPr/>
            <p:nvPr/>
          </p:nvSpPr>
          <p:spPr bwMode="auto">
            <a:xfrm rot="0" flipH="0" flipV="0">
              <a:off x="0" y="0"/>
              <a:ext cx="96642" cy="861222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2006179" name=""/>
            <p:cNvSpPr/>
            <p:nvPr/>
          </p:nvSpPr>
          <p:spPr bwMode="auto">
            <a:xfrm rot="0" flipH="0" flipV="0">
              <a:off x="187632" y="0"/>
              <a:ext cx="96642" cy="861222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50588770" name=""/>
            <p:cNvSpPr/>
            <p:nvPr/>
          </p:nvSpPr>
          <p:spPr bwMode="auto">
            <a:xfrm rot="0" flipH="0" flipV="0">
              <a:off x="375266" y="0"/>
              <a:ext cx="96642" cy="861222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346830" name=""/>
            <p:cNvSpPr/>
            <p:nvPr/>
          </p:nvSpPr>
          <p:spPr bwMode="auto">
            <a:xfrm rot="0" flipH="0" flipV="0">
              <a:off x="562901" y="0"/>
              <a:ext cx="96642" cy="861222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652565443" name=""/>
          <p:cNvGrpSpPr/>
          <p:nvPr/>
        </p:nvGrpSpPr>
        <p:grpSpPr bwMode="auto">
          <a:xfrm rot="5399976">
            <a:off x="1204485" y="2024164"/>
            <a:ext cx="659543" cy="861222"/>
            <a:chOff x="0" y="0"/>
            <a:chExt cx="659543" cy="861222"/>
          </a:xfrm>
        </p:grpSpPr>
        <p:sp>
          <p:nvSpPr>
            <p:cNvPr id="1082185037" name=""/>
            <p:cNvSpPr/>
            <p:nvPr/>
          </p:nvSpPr>
          <p:spPr bwMode="auto">
            <a:xfrm rot="0" flipH="0" flipV="0">
              <a:off x="0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92012307" name=""/>
            <p:cNvSpPr/>
            <p:nvPr/>
          </p:nvSpPr>
          <p:spPr bwMode="auto">
            <a:xfrm rot="0" flipH="0" flipV="0">
              <a:off x="187632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20733275" name=""/>
            <p:cNvSpPr/>
            <p:nvPr/>
          </p:nvSpPr>
          <p:spPr bwMode="auto">
            <a:xfrm rot="0" flipH="0" flipV="0">
              <a:off x="375266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5757878" name=""/>
            <p:cNvSpPr/>
            <p:nvPr/>
          </p:nvSpPr>
          <p:spPr bwMode="auto">
            <a:xfrm rot="0" flipH="0" flipV="0">
              <a:off x="562901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71625177" name=""/>
          <p:cNvSpPr/>
          <p:nvPr/>
        </p:nvSpPr>
        <p:spPr bwMode="auto">
          <a:xfrm>
            <a:off x="5242250" y="222458"/>
            <a:ext cx="802819" cy="802819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71605880" name=""/>
          <p:cNvSpPr/>
          <p:nvPr/>
        </p:nvSpPr>
        <p:spPr bwMode="auto">
          <a:xfrm rot="5399976" flipH="0" flipV="0">
            <a:off x="2572962" y="1851324"/>
            <a:ext cx="390028" cy="336231"/>
          </a:xfrm>
          <a:prstGeom prst="triangle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1550981" name=""/>
          <p:cNvSpPr/>
          <p:nvPr/>
        </p:nvSpPr>
        <p:spPr bwMode="auto">
          <a:xfrm rot="8486456" flipH="1" flipV="1">
            <a:off x="2037722" y="3286467"/>
            <a:ext cx="1460509" cy="1409897"/>
          </a:xfrm>
          <a:prstGeom prst="blockArc">
            <a:avLst>
              <a:gd name="adj1" fmla="val 10827061"/>
              <a:gd name="adj2" fmla="val 0"/>
              <a:gd name="adj3" fmla="val 39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1308189" name=""/>
          <p:cNvSpPr/>
          <p:nvPr/>
        </p:nvSpPr>
        <p:spPr bwMode="auto">
          <a:xfrm rot="0" flipH="0" flipV="0">
            <a:off x="2505208" y="3718455"/>
            <a:ext cx="353784" cy="353784"/>
          </a:xfrm>
          <a:prstGeom prst="flowChartConnector">
            <a:avLst/>
          </a:prstGeom>
          <a:solidFill>
            <a:schemeClr val="accent2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121664" name=""/>
          <p:cNvSpPr/>
          <p:nvPr/>
        </p:nvSpPr>
        <p:spPr bwMode="auto">
          <a:xfrm rot="0" flipH="0" flipV="0">
            <a:off x="8195598" y="222458"/>
            <a:ext cx="1442355" cy="1442355"/>
          </a:xfrm>
          <a:prstGeom prst="flowChartConnector">
            <a:avLst/>
          </a:prstGeom>
          <a:gradFill>
            <a:gsLst>
              <a:gs pos="4000">
                <a:schemeClr val="accent2">
                  <a:lumMod val="60000"/>
                  <a:lumOff val="4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05999568" name=""/>
          <p:cNvSpPr/>
          <p:nvPr/>
        </p:nvSpPr>
        <p:spPr bwMode="auto">
          <a:xfrm rot="13129717" flipH="0" flipV="1">
            <a:off x="9942016" y="401461"/>
            <a:ext cx="2235528" cy="1159272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99999"/>
                </a:schemeClr>
              </a:gs>
              <a:gs pos="21000">
                <a:schemeClr val="accent1">
                  <a:lumMod val="60000"/>
                  <a:lumOff val="40000"/>
                  <a:alpha val="99999"/>
                </a:schemeClr>
              </a:gs>
              <a:gs pos="84000">
                <a:schemeClr val="bg1">
                  <a:lumMod val="95000"/>
                  <a:alpha val="99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05489393" name=""/>
          <p:cNvSpPr/>
          <p:nvPr/>
        </p:nvSpPr>
        <p:spPr bwMode="auto">
          <a:xfrm>
            <a:off x="9508567" y="4164417"/>
            <a:ext cx="2354033" cy="2393372"/>
          </a:xfrm>
          <a:custGeom>
            <a:avLst/>
            <a:gdLst/>
            <a:ahLst/>
            <a:cxnLst/>
            <a:rect l="0" t="0" r="r" b="b"/>
            <a:pathLst>
              <a:path w="2354035" h="2393374" fill="norm" stroke="1" extrusionOk="0">
                <a:moveTo>
                  <a:pt x="748391" y="802821"/>
                </a:moveTo>
                <a:cubicBezTo>
                  <a:pt x="748391" y="802821"/>
                  <a:pt x="1551214" y="802821"/>
                  <a:pt x="1551214" y="802821"/>
                </a:cubicBezTo>
                <a:cubicBezTo>
                  <a:pt x="1551214" y="802821"/>
                  <a:pt x="1551214" y="0"/>
                  <a:pt x="1551214" y="0"/>
                </a:cubicBezTo>
                <a:cubicBezTo>
                  <a:pt x="1551214" y="0"/>
                  <a:pt x="2354035" y="0"/>
                  <a:pt x="2354035" y="0"/>
                </a:cubicBezTo>
                <a:cubicBezTo>
                  <a:pt x="2354035" y="0"/>
                  <a:pt x="2354035" y="2393374"/>
                  <a:pt x="2354035" y="2393374"/>
                </a:cubicBezTo>
                <a:cubicBezTo>
                  <a:pt x="2354035" y="2393374"/>
                  <a:pt x="0" y="2393374"/>
                  <a:pt x="0" y="2393374"/>
                </a:cubicBezTo>
                <a:cubicBezTo>
                  <a:pt x="0" y="2393374"/>
                  <a:pt x="0" y="1590552"/>
                  <a:pt x="0" y="1590552"/>
                </a:cubicBezTo>
                <a:cubicBezTo>
                  <a:pt x="0" y="1590552"/>
                  <a:pt x="748391" y="1590552"/>
                  <a:pt x="748391" y="1590552"/>
                </a:cubicBezTo>
                <a:cubicBezTo>
                  <a:pt x="748391" y="1590552"/>
                  <a:pt x="748391" y="802821"/>
                  <a:pt x="748391" y="802821"/>
                </a:cubicBezTo>
                <a:close/>
              </a:path>
            </a:pathLst>
          </a:custGeom>
          <a:gradFill>
            <a:gsLst>
              <a:gs pos="7000">
                <a:schemeClr val="accent2">
                  <a:lumMod val="60000"/>
                  <a:lumOff val="40000"/>
                </a:schemeClr>
              </a:gs>
              <a:gs pos="27000">
                <a:schemeClr val="accent1">
                  <a:lumMod val="40000"/>
                  <a:lumOff val="60000"/>
                </a:schemeClr>
              </a:gs>
              <a:gs pos="67000">
                <a:schemeClr val="bg1">
                  <a:lumMod val="95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806546292" name=""/>
          <p:cNvSpPr/>
          <p:nvPr/>
        </p:nvSpPr>
        <p:spPr bwMode="auto">
          <a:xfrm rot="8486456" flipH="0" flipV="0">
            <a:off x="8135428" y="3180844"/>
            <a:ext cx="2174706" cy="2099345"/>
          </a:xfrm>
          <a:prstGeom prst="blockArc">
            <a:avLst>
              <a:gd name="adj1" fmla="val 10827061"/>
              <a:gd name="adj2" fmla="val 0"/>
              <a:gd name="adj3" fmla="val 39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3715680" name=""/>
          <p:cNvSpPr/>
          <p:nvPr/>
        </p:nvSpPr>
        <p:spPr bwMode="auto">
          <a:xfrm>
            <a:off x="11059780" y="2885387"/>
            <a:ext cx="802819" cy="802819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1003312488" name=""/>
          <p:cNvGrpSpPr/>
          <p:nvPr/>
        </p:nvGrpSpPr>
        <p:grpSpPr bwMode="auto">
          <a:xfrm>
            <a:off x="8638665" y="3694698"/>
            <a:ext cx="711787" cy="700474"/>
            <a:chOff x="0" y="0"/>
            <a:chExt cx="711787" cy="700474"/>
          </a:xfrm>
        </p:grpSpPr>
        <p:sp>
          <p:nvSpPr>
            <p:cNvPr id="1000964207" name=""/>
            <p:cNvSpPr/>
            <p:nvPr/>
          </p:nvSpPr>
          <p:spPr bwMode="auto">
            <a:xfrm rot="0" flipH="0" flipV="0">
              <a:off x="0" y="0"/>
              <a:ext cx="203529" cy="203529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31015345" name=""/>
            <p:cNvSpPr/>
            <p:nvPr/>
          </p:nvSpPr>
          <p:spPr bwMode="auto">
            <a:xfrm rot="0" flipH="0" flipV="0">
              <a:off x="254127" y="0"/>
              <a:ext cx="203529" cy="203529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4607237" name=""/>
            <p:cNvSpPr/>
            <p:nvPr/>
          </p:nvSpPr>
          <p:spPr bwMode="auto">
            <a:xfrm rot="0" flipH="0" flipV="0">
              <a:off x="508257" y="0"/>
              <a:ext cx="203529" cy="203529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4930175" name=""/>
            <p:cNvSpPr/>
            <p:nvPr/>
          </p:nvSpPr>
          <p:spPr bwMode="auto">
            <a:xfrm rot="0" flipH="0" flipV="0">
              <a:off x="0" y="255040"/>
              <a:ext cx="203529" cy="203529"/>
            </a:xfrm>
            <a:prstGeom prst="flowChartConnector">
              <a:avLst/>
            </a:prstGeom>
            <a:solidFill>
              <a:schemeClr val="bg1"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19453364" name=""/>
            <p:cNvSpPr/>
            <p:nvPr/>
          </p:nvSpPr>
          <p:spPr bwMode="auto">
            <a:xfrm rot="0" flipH="0" flipV="0">
              <a:off x="254127" y="255040"/>
              <a:ext cx="203529" cy="203529"/>
            </a:xfrm>
            <a:prstGeom prst="flowChartConnector">
              <a:avLst/>
            </a:prstGeom>
            <a:solidFill>
              <a:schemeClr val="bg1"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40493026" name=""/>
            <p:cNvSpPr/>
            <p:nvPr/>
          </p:nvSpPr>
          <p:spPr bwMode="auto">
            <a:xfrm rot="0" flipH="0" flipV="0">
              <a:off x="508257" y="255040"/>
              <a:ext cx="203529" cy="203529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8603972" name=""/>
            <p:cNvSpPr/>
            <p:nvPr/>
          </p:nvSpPr>
          <p:spPr bwMode="auto">
            <a:xfrm rot="0" flipH="0" flipV="0">
              <a:off x="0" y="496944"/>
              <a:ext cx="203529" cy="203529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52838131" name=""/>
            <p:cNvSpPr/>
            <p:nvPr/>
          </p:nvSpPr>
          <p:spPr bwMode="auto">
            <a:xfrm rot="0" flipH="0" flipV="0">
              <a:off x="254127" y="496944"/>
              <a:ext cx="203529" cy="203529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26300459" name=""/>
            <p:cNvSpPr/>
            <p:nvPr/>
          </p:nvSpPr>
          <p:spPr bwMode="auto">
            <a:xfrm rot="0" flipH="0" flipV="0">
              <a:off x="508257" y="496944"/>
              <a:ext cx="203529" cy="203529"/>
            </a:xfrm>
            <a:prstGeom prst="flowChartConnector">
              <a:avLst/>
            </a:prstGeom>
            <a:solidFill>
              <a:schemeClr val="bg1"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16393715" name=""/>
          <p:cNvSpPr/>
          <p:nvPr/>
        </p:nvSpPr>
        <p:spPr bwMode="auto">
          <a:xfrm rot="5399976" flipH="0" flipV="0">
            <a:off x="10189794" y="1736132"/>
            <a:ext cx="1117706" cy="1180801"/>
          </a:xfrm>
          <a:prstGeom prst="triangle">
            <a:avLst>
              <a:gd name="adj" fmla="val 50000"/>
            </a:avLst>
          </a:prstGeom>
          <a:gradFill>
            <a:gsLst>
              <a:gs pos="27000">
                <a:schemeClr val="accent2">
                  <a:lumMod val="60000"/>
                  <a:lumOff val="40000"/>
                  <a:alpha val="99000"/>
                </a:schemeClr>
              </a:gs>
              <a:gs pos="80000">
                <a:schemeClr val="accent1">
                  <a:lumMod val="20000"/>
                  <a:lumOff val="80000"/>
                  <a:alpha val="99000"/>
                </a:schemeClr>
              </a:gs>
              <a:gs pos="99000">
                <a:schemeClr val="bg1">
                  <a:lumMod val="95000"/>
                  <a:alpha val="99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87326688" name=""/>
          <p:cNvGrpSpPr/>
          <p:nvPr/>
        </p:nvGrpSpPr>
        <p:grpSpPr bwMode="auto">
          <a:xfrm flipH="0" flipV="0">
            <a:off x="7089372" y="1824426"/>
            <a:ext cx="895052" cy="423612"/>
            <a:chOff x="0" y="0"/>
            <a:chExt cx="895052" cy="423612"/>
          </a:xfrm>
        </p:grpSpPr>
        <p:sp>
          <p:nvSpPr>
            <p:cNvPr id="1183328835" name=""/>
            <p:cNvSpPr/>
            <p:nvPr/>
          </p:nvSpPr>
          <p:spPr bwMode="auto">
            <a:xfrm rot="5399976" flipH="0" flipV="0">
              <a:off x="11955" y="-11955"/>
              <a:ext cx="423612" cy="447525"/>
            </a:xfrm>
            <a:prstGeom prst="triangle">
              <a:avLst>
                <a:gd name="adj" fmla="val 50000"/>
              </a:avLst>
            </a:prstGeom>
            <a:gradFill>
              <a:gsLst>
                <a:gs pos="15000">
                  <a:schemeClr val="bg1">
                    <a:lumMod val="95000"/>
                    <a:alpha val="99000"/>
                  </a:schemeClr>
                </a:gs>
                <a:gs pos="89000">
                  <a:schemeClr val="accent1">
                    <a:lumMod val="20000"/>
                    <a:lumOff val="80000"/>
                    <a:alpha val="99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3150553" name=""/>
            <p:cNvSpPr/>
            <p:nvPr/>
          </p:nvSpPr>
          <p:spPr bwMode="auto">
            <a:xfrm rot="5399976" flipH="1" flipV="1">
              <a:off x="459482" y="-11955"/>
              <a:ext cx="423612" cy="447525"/>
            </a:xfrm>
            <a:prstGeom prst="triangle">
              <a:avLst>
                <a:gd name="adj" fmla="val 50000"/>
              </a:avLst>
            </a:prstGeom>
            <a:gradFill>
              <a:gsLst>
                <a:gs pos="15000">
                  <a:schemeClr val="bg1">
                    <a:lumMod val="95000"/>
                    <a:alpha val="99000"/>
                  </a:schemeClr>
                </a:gs>
                <a:gs pos="89000">
                  <a:schemeClr val="accent1">
                    <a:lumMod val="20000"/>
                    <a:lumOff val="80000"/>
                    <a:alpha val="99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550144769" name=""/>
          <p:cNvGrpSpPr/>
          <p:nvPr/>
        </p:nvGrpSpPr>
        <p:grpSpPr bwMode="auto">
          <a:xfrm>
            <a:off x="6929233" y="222458"/>
            <a:ext cx="659543" cy="861222"/>
            <a:chOff x="0" y="0"/>
            <a:chExt cx="659543" cy="861222"/>
          </a:xfrm>
        </p:grpSpPr>
        <p:sp>
          <p:nvSpPr>
            <p:cNvPr id="157598417" name=""/>
            <p:cNvSpPr/>
            <p:nvPr/>
          </p:nvSpPr>
          <p:spPr bwMode="auto">
            <a:xfrm rot="0" flipH="0" flipV="0">
              <a:off x="0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5124137" name=""/>
            <p:cNvSpPr/>
            <p:nvPr/>
          </p:nvSpPr>
          <p:spPr bwMode="auto">
            <a:xfrm rot="0" flipH="0" flipV="0">
              <a:off x="187632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4388081" name=""/>
            <p:cNvSpPr/>
            <p:nvPr/>
          </p:nvSpPr>
          <p:spPr bwMode="auto">
            <a:xfrm rot="0" flipH="0" flipV="0">
              <a:off x="375266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95986356" name=""/>
            <p:cNvSpPr/>
            <p:nvPr/>
          </p:nvSpPr>
          <p:spPr bwMode="auto">
            <a:xfrm rot="0" flipH="0" flipV="0">
              <a:off x="562901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96989786" name=""/>
          <p:cNvSpPr/>
          <p:nvPr/>
        </p:nvSpPr>
        <p:spPr bwMode="auto">
          <a:xfrm rot="0" flipH="0" flipV="0">
            <a:off x="9045889" y="1956587"/>
            <a:ext cx="353784" cy="353784"/>
          </a:xfrm>
          <a:prstGeom prst="flowChartConnector">
            <a:avLst/>
          </a:prstGeom>
          <a:solidFill>
            <a:schemeClr val="bg1"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8045179" name=""/>
          <p:cNvSpPr/>
          <p:nvPr/>
        </p:nvSpPr>
        <p:spPr bwMode="auto">
          <a:xfrm rot="0" flipH="1" flipV="1">
            <a:off x="3809542" y="5385579"/>
            <a:ext cx="2235528" cy="1159272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99999"/>
                </a:schemeClr>
              </a:gs>
              <a:gs pos="21000">
                <a:schemeClr val="accent1">
                  <a:lumMod val="60000"/>
                  <a:lumOff val="40000"/>
                  <a:alpha val="99999"/>
                </a:schemeClr>
              </a:gs>
              <a:gs pos="84000">
                <a:schemeClr val="bg1">
                  <a:lumMod val="95000"/>
                  <a:alpha val="99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15070484" name=""/>
          <p:cNvSpPr/>
          <p:nvPr/>
        </p:nvSpPr>
        <p:spPr bwMode="auto">
          <a:xfrm rot="0" flipH="1" flipV="0">
            <a:off x="6354585" y="5398516"/>
            <a:ext cx="2371741" cy="1133400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9669204" name=""/>
          <p:cNvSpPr/>
          <p:nvPr/>
        </p:nvSpPr>
        <p:spPr bwMode="auto">
          <a:xfrm rot="19961998" flipH="0" flipV="0">
            <a:off x="290317" y="4703728"/>
            <a:ext cx="1803429" cy="1803429"/>
          </a:xfrm>
          <a:prstGeom prst="flowChartConnector">
            <a:avLst/>
          </a:prstGeom>
          <a:gradFill>
            <a:gsLst>
              <a:gs pos="4000">
                <a:schemeClr val="accent2">
                  <a:lumMod val="60000"/>
                  <a:lumOff val="4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5651389" name=""/>
          <p:cNvSpPr/>
          <p:nvPr/>
        </p:nvSpPr>
        <p:spPr bwMode="auto">
          <a:xfrm rot="1274991" flipH="0" flipV="0">
            <a:off x="1076893" y="3896914"/>
            <a:ext cx="535000" cy="535000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bg1">
              <a:alpha val="96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51218143" name=""/>
          <p:cNvSpPr/>
          <p:nvPr/>
        </p:nvSpPr>
        <p:spPr bwMode="auto">
          <a:xfrm rot="5399976" flipH="0" flipV="0">
            <a:off x="2659595" y="5605444"/>
            <a:ext cx="856758" cy="856758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  <a:alpha val="60000"/>
                </a:schemeClr>
              </a:gs>
              <a:gs pos="51000">
                <a:schemeClr val="bg1">
                  <a:lumMod val="95000"/>
                  <a:alpha val="60000"/>
                </a:schemeClr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584101222" name=""/>
          <p:cNvSpPr/>
          <p:nvPr/>
        </p:nvSpPr>
        <p:spPr bwMode="auto">
          <a:xfrm rot="0" flipH="0" flipV="0">
            <a:off x="7947963" y="5361102"/>
            <a:ext cx="353784" cy="353784"/>
          </a:xfrm>
          <a:prstGeom prst="flowChartConnector">
            <a:avLst/>
          </a:prstGeom>
          <a:solidFill>
            <a:schemeClr val="accent2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2010434" name=""/>
          <p:cNvSpPr/>
          <p:nvPr/>
        </p:nvSpPr>
        <p:spPr bwMode="auto">
          <a:xfrm rot="5399976" flipH="1" flipV="0">
            <a:off x="-24298" y="3358112"/>
            <a:ext cx="1796079" cy="1133400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3894969" name=""/>
          <p:cNvSpPr/>
          <p:nvPr/>
        </p:nvSpPr>
        <p:spPr bwMode="auto">
          <a:xfrm rot="0" flipH="0" flipV="0">
            <a:off x="3345007" y="4279360"/>
            <a:ext cx="536664" cy="462641"/>
          </a:xfrm>
          <a:prstGeom prst="triangle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28138807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18585" y="0"/>
            <a:ext cx="12237554" cy="6858000"/>
          </a:xfrm>
          <a:prstGeom prst="rect">
            <a:avLst/>
          </a:prstGeom>
        </p:spPr>
      </p:pic>
      <p:sp>
        <p:nvSpPr>
          <p:cNvPr id="127029440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033749" y="1536493"/>
            <a:ext cx="8124500" cy="2387599"/>
          </a:xfrm>
        </p:spPr>
        <p:txBody>
          <a:bodyPr anchor="b"/>
          <a:lstStyle>
            <a:lvl1pPr algn="ctr">
              <a:defRPr sz="5400" b="1">
                <a:solidFill>
                  <a:schemeClr val="accent2">
                    <a:lumMod val="75000"/>
                  </a:schemeClr>
                </a:solidFill>
              </a:defRPr>
            </a:lvl1pPr>
            <a:lvl2pPr>
              <a:defRPr sz="5400" b="1"/>
            </a:lvl2pPr>
            <a:lvl3pPr>
              <a:defRPr sz="5400" b="1"/>
            </a:lvl3pPr>
            <a:lvl4pPr>
              <a:defRPr sz="5400" b="1"/>
            </a:lvl4pPr>
            <a:lvl5pPr>
              <a:defRPr sz="5400" b="1"/>
            </a:lvl5pPr>
            <a:lvl6pPr>
              <a:defRPr sz="5400" b="1"/>
            </a:lvl6pPr>
            <a:lvl7pPr>
              <a:defRPr sz="5400" b="1"/>
            </a:lvl7pPr>
            <a:lvl8pPr>
              <a:defRPr sz="5400" b="1"/>
            </a:lvl8pPr>
            <a:lvl9pPr>
              <a:defRPr sz="5400" b="1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536888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033749" y="3924813"/>
            <a:ext cx="8124500" cy="133298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accent2">
                    <a:lumMod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96494775" name=""/>
          <p:cNvSpPr/>
          <p:nvPr/>
        </p:nvSpPr>
        <p:spPr bwMode="auto">
          <a:xfrm rot="5399976" flipH="1" flipV="0">
            <a:off x="-24298" y="3358112"/>
            <a:ext cx="1796079" cy="1133400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8185611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E65550F9-89F3-3F38-2CA5-9ECB8831F2A7}" type="datetimeFigureOut">
              <a:rPr lang="en-US"/>
              <a:t/>
            </a:fld>
            <a:endParaRPr lang="en-US"/>
          </a:p>
        </p:txBody>
      </p:sp>
      <p:sp>
        <p:nvSpPr>
          <p:cNvPr id="63723605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580913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85B8A541-82A7-A1CF-B0B2-349BCD5B69F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4373421" name=""/>
          <p:cNvGrpSpPr/>
          <p:nvPr/>
        </p:nvGrpSpPr>
        <p:grpSpPr bwMode="auto">
          <a:xfrm>
            <a:off x="307037" y="255234"/>
            <a:ext cx="659542" cy="861221"/>
            <a:chOff x="0" y="0"/>
            <a:chExt cx="659542" cy="861221"/>
          </a:xfrm>
        </p:grpSpPr>
        <p:sp>
          <p:nvSpPr>
            <p:cNvPr id="171515167" name=""/>
            <p:cNvSpPr/>
            <p:nvPr/>
          </p:nvSpPr>
          <p:spPr bwMode="auto">
            <a:xfrm rot="0" flipH="0" flipV="0">
              <a:off x="0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49237" name=""/>
            <p:cNvSpPr/>
            <p:nvPr/>
          </p:nvSpPr>
          <p:spPr bwMode="auto">
            <a:xfrm rot="0" flipH="0" flipV="0">
              <a:off x="187632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8003487" name=""/>
            <p:cNvSpPr/>
            <p:nvPr/>
          </p:nvSpPr>
          <p:spPr bwMode="auto">
            <a:xfrm rot="0" flipH="0" flipV="0">
              <a:off x="375265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9290653" name=""/>
            <p:cNvSpPr/>
            <p:nvPr/>
          </p:nvSpPr>
          <p:spPr bwMode="auto">
            <a:xfrm rot="0" flipH="0" flipV="0">
              <a:off x="562900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55057923" name=""/>
          <p:cNvGrpSpPr/>
          <p:nvPr/>
        </p:nvGrpSpPr>
        <p:grpSpPr bwMode="auto">
          <a:xfrm rot="5399942" flipH="0" flipV="0">
            <a:off x="1304514" y="46347"/>
            <a:ext cx="659542" cy="1061280"/>
            <a:chOff x="0" y="0"/>
            <a:chExt cx="659542" cy="1061280"/>
          </a:xfrm>
        </p:grpSpPr>
        <p:sp>
          <p:nvSpPr>
            <p:cNvPr id="2052857211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84219663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2397584" name=""/>
            <p:cNvSpPr/>
            <p:nvPr/>
          </p:nvSpPr>
          <p:spPr bwMode="auto">
            <a:xfrm rot="0" flipH="0" flipV="0">
              <a:off x="375265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75354466" name=""/>
            <p:cNvSpPr/>
            <p:nvPr/>
          </p:nvSpPr>
          <p:spPr bwMode="auto">
            <a:xfrm rot="0" flipH="0" flipV="0">
              <a:off x="56290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823226094" name=""/>
          <p:cNvSpPr/>
          <p:nvPr/>
        </p:nvSpPr>
        <p:spPr bwMode="auto">
          <a:xfrm rot="0" flipH="0" flipV="1">
            <a:off x="2583006" y="-1203991"/>
            <a:ext cx="2344169" cy="2353050"/>
          </a:xfrm>
          <a:prstGeom prst="blockArc">
            <a:avLst>
              <a:gd name="adj1" fmla="val 10800000"/>
              <a:gd name="adj2" fmla="val 0"/>
              <a:gd name="adj3" fmla="val 13725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rgbClr val="FFFFFF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59772097" name=""/>
          <p:cNvSpPr/>
          <p:nvPr/>
        </p:nvSpPr>
        <p:spPr bwMode="auto">
          <a:xfrm rot="5399942" flipH="0" flipV="0">
            <a:off x="467771" y="1320644"/>
            <a:ext cx="390027" cy="336231"/>
          </a:xfrm>
          <a:prstGeom prst="triangle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266694" name=""/>
          <p:cNvSpPr/>
          <p:nvPr/>
        </p:nvSpPr>
        <p:spPr bwMode="auto">
          <a:xfrm rot="5399976">
            <a:off x="307037" y="5023355"/>
            <a:ext cx="1605640" cy="1605640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28000">
                <a:schemeClr val="accent2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312110112" name=""/>
          <p:cNvSpPr/>
          <p:nvPr/>
        </p:nvSpPr>
        <p:spPr bwMode="auto">
          <a:xfrm rot="5399942" flipH="0" flipV="0">
            <a:off x="10204555" y="292387"/>
            <a:ext cx="1117705" cy="1180800"/>
          </a:xfrm>
          <a:prstGeom prst="triangle">
            <a:avLst>
              <a:gd name="adj" fmla="val 50000"/>
            </a:avLst>
          </a:prstGeom>
          <a:gradFill>
            <a:gsLst>
              <a:gs pos="27000">
                <a:schemeClr val="accent2">
                  <a:lumMod val="60000"/>
                  <a:lumOff val="40000"/>
                  <a:alpha val="99000"/>
                </a:schemeClr>
              </a:gs>
              <a:gs pos="80000">
                <a:schemeClr val="accent1">
                  <a:lumMod val="20000"/>
                  <a:lumOff val="80000"/>
                  <a:alpha val="99000"/>
                </a:schemeClr>
              </a:gs>
              <a:gs pos="99000">
                <a:schemeClr val="bg1">
                  <a:lumMod val="95000"/>
                  <a:alpha val="99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8350657" name=""/>
          <p:cNvSpPr/>
          <p:nvPr/>
        </p:nvSpPr>
        <p:spPr bwMode="auto">
          <a:xfrm rot="5399976" flipH="0" flipV="1">
            <a:off x="11022156" y="4280384"/>
            <a:ext cx="2344169" cy="2353050"/>
          </a:xfrm>
          <a:prstGeom prst="blockArc">
            <a:avLst>
              <a:gd name="adj1" fmla="val 10800000"/>
              <a:gd name="adj2" fmla="val 0"/>
              <a:gd name="adj3" fmla="val 13725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rgbClr val="FFFFFF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721685791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43312" y="-27466"/>
            <a:ext cx="12237553" cy="6858000"/>
          </a:xfrm>
          <a:prstGeom prst="rect">
            <a:avLst/>
          </a:prstGeom>
        </p:spPr>
      </p:pic>
      <p:sp>
        <p:nvSpPr>
          <p:cNvPr id="1576171851" name="Title 1"/>
          <p:cNvSpPr>
            <a:spLocks noGrp="1"/>
          </p:cNvSpPr>
          <p:nvPr>
            <p:ph type="title"/>
          </p:nvPr>
        </p:nvSpPr>
        <p:spPr bwMode="auto">
          <a:xfrm>
            <a:off x="838198" y="882788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63061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7" y="2208350"/>
            <a:ext cx="10515600" cy="3971786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48330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605296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47060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22638110" name=""/>
          <p:cNvGrpSpPr/>
          <p:nvPr/>
        </p:nvGrpSpPr>
        <p:grpSpPr bwMode="auto">
          <a:xfrm rot="5399942" flipH="0" flipV="0">
            <a:off x="9291907" y="59955"/>
            <a:ext cx="659542" cy="1061280"/>
            <a:chOff x="0" y="0"/>
            <a:chExt cx="659542" cy="1061280"/>
          </a:xfrm>
        </p:grpSpPr>
        <p:sp>
          <p:nvSpPr>
            <p:cNvPr id="1874075541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28268792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5243623" name=""/>
            <p:cNvSpPr/>
            <p:nvPr/>
          </p:nvSpPr>
          <p:spPr bwMode="auto">
            <a:xfrm rot="0" flipH="0" flipV="0">
              <a:off x="375265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93574207" name=""/>
            <p:cNvSpPr/>
            <p:nvPr/>
          </p:nvSpPr>
          <p:spPr bwMode="auto">
            <a:xfrm rot="0" flipH="0" flipV="0">
              <a:off x="56290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18040622" name=""/>
          <p:cNvSpPr/>
          <p:nvPr/>
        </p:nvSpPr>
        <p:spPr bwMode="auto">
          <a:xfrm rot="16199969">
            <a:off x="10403537" y="219025"/>
            <a:ext cx="1605640" cy="1605640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7100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844722878" name=""/>
          <p:cNvSpPr/>
          <p:nvPr/>
        </p:nvSpPr>
        <p:spPr bwMode="auto">
          <a:xfrm rot="16199969" flipH="0" flipV="0">
            <a:off x="10496880" y="2111360"/>
            <a:ext cx="3390237" cy="327275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869670" name=""/>
          <p:cNvSpPr/>
          <p:nvPr/>
        </p:nvSpPr>
        <p:spPr bwMode="auto">
          <a:xfrm rot="0" flipH="1" flipV="1">
            <a:off x="7937473" y="4971375"/>
            <a:ext cx="2815507" cy="1460031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40000"/>
                </a:schemeClr>
              </a:gs>
              <a:gs pos="21000">
                <a:schemeClr val="accent1">
                  <a:lumMod val="60000"/>
                  <a:lumOff val="40000"/>
                  <a:alpha val="40000"/>
                </a:schemeClr>
              </a:gs>
              <a:gs pos="84000">
                <a:schemeClr val="bg1">
                  <a:lumMod val="95000"/>
                  <a:alpha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66375616" name=""/>
          <p:cNvSpPr/>
          <p:nvPr/>
        </p:nvSpPr>
        <p:spPr bwMode="auto">
          <a:xfrm rot="0" flipH="0" flipV="0">
            <a:off x="9637439" y="5524528"/>
            <a:ext cx="2371740" cy="1133399"/>
          </a:xfrm>
          <a:prstGeom prst="triangle">
            <a:avLst>
              <a:gd name="adj" fmla="val 100000"/>
            </a:avLst>
          </a:prstGeom>
          <a:solidFill>
            <a:schemeClr val="accent2">
              <a:lumMod val="20000"/>
              <a:lumOff val="8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0426017" name=""/>
          <p:cNvSpPr/>
          <p:nvPr/>
        </p:nvSpPr>
        <p:spPr bwMode="auto">
          <a:xfrm rot="0" flipH="0" flipV="0">
            <a:off x="10211564" y="1345681"/>
            <a:ext cx="541417" cy="541417"/>
          </a:xfrm>
          <a:prstGeom prst="flowChartConnector">
            <a:avLst/>
          </a:prstGeom>
          <a:solidFill>
            <a:schemeClr val="accent2"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51809135" name=""/>
          <p:cNvGrpSpPr/>
          <p:nvPr/>
        </p:nvGrpSpPr>
        <p:grpSpPr bwMode="auto">
          <a:xfrm>
            <a:off x="347860" y="212998"/>
            <a:ext cx="659542" cy="861221"/>
            <a:chOff x="0" y="0"/>
            <a:chExt cx="659542" cy="861221"/>
          </a:xfrm>
        </p:grpSpPr>
        <p:sp>
          <p:nvSpPr>
            <p:cNvPr id="1912764129" name=""/>
            <p:cNvSpPr/>
            <p:nvPr/>
          </p:nvSpPr>
          <p:spPr bwMode="auto">
            <a:xfrm rot="0" flipH="0" flipV="0">
              <a:off x="0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38532446" name=""/>
            <p:cNvSpPr/>
            <p:nvPr/>
          </p:nvSpPr>
          <p:spPr bwMode="auto">
            <a:xfrm rot="0" flipH="0" flipV="0">
              <a:off x="187632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81683288" name=""/>
            <p:cNvSpPr/>
            <p:nvPr/>
          </p:nvSpPr>
          <p:spPr bwMode="auto">
            <a:xfrm rot="0" flipH="0" flipV="0">
              <a:off x="375265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485089" name=""/>
            <p:cNvSpPr/>
            <p:nvPr/>
          </p:nvSpPr>
          <p:spPr bwMode="auto">
            <a:xfrm rot="0" flipH="0" flipV="0">
              <a:off x="562900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213812008" name=""/>
          <p:cNvSpPr/>
          <p:nvPr/>
        </p:nvSpPr>
        <p:spPr bwMode="auto">
          <a:xfrm flipH="0" flipV="0">
            <a:off x="1362109" y="191691"/>
            <a:ext cx="925281" cy="925281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175419479" name=""/>
          <p:cNvSpPr/>
          <p:nvPr/>
        </p:nvSpPr>
        <p:spPr bwMode="auto">
          <a:xfrm rot="5399942" flipH="0" flipV="0">
            <a:off x="358921" y="1307043"/>
            <a:ext cx="390027" cy="336231"/>
          </a:xfrm>
          <a:prstGeom prst="triangle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02922898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22776" y="0"/>
            <a:ext cx="12237553" cy="6858000"/>
          </a:xfrm>
          <a:prstGeom prst="rect">
            <a:avLst/>
          </a:prstGeom>
        </p:spPr>
      </p:pic>
      <p:sp>
        <p:nvSpPr>
          <p:cNvPr id="151779387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882788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5922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7" y="2208350"/>
            <a:ext cx="10515600" cy="3971786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527881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09D9BC-D067-BD0F-D1FE-7A1C959504FA}" type="datetimeFigureOut">
              <a:rPr lang="en-US"/>
              <a:t/>
            </a:fld>
            <a:endParaRPr lang="en-US"/>
          </a:p>
        </p:txBody>
      </p:sp>
      <p:sp>
        <p:nvSpPr>
          <p:cNvPr id="9613747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85508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6242DDE-FF81-FFD8-07FF-4F55C7C1216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7433146" name=""/>
          <p:cNvGrpSpPr/>
          <p:nvPr/>
        </p:nvGrpSpPr>
        <p:grpSpPr bwMode="auto">
          <a:xfrm>
            <a:off x="347860" y="212998"/>
            <a:ext cx="659540" cy="861220"/>
            <a:chOff x="0" y="0"/>
            <a:chExt cx="659540" cy="861220"/>
          </a:xfrm>
        </p:grpSpPr>
        <p:sp>
          <p:nvSpPr>
            <p:cNvPr id="1345087269" name=""/>
            <p:cNvSpPr/>
            <p:nvPr/>
          </p:nvSpPr>
          <p:spPr bwMode="auto">
            <a:xfrm rot="0" flipH="0" flipV="0">
              <a:off x="0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37796849" name=""/>
            <p:cNvSpPr/>
            <p:nvPr/>
          </p:nvSpPr>
          <p:spPr bwMode="auto">
            <a:xfrm rot="0" flipH="0" flipV="0">
              <a:off x="187632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02624995" name=""/>
            <p:cNvSpPr/>
            <p:nvPr/>
          </p:nvSpPr>
          <p:spPr bwMode="auto">
            <a:xfrm rot="0" flipH="0" flipV="0">
              <a:off x="375264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52981825" name=""/>
            <p:cNvSpPr/>
            <p:nvPr/>
          </p:nvSpPr>
          <p:spPr bwMode="auto">
            <a:xfrm rot="0" flipH="0" flipV="0">
              <a:off x="562899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7453407" name=""/>
          <p:cNvGrpSpPr/>
          <p:nvPr/>
        </p:nvGrpSpPr>
        <p:grpSpPr bwMode="auto">
          <a:xfrm rot="5399909" flipH="0" flipV="0">
            <a:off x="9291906" y="59954"/>
            <a:ext cx="659540" cy="1061280"/>
            <a:chOff x="0" y="0"/>
            <a:chExt cx="659540" cy="1061280"/>
          </a:xfrm>
        </p:grpSpPr>
        <p:sp>
          <p:nvSpPr>
            <p:cNvPr id="1992519709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0589508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75882045" name=""/>
            <p:cNvSpPr/>
            <p:nvPr/>
          </p:nvSpPr>
          <p:spPr bwMode="auto">
            <a:xfrm rot="0" flipH="0" flipV="0">
              <a:off x="375264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27623630" name=""/>
            <p:cNvSpPr/>
            <p:nvPr/>
          </p:nvSpPr>
          <p:spPr bwMode="auto">
            <a:xfrm rot="0" flipH="0" flipV="0">
              <a:off x="562899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897334505" name=""/>
          <p:cNvSpPr/>
          <p:nvPr/>
        </p:nvSpPr>
        <p:spPr bwMode="auto">
          <a:xfrm rot="16199932">
            <a:off x="10403536" y="219024"/>
            <a:ext cx="1605639" cy="1605639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7100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555913983" name=""/>
          <p:cNvSpPr/>
          <p:nvPr/>
        </p:nvSpPr>
        <p:spPr bwMode="auto">
          <a:xfrm rot="10799952" flipH="0" flipV="0">
            <a:off x="4585383" y="-1458266"/>
            <a:ext cx="3021231" cy="2916534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655278" name=""/>
          <p:cNvSpPr/>
          <p:nvPr/>
        </p:nvSpPr>
        <p:spPr bwMode="auto">
          <a:xfrm flipH="0" flipV="0">
            <a:off x="1362108" y="191691"/>
            <a:ext cx="925281" cy="925281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084960521" name=""/>
          <p:cNvSpPr/>
          <p:nvPr/>
        </p:nvSpPr>
        <p:spPr bwMode="auto">
          <a:xfrm rot="5399909" flipH="0" flipV="0">
            <a:off x="358921" y="1307043"/>
            <a:ext cx="390026" cy="336231"/>
          </a:xfrm>
          <a:prstGeom prst="triangle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64481175" name=""/>
          <p:cNvSpPr/>
          <p:nvPr/>
        </p:nvSpPr>
        <p:spPr bwMode="auto">
          <a:xfrm rot="0" flipH="0" flipV="0">
            <a:off x="10211563" y="1345680"/>
            <a:ext cx="541416" cy="541416"/>
          </a:xfrm>
          <a:prstGeom prst="flowChartConnector">
            <a:avLst/>
          </a:prstGeom>
          <a:solidFill>
            <a:schemeClr val="accent2"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34393647" name=""/>
          <p:cNvGrpSpPr/>
          <p:nvPr/>
        </p:nvGrpSpPr>
        <p:grpSpPr bwMode="auto">
          <a:xfrm>
            <a:off x="3291057" y="279306"/>
            <a:ext cx="711786" cy="700473"/>
            <a:chOff x="0" y="0"/>
            <a:chExt cx="711786" cy="700473"/>
          </a:xfrm>
        </p:grpSpPr>
        <p:sp>
          <p:nvSpPr>
            <p:cNvPr id="1634294250" name=""/>
            <p:cNvSpPr/>
            <p:nvPr/>
          </p:nvSpPr>
          <p:spPr bwMode="auto">
            <a:xfrm rot="0" flipH="0" flipV="0">
              <a:off x="0" y="0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683781" name=""/>
            <p:cNvSpPr/>
            <p:nvPr/>
          </p:nvSpPr>
          <p:spPr bwMode="auto">
            <a:xfrm rot="0" flipH="0" flipV="0">
              <a:off x="254126" y="0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82509526" name=""/>
            <p:cNvSpPr/>
            <p:nvPr/>
          </p:nvSpPr>
          <p:spPr bwMode="auto">
            <a:xfrm rot="0" flipH="0" flipV="0">
              <a:off x="508257" y="0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056826" name=""/>
            <p:cNvSpPr/>
            <p:nvPr/>
          </p:nvSpPr>
          <p:spPr bwMode="auto">
            <a:xfrm rot="0" flipH="0" flipV="0">
              <a:off x="0" y="255039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40428609" name=""/>
            <p:cNvSpPr/>
            <p:nvPr/>
          </p:nvSpPr>
          <p:spPr bwMode="auto">
            <a:xfrm rot="0" flipH="0" flipV="0">
              <a:off x="254126" y="255039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28277287" name=""/>
            <p:cNvSpPr/>
            <p:nvPr/>
          </p:nvSpPr>
          <p:spPr bwMode="auto">
            <a:xfrm rot="0" flipH="0" flipV="0">
              <a:off x="508257" y="255039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0875657" name=""/>
            <p:cNvSpPr/>
            <p:nvPr/>
          </p:nvSpPr>
          <p:spPr bwMode="auto">
            <a:xfrm rot="0" flipH="0" flipV="0">
              <a:off x="0" y="496944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3595280" name=""/>
            <p:cNvSpPr/>
            <p:nvPr/>
          </p:nvSpPr>
          <p:spPr bwMode="auto">
            <a:xfrm rot="0" flipH="0" flipV="0">
              <a:off x="254126" y="496944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37597552" name=""/>
            <p:cNvSpPr/>
            <p:nvPr/>
          </p:nvSpPr>
          <p:spPr bwMode="auto">
            <a:xfrm rot="0" flipH="0" flipV="0">
              <a:off x="508257" y="496944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021023898" name=""/>
          <p:cNvGrpSpPr/>
          <p:nvPr/>
        </p:nvGrpSpPr>
        <p:grpSpPr bwMode="auto">
          <a:xfrm rot="10799989" flipH="0" flipV="0">
            <a:off x="7997742" y="1263353"/>
            <a:ext cx="895050" cy="423612"/>
            <a:chOff x="0" y="0"/>
            <a:chExt cx="895050" cy="423612"/>
          </a:xfrm>
        </p:grpSpPr>
        <p:sp>
          <p:nvSpPr>
            <p:cNvPr id="2078041533" name=""/>
            <p:cNvSpPr/>
            <p:nvPr/>
          </p:nvSpPr>
          <p:spPr bwMode="auto">
            <a:xfrm rot="5399909" flipH="0" flipV="0">
              <a:off x="11953" y="-11953"/>
              <a:ext cx="423612" cy="447525"/>
            </a:xfrm>
            <a:prstGeom prst="triangle">
              <a:avLst>
                <a:gd name="adj" fmla="val 50000"/>
              </a:avLst>
            </a:prstGeom>
            <a:gradFill>
              <a:gsLst>
                <a:gs pos="15000">
                  <a:schemeClr val="bg1">
                    <a:lumMod val="95000"/>
                    <a:alpha val="99000"/>
                  </a:schemeClr>
                </a:gs>
                <a:gs pos="89000">
                  <a:schemeClr val="accent1">
                    <a:lumMod val="20000"/>
                    <a:lumOff val="80000"/>
                    <a:alpha val="99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44331147" name=""/>
            <p:cNvSpPr/>
            <p:nvPr/>
          </p:nvSpPr>
          <p:spPr bwMode="auto">
            <a:xfrm rot="5399909" flipH="1" flipV="1">
              <a:off x="459480" y="-11953"/>
              <a:ext cx="423612" cy="447525"/>
            </a:xfrm>
            <a:prstGeom prst="triangle">
              <a:avLst>
                <a:gd name="adj" fmla="val 50000"/>
              </a:avLst>
            </a:prstGeom>
            <a:gradFill>
              <a:gsLst>
                <a:gs pos="15000">
                  <a:schemeClr val="bg1">
                    <a:lumMod val="95000"/>
                    <a:alpha val="99000"/>
                  </a:schemeClr>
                </a:gs>
                <a:gs pos="89000">
                  <a:schemeClr val="accent1">
                    <a:lumMod val="20000"/>
                    <a:lumOff val="80000"/>
                    <a:alpha val="99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95528761" name=""/>
          <p:cNvSpPr/>
          <p:nvPr/>
        </p:nvSpPr>
        <p:spPr bwMode="auto">
          <a:xfrm rot="0" flipH="0" flipV="0">
            <a:off x="2501578" y="1824648"/>
            <a:ext cx="353781" cy="353781"/>
          </a:xfrm>
          <a:prstGeom prst="flowChartConnector">
            <a:avLst/>
          </a:prstGeom>
          <a:solidFill>
            <a:schemeClr val="accent2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5483912" name=""/>
          <p:cNvSpPr/>
          <p:nvPr/>
        </p:nvSpPr>
        <p:spPr bwMode="auto">
          <a:xfrm rot="8486387" flipH="1" flipV="1">
            <a:off x="2034092" y="1392661"/>
            <a:ext cx="1460507" cy="1409895"/>
          </a:xfrm>
          <a:prstGeom prst="blockArc">
            <a:avLst>
              <a:gd name="adj1" fmla="val 10827061"/>
              <a:gd name="adj2" fmla="val 0"/>
              <a:gd name="adj3" fmla="val 39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998605" name=""/>
          <p:cNvSpPr/>
          <p:nvPr/>
        </p:nvSpPr>
        <p:spPr bwMode="auto">
          <a:xfrm rot="0" flipH="1" flipV="0">
            <a:off x="4854206" y="5234329"/>
            <a:ext cx="2483584" cy="1287905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67999"/>
                </a:schemeClr>
              </a:gs>
              <a:gs pos="21000">
                <a:schemeClr val="accent1">
                  <a:lumMod val="60000"/>
                  <a:lumOff val="40000"/>
                  <a:alpha val="67999"/>
                </a:schemeClr>
              </a:gs>
              <a:gs pos="84000">
                <a:schemeClr val="bg1">
                  <a:lumMod val="95000"/>
                  <a:alpha val="67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pic>
        <p:nvPicPr>
          <p:cNvPr id="637324235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43312" y="-27466"/>
            <a:ext cx="12237553" cy="6858000"/>
          </a:xfrm>
          <a:prstGeom prst="rect">
            <a:avLst/>
          </a:prstGeom>
        </p:spPr>
      </p:pic>
      <p:sp>
        <p:nvSpPr>
          <p:cNvPr id="174638054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824680"/>
            <a:ext cx="10515600" cy="204743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40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7245468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3872119"/>
            <a:ext cx="10515600" cy="19069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0463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79079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21158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2">
            <a:lumMod val="20000"/>
            <a:lumOff val="80000"/>
            <a:alpha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46710876" name=""/>
          <p:cNvGrpSpPr/>
          <p:nvPr/>
        </p:nvGrpSpPr>
        <p:grpSpPr bwMode="auto">
          <a:xfrm flipH="1">
            <a:off x="10117386" y="201277"/>
            <a:ext cx="1871492" cy="1764225"/>
            <a:chOff x="0" y="0"/>
            <a:chExt cx="1871492" cy="1764225"/>
          </a:xfrm>
        </p:grpSpPr>
        <p:grpSp>
          <p:nvGrpSpPr>
            <p:cNvPr id="802782471" name=""/>
            <p:cNvGrpSpPr/>
            <p:nvPr/>
          </p:nvGrpSpPr>
          <p:grpSpPr bwMode="auto">
            <a:xfrm>
              <a:off x="0" y="21305"/>
              <a:ext cx="659540" cy="861220"/>
              <a:chOff x="0" y="0"/>
              <a:chExt cx="659540" cy="861220"/>
            </a:xfrm>
          </p:grpSpPr>
          <p:sp>
            <p:nvSpPr>
              <p:cNvPr id="753002757" name=""/>
              <p:cNvSpPr/>
              <p:nvPr/>
            </p:nvSpPr>
            <p:spPr bwMode="auto">
              <a:xfrm rot="0" flipH="0" flipV="0">
                <a:off x="0" y="0"/>
                <a:ext cx="96642" cy="861220"/>
              </a:xfrm>
              <a:prstGeom prst="rect">
                <a:avLst/>
              </a:prstGeom>
              <a:solidFill>
                <a:schemeClr val="accent2">
                  <a:alpha val="4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32971247" name=""/>
              <p:cNvSpPr/>
              <p:nvPr/>
            </p:nvSpPr>
            <p:spPr bwMode="auto">
              <a:xfrm rot="0" flipH="0" flipV="0">
                <a:off x="187632" y="0"/>
                <a:ext cx="96642" cy="861220"/>
              </a:xfrm>
              <a:prstGeom prst="rect">
                <a:avLst/>
              </a:prstGeom>
              <a:solidFill>
                <a:schemeClr val="accent2">
                  <a:alpha val="4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43877141" name=""/>
              <p:cNvSpPr/>
              <p:nvPr/>
            </p:nvSpPr>
            <p:spPr bwMode="auto">
              <a:xfrm rot="0" flipH="0" flipV="0">
                <a:off x="375264" y="0"/>
                <a:ext cx="96642" cy="861220"/>
              </a:xfrm>
              <a:prstGeom prst="rect">
                <a:avLst/>
              </a:prstGeom>
              <a:solidFill>
                <a:schemeClr val="accent2">
                  <a:alpha val="4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30720703" name=""/>
              <p:cNvSpPr/>
              <p:nvPr/>
            </p:nvSpPr>
            <p:spPr bwMode="auto">
              <a:xfrm rot="0" flipH="0" flipV="0">
                <a:off x="562899" y="0"/>
                <a:ext cx="96642" cy="861220"/>
              </a:xfrm>
              <a:prstGeom prst="rect">
                <a:avLst/>
              </a:prstGeom>
              <a:solidFill>
                <a:schemeClr val="accent2">
                  <a:alpha val="4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sp>
          <p:nvSpPr>
            <p:cNvPr id="900131097" name=""/>
            <p:cNvSpPr/>
            <p:nvPr/>
          </p:nvSpPr>
          <p:spPr bwMode="auto">
            <a:xfrm flipH="0" flipV="0">
              <a:off x="946210" y="0"/>
              <a:ext cx="925281" cy="925281"/>
            </a:xfrm>
            <a:custGeom>
              <a:avLst/>
              <a:gdLst/>
              <a:ahLst/>
              <a:cxnLst/>
              <a:rect l="0" t="0" r="r" b="b"/>
              <a:pathLst>
                <a:path w="802821" h="802821" fill="norm" stroke="1" extrusionOk="0">
                  <a:moveTo>
                    <a:pt x="0" y="0"/>
                  </a:moveTo>
                  <a:cubicBezTo>
                    <a:pt x="0" y="0"/>
                    <a:pt x="802820" y="0"/>
                    <a:pt x="802820" y="0"/>
                  </a:cubicBezTo>
                  <a:cubicBezTo>
                    <a:pt x="802820" y="0"/>
                    <a:pt x="802820" y="802821"/>
                    <a:pt x="802820" y="802821"/>
                  </a:cubicBezTo>
                  <a:cubicBezTo>
                    <a:pt x="802820" y="802821"/>
                    <a:pt x="0" y="802821"/>
                    <a:pt x="0" y="802821"/>
                  </a:cubicBezTo>
                  <a:cubicBezTo>
                    <a:pt x="0" y="802821"/>
                    <a:pt x="0" y="0"/>
                    <a:pt x="0" y="0"/>
                  </a:cubicBezTo>
                  <a:close/>
                  <a:moveTo>
                    <a:pt x="210909" y="401411"/>
                  </a:moveTo>
                  <a:cubicBezTo>
                    <a:pt x="210909" y="505915"/>
                    <a:pt x="296904" y="591910"/>
                    <a:pt x="401409" y="591910"/>
                  </a:cubicBezTo>
                  <a:cubicBezTo>
                    <a:pt x="505915" y="591910"/>
                    <a:pt x="591909" y="505915"/>
                    <a:pt x="591909" y="401411"/>
                  </a:cubicBezTo>
                  <a:cubicBezTo>
                    <a:pt x="591909" y="296906"/>
                    <a:pt x="505915" y="210911"/>
                    <a:pt x="401409" y="210911"/>
                  </a:cubicBezTo>
                  <a:cubicBezTo>
                    <a:pt x="296904" y="210911"/>
                    <a:pt x="210909" y="296906"/>
                    <a:pt x="210909" y="401411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459685269" name=""/>
            <p:cNvSpPr/>
            <p:nvPr/>
          </p:nvSpPr>
          <p:spPr bwMode="auto">
            <a:xfrm rot="5399909" flipH="0" flipV="0">
              <a:off x="51873" y="1401094"/>
              <a:ext cx="390026" cy="336231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743301994" name=""/>
          <p:cNvSpPr/>
          <p:nvPr/>
        </p:nvSpPr>
        <p:spPr bwMode="auto">
          <a:xfrm rot="5399976" flipH="0" flipV="1">
            <a:off x="10060493" y="3369101"/>
            <a:ext cx="2815506" cy="1460030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60000"/>
                </a:schemeClr>
              </a:gs>
              <a:gs pos="21000">
                <a:schemeClr val="accent1">
                  <a:lumMod val="60000"/>
                  <a:lumOff val="40000"/>
                  <a:alpha val="60000"/>
                </a:schemeClr>
              </a:gs>
              <a:gs pos="84000">
                <a:schemeClr val="accent1">
                  <a:lumMod val="20000"/>
                  <a:lumOff val="80000"/>
                  <a:alpha val="6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83758822" name=""/>
          <p:cNvSpPr/>
          <p:nvPr/>
        </p:nvSpPr>
        <p:spPr bwMode="auto">
          <a:xfrm rot="10799952" flipH="0" flipV="1">
            <a:off x="334710" y="5227395"/>
            <a:ext cx="3390237" cy="3272751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796974539" name=""/>
          <p:cNvGrpSpPr/>
          <p:nvPr/>
        </p:nvGrpSpPr>
        <p:grpSpPr bwMode="auto">
          <a:xfrm rot="5399909" flipH="1" flipV="0">
            <a:off x="721154" y="4194040"/>
            <a:ext cx="659540" cy="1061280"/>
            <a:chOff x="0" y="0"/>
            <a:chExt cx="659540" cy="1061280"/>
          </a:xfrm>
        </p:grpSpPr>
        <p:sp>
          <p:nvSpPr>
            <p:cNvPr id="1769697404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35421235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90370036" name=""/>
            <p:cNvSpPr/>
            <p:nvPr/>
          </p:nvSpPr>
          <p:spPr bwMode="auto">
            <a:xfrm rot="0" flipH="0" flipV="0">
              <a:off x="375264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7966531" name=""/>
            <p:cNvSpPr/>
            <p:nvPr/>
          </p:nvSpPr>
          <p:spPr bwMode="auto">
            <a:xfrm rot="0" flipH="0" flipV="0">
              <a:off x="562899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82760424" name=""/>
          <p:cNvSpPr/>
          <p:nvPr/>
        </p:nvSpPr>
        <p:spPr bwMode="auto">
          <a:xfrm rot="10799922" flipH="0" flipV="0">
            <a:off x="291371" y="222459"/>
            <a:ext cx="1247618" cy="1247618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  <a:alpha val="60000"/>
                </a:schemeClr>
              </a:gs>
              <a:gs pos="28000">
                <a:schemeClr val="accent2">
                  <a:lumMod val="40000"/>
                  <a:lumOff val="60000"/>
                  <a:alpha val="60000"/>
                </a:schemeClr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979636079" name=""/>
          <p:cNvSpPr/>
          <p:nvPr/>
        </p:nvSpPr>
        <p:spPr bwMode="auto">
          <a:xfrm rot="0" flipH="0" flipV="1">
            <a:off x="1760166" y="222449"/>
            <a:ext cx="1370867" cy="710887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60000"/>
                </a:schemeClr>
              </a:gs>
              <a:gs pos="21000">
                <a:schemeClr val="accent1">
                  <a:lumMod val="60000"/>
                  <a:lumOff val="40000"/>
                  <a:alpha val="60000"/>
                </a:schemeClr>
              </a:gs>
              <a:gs pos="84000">
                <a:schemeClr val="accent1">
                  <a:lumMod val="20000"/>
                  <a:lumOff val="80000"/>
                  <a:alpha val="6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pic>
        <p:nvPicPr>
          <p:cNvPr id="522972533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971136" y="107065"/>
            <a:ext cx="12237553" cy="6858000"/>
          </a:xfrm>
          <a:prstGeom prst="rect">
            <a:avLst/>
          </a:prstGeom>
        </p:spPr>
      </p:pic>
      <p:sp>
        <p:nvSpPr>
          <p:cNvPr id="17447778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869673"/>
            <a:ext cx="10515600" cy="133867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3034530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838198" y="2208349"/>
            <a:ext cx="5181599" cy="3968613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39843632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172200" y="2208349"/>
            <a:ext cx="5181599" cy="3968613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31293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6256836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22653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22189748" name=""/>
          <p:cNvGrpSpPr/>
          <p:nvPr/>
        </p:nvGrpSpPr>
        <p:grpSpPr bwMode="auto">
          <a:xfrm rot="5399942" flipH="0" flipV="0">
            <a:off x="9291907" y="59955"/>
            <a:ext cx="659542" cy="1061280"/>
            <a:chOff x="0" y="0"/>
            <a:chExt cx="659542" cy="1061280"/>
          </a:xfrm>
        </p:grpSpPr>
        <p:sp>
          <p:nvSpPr>
            <p:cNvPr id="1429361567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55397493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65779386" name=""/>
            <p:cNvSpPr/>
            <p:nvPr/>
          </p:nvSpPr>
          <p:spPr bwMode="auto">
            <a:xfrm rot="0" flipH="0" flipV="0">
              <a:off x="375265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63637073" name=""/>
            <p:cNvSpPr/>
            <p:nvPr/>
          </p:nvSpPr>
          <p:spPr bwMode="auto">
            <a:xfrm rot="0" flipH="0" flipV="0">
              <a:off x="56290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9714716" name=""/>
          <p:cNvSpPr/>
          <p:nvPr/>
        </p:nvSpPr>
        <p:spPr bwMode="auto">
          <a:xfrm rot="16199969">
            <a:off x="10403537" y="219025"/>
            <a:ext cx="1605640" cy="1605640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7100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grpSp>
        <p:nvGrpSpPr>
          <p:cNvPr id="723861447" name=""/>
          <p:cNvGrpSpPr/>
          <p:nvPr/>
        </p:nvGrpSpPr>
        <p:grpSpPr bwMode="auto">
          <a:xfrm>
            <a:off x="347860" y="212998"/>
            <a:ext cx="659542" cy="861221"/>
            <a:chOff x="0" y="0"/>
            <a:chExt cx="659542" cy="861221"/>
          </a:xfrm>
        </p:grpSpPr>
        <p:sp>
          <p:nvSpPr>
            <p:cNvPr id="1957174347" name=""/>
            <p:cNvSpPr/>
            <p:nvPr/>
          </p:nvSpPr>
          <p:spPr bwMode="auto">
            <a:xfrm rot="0" flipH="0" flipV="0">
              <a:off x="0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58311864" name=""/>
            <p:cNvSpPr/>
            <p:nvPr/>
          </p:nvSpPr>
          <p:spPr bwMode="auto">
            <a:xfrm rot="0" flipH="0" flipV="0">
              <a:off x="187632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44968677" name=""/>
            <p:cNvSpPr/>
            <p:nvPr/>
          </p:nvSpPr>
          <p:spPr bwMode="auto">
            <a:xfrm rot="0" flipH="0" flipV="0">
              <a:off x="375265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91775620" name=""/>
            <p:cNvSpPr/>
            <p:nvPr/>
          </p:nvSpPr>
          <p:spPr bwMode="auto">
            <a:xfrm rot="0" flipH="0" flipV="0">
              <a:off x="562900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072111634" name=""/>
          <p:cNvSpPr/>
          <p:nvPr/>
        </p:nvSpPr>
        <p:spPr bwMode="auto">
          <a:xfrm flipH="0" flipV="0">
            <a:off x="1362109" y="191691"/>
            <a:ext cx="925281" cy="925281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782043781" name=""/>
          <p:cNvSpPr/>
          <p:nvPr/>
        </p:nvSpPr>
        <p:spPr bwMode="auto">
          <a:xfrm rot="5399942" flipH="0" flipV="0">
            <a:off x="358921" y="1307043"/>
            <a:ext cx="390027" cy="336231"/>
          </a:xfrm>
          <a:prstGeom prst="triangle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39764255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22776" y="0"/>
            <a:ext cx="12237553" cy="6858000"/>
          </a:xfrm>
          <a:prstGeom prst="rect">
            <a:avLst/>
          </a:prstGeom>
        </p:spPr>
      </p:pic>
      <p:sp>
        <p:nvSpPr>
          <p:cNvPr id="189245495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869671"/>
            <a:ext cx="10515600" cy="133867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425586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9787" y="2208349"/>
            <a:ext cx="5157785" cy="75268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69384614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839787" y="2961032"/>
            <a:ext cx="5157785" cy="3228630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5569777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172199" y="2208349"/>
            <a:ext cx="5183187" cy="75268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0035312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172199" y="2961032"/>
            <a:ext cx="5183187" cy="3228630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793150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7854627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565201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257968" name=""/>
          <p:cNvSpPr/>
          <p:nvPr/>
        </p:nvSpPr>
        <p:spPr bwMode="auto">
          <a:xfrm rot="0" flipH="0" flipV="0">
            <a:off x="3581399" y="4436867"/>
            <a:ext cx="4939781" cy="4902191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178396228" name=""/>
          <p:cNvGrpSpPr/>
          <p:nvPr/>
        </p:nvGrpSpPr>
        <p:grpSpPr bwMode="auto">
          <a:xfrm>
            <a:off x="213476" y="5588074"/>
            <a:ext cx="11765047" cy="1133399"/>
            <a:chOff x="0" y="0"/>
            <a:chExt cx="11765047" cy="1133399"/>
          </a:xfrm>
        </p:grpSpPr>
        <p:sp>
          <p:nvSpPr>
            <p:cNvPr id="1538449933" name=""/>
            <p:cNvSpPr/>
            <p:nvPr/>
          </p:nvSpPr>
          <p:spPr bwMode="auto">
            <a:xfrm rot="0" flipH="0" flipV="0">
              <a:off x="9393306" y="0"/>
              <a:ext cx="2371740" cy="1133399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11362802" name=""/>
            <p:cNvSpPr/>
            <p:nvPr/>
          </p:nvSpPr>
          <p:spPr bwMode="auto">
            <a:xfrm rot="0" flipH="1" flipV="0">
              <a:off x="0" y="0"/>
              <a:ext cx="2371740" cy="1133399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85640553" name=""/>
          <p:cNvSpPr/>
          <p:nvPr/>
        </p:nvSpPr>
        <p:spPr bwMode="auto">
          <a:xfrm rot="0" flipH="1" flipV="1">
            <a:off x="8413723" y="4436867"/>
            <a:ext cx="2815507" cy="1460031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21000">
                <a:schemeClr val="accent1">
                  <a:lumMod val="60000"/>
                  <a:lumOff val="40000"/>
                  <a:alpha val="80000"/>
                </a:schemeClr>
              </a:gs>
              <a:gs pos="84000">
                <a:schemeClr val="bg1">
                  <a:lumMod val="95000"/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12653285" name=""/>
          <p:cNvSpPr/>
          <p:nvPr/>
        </p:nvSpPr>
        <p:spPr bwMode="auto">
          <a:xfrm rot="10799999">
            <a:off x="2162342" y="4436867"/>
            <a:ext cx="1605640" cy="1605640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7100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312597148" name=""/>
          <p:cNvSpPr/>
          <p:nvPr/>
        </p:nvSpPr>
        <p:spPr bwMode="auto">
          <a:xfrm rot="0" flipH="0" flipV="0">
            <a:off x="7167706" y="3429000"/>
            <a:ext cx="541417" cy="541417"/>
          </a:xfrm>
          <a:prstGeom prst="flowChartConnector">
            <a:avLst/>
          </a:prstGeom>
          <a:solidFill>
            <a:schemeClr val="accent2"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894215453" name=""/>
          <p:cNvGrpSpPr/>
          <p:nvPr/>
        </p:nvGrpSpPr>
        <p:grpSpPr bwMode="auto">
          <a:xfrm rot="5399909" flipH="1" flipV="0">
            <a:off x="721153" y="4194038"/>
            <a:ext cx="659540" cy="1061280"/>
            <a:chOff x="0" y="0"/>
            <a:chExt cx="659540" cy="1061280"/>
          </a:xfrm>
        </p:grpSpPr>
        <p:sp>
          <p:nvSpPr>
            <p:cNvPr id="520564693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33900100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89238422" name=""/>
            <p:cNvSpPr/>
            <p:nvPr/>
          </p:nvSpPr>
          <p:spPr bwMode="auto">
            <a:xfrm rot="0" flipH="0" flipV="0">
              <a:off x="375264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91718869" name=""/>
            <p:cNvSpPr/>
            <p:nvPr/>
          </p:nvSpPr>
          <p:spPr bwMode="auto">
            <a:xfrm rot="0" flipH="0" flipV="0">
              <a:off x="562899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709939287" name=""/>
          <p:cNvSpPr/>
          <p:nvPr/>
        </p:nvSpPr>
        <p:spPr bwMode="auto">
          <a:xfrm rot="0" flipH="0" flipV="0">
            <a:off x="4394053" y="4038807"/>
            <a:ext cx="398060" cy="398060"/>
          </a:xfrm>
          <a:prstGeom prst="flowChartConnector">
            <a:avLst/>
          </a:prstGeom>
          <a:solidFill>
            <a:schemeClr val="bg1"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92990945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22775" y="0"/>
            <a:ext cx="12237553" cy="6858000"/>
          </a:xfrm>
          <a:prstGeom prst="rect">
            <a:avLst/>
          </a:prstGeom>
        </p:spPr>
      </p:pic>
      <p:sp>
        <p:nvSpPr>
          <p:cNvPr id="826140052" name="Title 1"/>
          <p:cNvSpPr>
            <a:spLocks noGrp="1"/>
          </p:cNvSpPr>
          <p:nvPr>
            <p:ph type="title"/>
          </p:nvPr>
        </p:nvSpPr>
        <p:spPr bwMode="auto">
          <a:xfrm>
            <a:off x="838198" y="869671"/>
            <a:ext cx="10515600" cy="1325562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1301248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36F3C919-E502-4E70-FAF2-D116A3C5EADC}" type="datetimeFigureOut">
              <a:rPr lang="en-US"/>
              <a:t/>
            </a:fld>
            <a:endParaRPr lang="en-US"/>
          </a:p>
        </p:txBody>
      </p:sp>
      <p:sp>
        <p:nvSpPr>
          <p:cNvPr id="41292854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687484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1455ED1F-1345-45A1-420E-ED4A709A0B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1277219" name=""/>
          <p:cNvGrpSpPr/>
          <p:nvPr/>
        </p:nvGrpSpPr>
        <p:grpSpPr bwMode="auto">
          <a:xfrm rot="0" flipH="1" flipV="0">
            <a:off x="11329337" y="222583"/>
            <a:ext cx="659540" cy="861220"/>
            <a:chOff x="0" y="0"/>
            <a:chExt cx="659540" cy="861220"/>
          </a:xfrm>
        </p:grpSpPr>
        <p:sp>
          <p:nvSpPr>
            <p:cNvPr id="146221414" name=""/>
            <p:cNvSpPr/>
            <p:nvPr/>
          </p:nvSpPr>
          <p:spPr bwMode="auto">
            <a:xfrm rot="0" flipH="0" flipV="0">
              <a:off x="0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7595346" name=""/>
            <p:cNvSpPr/>
            <p:nvPr/>
          </p:nvSpPr>
          <p:spPr bwMode="auto">
            <a:xfrm rot="0" flipH="0" flipV="0">
              <a:off x="187632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60765029" name=""/>
            <p:cNvSpPr/>
            <p:nvPr/>
          </p:nvSpPr>
          <p:spPr bwMode="auto">
            <a:xfrm rot="0" flipH="0" flipV="0">
              <a:off x="375264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71544496" name=""/>
            <p:cNvSpPr/>
            <p:nvPr/>
          </p:nvSpPr>
          <p:spPr bwMode="auto">
            <a:xfrm rot="0" flipH="0" flipV="0">
              <a:off x="562899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63418643" name=""/>
          <p:cNvSpPr/>
          <p:nvPr/>
        </p:nvSpPr>
        <p:spPr bwMode="auto">
          <a:xfrm rot="0" flipH="1" flipV="0">
            <a:off x="247443" y="277328"/>
            <a:ext cx="592344" cy="592344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956894603" name=""/>
          <p:cNvSpPr/>
          <p:nvPr/>
        </p:nvSpPr>
        <p:spPr bwMode="auto">
          <a:xfrm rot="5399909" flipH="1" flipV="0">
            <a:off x="11546978" y="1602372"/>
            <a:ext cx="390026" cy="336231"/>
          </a:xfrm>
          <a:prstGeom prst="triangle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34912995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22776" y="0"/>
            <a:ext cx="12237553" cy="6858000"/>
          </a:xfrm>
          <a:prstGeom prst="rect">
            <a:avLst/>
          </a:prstGeom>
        </p:spPr>
      </p:pic>
      <p:sp>
        <p:nvSpPr>
          <p:cNvPr id="12854406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869671"/>
            <a:ext cx="3932236" cy="1338675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6273584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869671"/>
            <a:ext cx="6146149" cy="49913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39907604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7" y="2208348"/>
            <a:ext cx="3932236" cy="366063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11029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177345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935844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401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686039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23715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625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272069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190644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03579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196656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688139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108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46428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34271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94087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10614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63865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062741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30904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34269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73688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48034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7618584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182880" tIns="182880" rIns="182880" bIns="45720" numCol="1" spcCol="0" rtlCol="0" fromWordArt="0" anchor="t" anchorCtr="0" forceAA="0" upright="0" compatLnSpc="0">
            <a:normAutofit/>
          </a:bodyPr>
          <a:lstStyle>
            <a:lvl1pPr>
              <a:buNone/>
              <a:defRPr sz="2400">
                <a:solidFill>
                  <a:schemeClr val="tx2"/>
                </a:solidFill>
              </a:defRPr>
            </a:lvl1pPr>
            <a:lvl2pPr>
              <a:buNone/>
              <a:defRPr sz="20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400">
                <a:solidFill>
                  <a:schemeClr val="tx2"/>
                </a:solidFill>
              </a:defRPr>
            </a:lvl4pPr>
            <a:lvl5pPr>
              <a:buNone/>
              <a:defRPr sz="1100"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906727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2723854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744437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118219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443110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Geometry">
  <a:themeElements>
    <a:clrScheme name="Violet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Theme">
      <a:majorFont>
        <a:latin typeface="Verdana"/>
        <a:ea typeface="Microsoft YaHei"/>
        <a:cs typeface="Tahoma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Verdana"/>
        <a:ea typeface="Microsoft YaHei"/>
        <a:cs typeface="Tahoma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
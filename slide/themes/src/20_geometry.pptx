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0"/>
  </p:notesMasterIdLst>
  <p:sldIdLst>
    <p:sldId id="256" r:id="rId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 /><Relationship Id="rId12" Type="http://schemas.openxmlformats.org/officeDocument/2006/relationships/tableStyles" Target="tableStyles.xml" /><Relationship Id="rId13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111324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8829392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17457004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801793184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84245033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0813072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0191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62667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087992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bg>
      <p:bgPr shadeToTitle="0">
        <a:solidFill>
          <a:schemeClr val="accent2">
            <a:lumMod val="40000"/>
            <a:lumOff val="6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9276160" name=""/>
          <p:cNvSpPr/>
          <p:nvPr/>
        </p:nvSpPr>
        <p:spPr bwMode="auto">
          <a:xfrm rot="0" flipH="0" flipV="0">
            <a:off x="1970685" y="209797"/>
            <a:ext cx="2748641" cy="2653391"/>
          </a:xfrm>
          <a:prstGeom prst="blockArc">
            <a:avLst>
              <a:gd name="adj1" fmla="val 10800000"/>
              <a:gd name="adj2" fmla="val 0"/>
              <a:gd name="adj3" fmla="val 25000"/>
            </a:avLst>
          </a:prstGeom>
          <a:gradFill>
            <a:gsLst>
              <a:gs pos="0">
                <a:schemeClr val="accent2">
                  <a:lumMod val="20000"/>
                  <a:lumOff val="80000"/>
                </a:schemeClr>
              </a:gs>
              <a:gs pos="60000">
                <a:srgbClr val="FFFFFF"/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34830979" name=""/>
          <p:cNvSpPr/>
          <p:nvPr/>
        </p:nvSpPr>
        <p:spPr bwMode="auto">
          <a:xfrm rot="10799989">
            <a:off x="291375" y="222458"/>
            <a:ext cx="1605641" cy="1605641"/>
          </a:xfrm>
          <a:custGeom>
            <a:avLst/>
            <a:gdLst/>
            <a:ahLst/>
            <a:cxnLst/>
            <a:rect l="0" t="0" r="r" b="b"/>
            <a:pathLst>
              <a:path w="1605643" h="1605643" fill="norm" stroke="1" extrusionOk="0">
                <a:moveTo>
                  <a:pt x="802820" y="0"/>
                </a:moveTo>
                <a:cubicBezTo>
                  <a:pt x="802820" y="0"/>
                  <a:pt x="1605643" y="0"/>
                  <a:pt x="1605643" y="0"/>
                </a:cubicBezTo>
                <a:cubicBezTo>
                  <a:pt x="1605643" y="0"/>
                  <a:pt x="1605643" y="1605643"/>
                  <a:pt x="1605643" y="1605643"/>
                </a:cubicBezTo>
                <a:cubicBezTo>
                  <a:pt x="1605643" y="1605643"/>
                  <a:pt x="0" y="1605643"/>
                  <a:pt x="0" y="1605643"/>
                </a:cubicBezTo>
                <a:cubicBezTo>
                  <a:pt x="0" y="1605643"/>
                  <a:pt x="0" y="802822"/>
                  <a:pt x="0" y="802822"/>
                </a:cubicBezTo>
                <a:cubicBezTo>
                  <a:pt x="0" y="802822"/>
                  <a:pt x="802820" y="802822"/>
                  <a:pt x="802820" y="802822"/>
                </a:cubicBezTo>
                <a:cubicBezTo>
                  <a:pt x="802820" y="802822"/>
                  <a:pt x="802820" y="0"/>
                  <a:pt x="802820" y="0"/>
                </a:cubicBezTo>
                <a:close/>
              </a:path>
            </a:pathLst>
          </a:custGeom>
          <a:gradFill>
            <a:gsLst>
              <a:gs pos="1000">
                <a:schemeClr val="accent2">
                  <a:lumMod val="60000"/>
                  <a:lumOff val="40000"/>
                </a:schemeClr>
              </a:gs>
              <a:gs pos="28000">
                <a:schemeClr val="accent2">
                  <a:lumMod val="40000"/>
                  <a:lumOff val="6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486138594" name=""/>
          <p:cNvSpPr/>
          <p:nvPr/>
        </p:nvSpPr>
        <p:spPr bwMode="auto">
          <a:xfrm rot="0" flipH="0" flipV="0">
            <a:off x="3027110" y="1125996"/>
            <a:ext cx="635792" cy="635792"/>
          </a:xfrm>
          <a:prstGeom prst="flowChartConnector">
            <a:avLst/>
          </a:prstGeom>
          <a:solidFill>
            <a:schemeClr val="accent2">
              <a:alpha val="4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2094625846" name=""/>
          <p:cNvGrpSpPr/>
          <p:nvPr/>
        </p:nvGrpSpPr>
        <p:grpSpPr bwMode="auto">
          <a:xfrm>
            <a:off x="307039" y="2024164"/>
            <a:ext cx="659543" cy="861222"/>
            <a:chOff x="0" y="0"/>
            <a:chExt cx="659543" cy="861222"/>
          </a:xfrm>
        </p:grpSpPr>
        <p:sp>
          <p:nvSpPr>
            <p:cNvPr id="521860164" name=""/>
            <p:cNvSpPr/>
            <p:nvPr/>
          </p:nvSpPr>
          <p:spPr bwMode="auto">
            <a:xfrm rot="0" flipH="0" flipV="0">
              <a:off x="0" y="0"/>
              <a:ext cx="96642" cy="861222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2006179" name=""/>
            <p:cNvSpPr/>
            <p:nvPr/>
          </p:nvSpPr>
          <p:spPr bwMode="auto">
            <a:xfrm rot="0" flipH="0" flipV="0">
              <a:off x="187632" y="0"/>
              <a:ext cx="96642" cy="861222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50588770" name=""/>
            <p:cNvSpPr/>
            <p:nvPr/>
          </p:nvSpPr>
          <p:spPr bwMode="auto">
            <a:xfrm rot="0" flipH="0" flipV="0">
              <a:off x="375266" y="0"/>
              <a:ext cx="96642" cy="861222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346830" name=""/>
            <p:cNvSpPr/>
            <p:nvPr/>
          </p:nvSpPr>
          <p:spPr bwMode="auto">
            <a:xfrm rot="0" flipH="0" flipV="0">
              <a:off x="562901" y="0"/>
              <a:ext cx="96642" cy="861222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grpSp>
        <p:nvGrpSpPr>
          <p:cNvPr id="652565443" name=""/>
          <p:cNvGrpSpPr/>
          <p:nvPr/>
        </p:nvGrpSpPr>
        <p:grpSpPr bwMode="auto">
          <a:xfrm rot="5399976">
            <a:off x="1204485" y="2024164"/>
            <a:ext cx="659543" cy="861222"/>
            <a:chOff x="0" y="0"/>
            <a:chExt cx="659543" cy="861222"/>
          </a:xfrm>
        </p:grpSpPr>
        <p:sp>
          <p:nvSpPr>
            <p:cNvPr id="1082185037" name=""/>
            <p:cNvSpPr/>
            <p:nvPr/>
          </p:nvSpPr>
          <p:spPr bwMode="auto">
            <a:xfrm rot="0" flipH="0" flipV="0">
              <a:off x="0" y="0"/>
              <a:ext cx="96642" cy="861222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92012307" name=""/>
            <p:cNvSpPr/>
            <p:nvPr/>
          </p:nvSpPr>
          <p:spPr bwMode="auto">
            <a:xfrm rot="0" flipH="0" flipV="0">
              <a:off x="187632" y="0"/>
              <a:ext cx="96642" cy="861222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20733275" name=""/>
            <p:cNvSpPr/>
            <p:nvPr/>
          </p:nvSpPr>
          <p:spPr bwMode="auto">
            <a:xfrm rot="0" flipH="0" flipV="0">
              <a:off x="375266" y="0"/>
              <a:ext cx="96642" cy="861222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555757878" name=""/>
            <p:cNvSpPr/>
            <p:nvPr/>
          </p:nvSpPr>
          <p:spPr bwMode="auto">
            <a:xfrm rot="0" flipH="0" flipV="0">
              <a:off x="562901" y="0"/>
              <a:ext cx="96642" cy="861222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671625177" name=""/>
          <p:cNvSpPr/>
          <p:nvPr/>
        </p:nvSpPr>
        <p:spPr bwMode="auto">
          <a:xfrm>
            <a:off x="5242250" y="222458"/>
            <a:ext cx="802819" cy="802819"/>
          </a:xfrm>
          <a:custGeom>
            <a:avLst/>
            <a:gdLst/>
            <a:ahLst/>
            <a:cxnLst/>
            <a:rect l="0" t="0" r="r" b="b"/>
            <a:pathLst>
              <a:path w="802821" h="802821" fill="norm" stroke="1" extrusionOk="0">
                <a:moveTo>
                  <a:pt x="0" y="0"/>
                </a:moveTo>
                <a:cubicBezTo>
                  <a:pt x="0" y="0"/>
                  <a:pt x="802820" y="0"/>
                  <a:pt x="802820" y="0"/>
                </a:cubicBezTo>
                <a:cubicBezTo>
                  <a:pt x="802820" y="0"/>
                  <a:pt x="802820" y="802821"/>
                  <a:pt x="802820" y="802821"/>
                </a:cubicBezTo>
                <a:cubicBezTo>
                  <a:pt x="802820" y="802821"/>
                  <a:pt x="0" y="802821"/>
                  <a:pt x="0" y="802821"/>
                </a:cubicBezTo>
                <a:cubicBezTo>
                  <a:pt x="0" y="802821"/>
                  <a:pt x="0" y="0"/>
                  <a:pt x="0" y="0"/>
                </a:cubicBezTo>
                <a:close/>
                <a:moveTo>
                  <a:pt x="210909" y="401411"/>
                </a:moveTo>
                <a:cubicBezTo>
                  <a:pt x="210909" y="505915"/>
                  <a:pt x="296904" y="591910"/>
                  <a:pt x="401409" y="591910"/>
                </a:cubicBezTo>
                <a:cubicBezTo>
                  <a:pt x="505915" y="591910"/>
                  <a:pt x="591909" y="505915"/>
                  <a:pt x="591909" y="401411"/>
                </a:cubicBezTo>
                <a:cubicBezTo>
                  <a:pt x="591909" y="296906"/>
                  <a:pt x="505915" y="210911"/>
                  <a:pt x="401409" y="210911"/>
                </a:cubicBezTo>
                <a:cubicBezTo>
                  <a:pt x="296904" y="210911"/>
                  <a:pt x="210909" y="296906"/>
                  <a:pt x="210909" y="401411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171605880" name=""/>
          <p:cNvSpPr/>
          <p:nvPr/>
        </p:nvSpPr>
        <p:spPr bwMode="auto">
          <a:xfrm rot="5399976" flipH="0" flipV="0">
            <a:off x="2572962" y="1851324"/>
            <a:ext cx="390028" cy="336231"/>
          </a:xfrm>
          <a:prstGeom prst="triangle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01550981" name=""/>
          <p:cNvSpPr/>
          <p:nvPr/>
        </p:nvSpPr>
        <p:spPr bwMode="auto">
          <a:xfrm rot="8486456" flipH="1" flipV="1">
            <a:off x="2037722" y="3286467"/>
            <a:ext cx="1460509" cy="1409897"/>
          </a:xfrm>
          <a:prstGeom prst="blockArc">
            <a:avLst>
              <a:gd name="adj1" fmla="val 10827061"/>
              <a:gd name="adj2" fmla="val 0"/>
              <a:gd name="adj3" fmla="val 3931"/>
            </a:avLst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91308189" name=""/>
          <p:cNvSpPr/>
          <p:nvPr/>
        </p:nvSpPr>
        <p:spPr bwMode="auto">
          <a:xfrm rot="0" flipH="0" flipV="0">
            <a:off x="2505208" y="3718455"/>
            <a:ext cx="353784" cy="353784"/>
          </a:xfrm>
          <a:prstGeom prst="flowChartConnector">
            <a:avLst/>
          </a:prstGeom>
          <a:solidFill>
            <a:schemeClr val="accent2">
              <a:alpha val="4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22121664" name=""/>
          <p:cNvSpPr/>
          <p:nvPr/>
        </p:nvSpPr>
        <p:spPr bwMode="auto">
          <a:xfrm rot="0" flipH="0" flipV="0">
            <a:off x="8195598" y="222458"/>
            <a:ext cx="1442355" cy="1442355"/>
          </a:xfrm>
          <a:prstGeom prst="flowChartConnector">
            <a:avLst/>
          </a:prstGeom>
          <a:gradFill>
            <a:gsLst>
              <a:gs pos="4000">
                <a:schemeClr val="accent2">
                  <a:lumMod val="60000"/>
                  <a:lumOff val="40000"/>
                </a:schemeClr>
              </a:gs>
              <a:gs pos="50000">
                <a:schemeClr val="accent1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05999568" name=""/>
          <p:cNvSpPr/>
          <p:nvPr/>
        </p:nvSpPr>
        <p:spPr bwMode="auto">
          <a:xfrm rot="13129717" flipH="0" flipV="1">
            <a:off x="9942016" y="401461"/>
            <a:ext cx="2235528" cy="1159272"/>
          </a:xfrm>
          <a:custGeom>
            <a:avLst/>
            <a:gdLst/>
            <a:ahLst/>
            <a:cxnLst/>
            <a:rect l="0" t="0" r="r" b="b"/>
            <a:pathLst>
              <a:path w="2624328" h="1284767" fill="norm" stroke="1" extrusionOk="0">
                <a:moveTo>
                  <a:pt x="1312164" y="0"/>
                </a:moveTo>
                <a:cubicBezTo>
                  <a:pt x="2022905" y="0"/>
                  <a:pt x="2609374" y="577336"/>
                  <a:pt x="2624328" y="1284767"/>
                </a:cubicBezTo>
                <a:cubicBezTo>
                  <a:pt x="2624328" y="1284767"/>
                  <a:pt x="0" y="1284767"/>
                  <a:pt x="0" y="1284767"/>
                </a:cubicBezTo>
                <a:cubicBezTo>
                  <a:pt x="14953" y="577336"/>
                  <a:pt x="601422" y="0"/>
                  <a:pt x="1312164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60000"/>
                  <a:lumOff val="40000"/>
                  <a:alpha val="99999"/>
                </a:schemeClr>
              </a:gs>
              <a:gs pos="21000">
                <a:schemeClr val="accent1">
                  <a:lumMod val="60000"/>
                  <a:lumOff val="40000"/>
                  <a:alpha val="99999"/>
                </a:schemeClr>
              </a:gs>
              <a:gs pos="84000">
                <a:schemeClr val="bg1">
                  <a:lumMod val="95000"/>
                  <a:alpha val="99999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805489393" name=""/>
          <p:cNvSpPr/>
          <p:nvPr/>
        </p:nvSpPr>
        <p:spPr bwMode="auto">
          <a:xfrm>
            <a:off x="9508567" y="4164417"/>
            <a:ext cx="2354033" cy="2393372"/>
          </a:xfrm>
          <a:custGeom>
            <a:avLst/>
            <a:gdLst/>
            <a:ahLst/>
            <a:cxnLst/>
            <a:rect l="0" t="0" r="r" b="b"/>
            <a:pathLst>
              <a:path w="2354035" h="2393374" fill="norm" stroke="1" extrusionOk="0">
                <a:moveTo>
                  <a:pt x="748391" y="802821"/>
                </a:moveTo>
                <a:cubicBezTo>
                  <a:pt x="748391" y="802821"/>
                  <a:pt x="1551214" y="802821"/>
                  <a:pt x="1551214" y="802821"/>
                </a:cubicBezTo>
                <a:cubicBezTo>
                  <a:pt x="1551214" y="802821"/>
                  <a:pt x="1551214" y="0"/>
                  <a:pt x="1551214" y="0"/>
                </a:cubicBezTo>
                <a:cubicBezTo>
                  <a:pt x="1551214" y="0"/>
                  <a:pt x="2354035" y="0"/>
                  <a:pt x="2354035" y="0"/>
                </a:cubicBezTo>
                <a:cubicBezTo>
                  <a:pt x="2354035" y="0"/>
                  <a:pt x="2354035" y="2393374"/>
                  <a:pt x="2354035" y="2393374"/>
                </a:cubicBezTo>
                <a:cubicBezTo>
                  <a:pt x="2354035" y="2393374"/>
                  <a:pt x="0" y="2393374"/>
                  <a:pt x="0" y="2393374"/>
                </a:cubicBezTo>
                <a:cubicBezTo>
                  <a:pt x="0" y="2393374"/>
                  <a:pt x="0" y="1590552"/>
                  <a:pt x="0" y="1590552"/>
                </a:cubicBezTo>
                <a:cubicBezTo>
                  <a:pt x="0" y="1590552"/>
                  <a:pt x="748391" y="1590552"/>
                  <a:pt x="748391" y="1590552"/>
                </a:cubicBezTo>
                <a:cubicBezTo>
                  <a:pt x="748391" y="1590552"/>
                  <a:pt x="748391" y="802821"/>
                  <a:pt x="748391" y="802821"/>
                </a:cubicBezTo>
                <a:close/>
              </a:path>
            </a:pathLst>
          </a:custGeom>
          <a:gradFill>
            <a:gsLst>
              <a:gs pos="7000">
                <a:schemeClr val="accent2">
                  <a:lumMod val="60000"/>
                  <a:lumOff val="40000"/>
                </a:schemeClr>
              </a:gs>
              <a:gs pos="27000">
                <a:schemeClr val="accent1">
                  <a:lumMod val="40000"/>
                  <a:lumOff val="60000"/>
                </a:schemeClr>
              </a:gs>
              <a:gs pos="67000">
                <a:schemeClr val="bg1">
                  <a:lumMod val="95000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806546292" name=""/>
          <p:cNvSpPr/>
          <p:nvPr/>
        </p:nvSpPr>
        <p:spPr bwMode="auto">
          <a:xfrm rot="8486456" flipH="0" flipV="0">
            <a:off x="8135428" y="3180844"/>
            <a:ext cx="2174706" cy="2099345"/>
          </a:xfrm>
          <a:prstGeom prst="blockArc">
            <a:avLst>
              <a:gd name="adj1" fmla="val 10827061"/>
              <a:gd name="adj2" fmla="val 0"/>
              <a:gd name="adj3" fmla="val 3931"/>
            </a:avLst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43715680" name=""/>
          <p:cNvSpPr/>
          <p:nvPr/>
        </p:nvSpPr>
        <p:spPr bwMode="auto">
          <a:xfrm>
            <a:off x="11059780" y="2885387"/>
            <a:ext cx="802819" cy="802819"/>
          </a:xfrm>
          <a:custGeom>
            <a:avLst/>
            <a:gdLst/>
            <a:ahLst/>
            <a:cxnLst/>
            <a:rect l="0" t="0" r="r" b="b"/>
            <a:pathLst>
              <a:path w="802821" h="802821" fill="norm" stroke="1" extrusionOk="0">
                <a:moveTo>
                  <a:pt x="0" y="0"/>
                </a:moveTo>
                <a:cubicBezTo>
                  <a:pt x="0" y="0"/>
                  <a:pt x="802820" y="0"/>
                  <a:pt x="802820" y="0"/>
                </a:cubicBezTo>
                <a:cubicBezTo>
                  <a:pt x="802820" y="0"/>
                  <a:pt x="802820" y="802821"/>
                  <a:pt x="802820" y="802821"/>
                </a:cubicBezTo>
                <a:cubicBezTo>
                  <a:pt x="802820" y="802821"/>
                  <a:pt x="0" y="802821"/>
                  <a:pt x="0" y="802821"/>
                </a:cubicBezTo>
                <a:cubicBezTo>
                  <a:pt x="0" y="802821"/>
                  <a:pt x="0" y="0"/>
                  <a:pt x="0" y="0"/>
                </a:cubicBezTo>
                <a:close/>
                <a:moveTo>
                  <a:pt x="210909" y="401411"/>
                </a:moveTo>
                <a:cubicBezTo>
                  <a:pt x="210909" y="505915"/>
                  <a:pt x="296904" y="591910"/>
                  <a:pt x="401409" y="591910"/>
                </a:cubicBezTo>
                <a:cubicBezTo>
                  <a:pt x="505915" y="591910"/>
                  <a:pt x="591909" y="505915"/>
                  <a:pt x="591909" y="401411"/>
                </a:cubicBezTo>
                <a:cubicBezTo>
                  <a:pt x="591909" y="296906"/>
                  <a:pt x="505915" y="210911"/>
                  <a:pt x="401409" y="210911"/>
                </a:cubicBezTo>
                <a:cubicBezTo>
                  <a:pt x="296904" y="210911"/>
                  <a:pt x="210909" y="296906"/>
                  <a:pt x="210909" y="401411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" cap="flat" cmpd="sng" algn="ctr">
            <a:noFill/>
            <a:prstDash val="solid"/>
            <a:miter lim="800000"/>
          </a:ln>
        </p:spPr>
      </p:sp>
      <p:grpSp>
        <p:nvGrpSpPr>
          <p:cNvPr id="1003312488" name=""/>
          <p:cNvGrpSpPr/>
          <p:nvPr/>
        </p:nvGrpSpPr>
        <p:grpSpPr bwMode="auto">
          <a:xfrm>
            <a:off x="8638665" y="3694698"/>
            <a:ext cx="711787" cy="700474"/>
            <a:chOff x="0" y="0"/>
            <a:chExt cx="711787" cy="700474"/>
          </a:xfrm>
        </p:grpSpPr>
        <p:sp>
          <p:nvSpPr>
            <p:cNvPr id="1000964207" name=""/>
            <p:cNvSpPr/>
            <p:nvPr/>
          </p:nvSpPr>
          <p:spPr bwMode="auto">
            <a:xfrm rot="0" flipH="0" flipV="0">
              <a:off x="0" y="0"/>
              <a:ext cx="203529" cy="203529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31015345" name=""/>
            <p:cNvSpPr/>
            <p:nvPr/>
          </p:nvSpPr>
          <p:spPr bwMode="auto">
            <a:xfrm rot="0" flipH="0" flipV="0">
              <a:off x="254127" y="0"/>
              <a:ext cx="203529" cy="203529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4607237" name=""/>
            <p:cNvSpPr/>
            <p:nvPr/>
          </p:nvSpPr>
          <p:spPr bwMode="auto">
            <a:xfrm rot="0" flipH="0" flipV="0">
              <a:off x="508257" y="0"/>
              <a:ext cx="203529" cy="203529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34930175" name=""/>
            <p:cNvSpPr/>
            <p:nvPr/>
          </p:nvSpPr>
          <p:spPr bwMode="auto">
            <a:xfrm rot="0" flipH="0" flipV="0">
              <a:off x="0" y="255040"/>
              <a:ext cx="203529" cy="203529"/>
            </a:xfrm>
            <a:prstGeom prst="flowChartConnector">
              <a:avLst/>
            </a:prstGeom>
            <a:solidFill>
              <a:schemeClr val="bg1">
                <a:alpha val="6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19453364" name=""/>
            <p:cNvSpPr/>
            <p:nvPr/>
          </p:nvSpPr>
          <p:spPr bwMode="auto">
            <a:xfrm rot="0" flipH="0" flipV="0">
              <a:off x="254127" y="255040"/>
              <a:ext cx="203529" cy="203529"/>
            </a:xfrm>
            <a:prstGeom prst="flowChartConnector">
              <a:avLst/>
            </a:prstGeom>
            <a:solidFill>
              <a:schemeClr val="bg1">
                <a:alpha val="9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40493026" name=""/>
            <p:cNvSpPr/>
            <p:nvPr/>
          </p:nvSpPr>
          <p:spPr bwMode="auto">
            <a:xfrm rot="0" flipH="0" flipV="0">
              <a:off x="508257" y="255040"/>
              <a:ext cx="203529" cy="203529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8603972" name=""/>
            <p:cNvSpPr/>
            <p:nvPr/>
          </p:nvSpPr>
          <p:spPr bwMode="auto">
            <a:xfrm rot="0" flipH="0" flipV="0">
              <a:off x="0" y="496944"/>
              <a:ext cx="203529" cy="203529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52838131" name=""/>
            <p:cNvSpPr/>
            <p:nvPr/>
          </p:nvSpPr>
          <p:spPr bwMode="auto">
            <a:xfrm rot="0" flipH="0" flipV="0">
              <a:off x="254127" y="496944"/>
              <a:ext cx="203529" cy="203529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926300459" name=""/>
            <p:cNvSpPr/>
            <p:nvPr/>
          </p:nvSpPr>
          <p:spPr bwMode="auto">
            <a:xfrm rot="0" flipH="0" flipV="0">
              <a:off x="508257" y="496944"/>
              <a:ext cx="203529" cy="203529"/>
            </a:xfrm>
            <a:prstGeom prst="flowChartConnector">
              <a:avLst/>
            </a:prstGeom>
            <a:solidFill>
              <a:schemeClr val="bg1">
                <a:alpha val="9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516393715" name=""/>
          <p:cNvSpPr/>
          <p:nvPr/>
        </p:nvSpPr>
        <p:spPr bwMode="auto">
          <a:xfrm rot="5399976" flipH="0" flipV="0">
            <a:off x="10189794" y="1736132"/>
            <a:ext cx="1117706" cy="1180801"/>
          </a:xfrm>
          <a:prstGeom prst="triangle">
            <a:avLst>
              <a:gd name="adj" fmla="val 50000"/>
            </a:avLst>
          </a:prstGeom>
          <a:gradFill>
            <a:gsLst>
              <a:gs pos="27000">
                <a:schemeClr val="accent2">
                  <a:lumMod val="60000"/>
                  <a:lumOff val="40000"/>
                  <a:alpha val="99000"/>
                </a:schemeClr>
              </a:gs>
              <a:gs pos="80000">
                <a:schemeClr val="accent1">
                  <a:lumMod val="20000"/>
                  <a:lumOff val="80000"/>
                  <a:alpha val="99000"/>
                </a:schemeClr>
              </a:gs>
              <a:gs pos="99000">
                <a:schemeClr val="bg1">
                  <a:lumMod val="95000"/>
                  <a:alpha val="99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087326688" name=""/>
          <p:cNvGrpSpPr/>
          <p:nvPr/>
        </p:nvGrpSpPr>
        <p:grpSpPr bwMode="auto">
          <a:xfrm flipH="0" flipV="0">
            <a:off x="7089372" y="1824426"/>
            <a:ext cx="895052" cy="423612"/>
            <a:chOff x="0" y="0"/>
            <a:chExt cx="895052" cy="423612"/>
          </a:xfrm>
        </p:grpSpPr>
        <p:sp>
          <p:nvSpPr>
            <p:cNvPr id="1183328835" name=""/>
            <p:cNvSpPr/>
            <p:nvPr/>
          </p:nvSpPr>
          <p:spPr bwMode="auto">
            <a:xfrm rot="5399976" flipH="0" flipV="0">
              <a:off x="11955" y="-11955"/>
              <a:ext cx="423612" cy="447525"/>
            </a:xfrm>
            <a:prstGeom prst="triangle">
              <a:avLst>
                <a:gd name="adj" fmla="val 50000"/>
              </a:avLst>
            </a:prstGeom>
            <a:gradFill>
              <a:gsLst>
                <a:gs pos="15000">
                  <a:schemeClr val="bg1">
                    <a:lumMod val="95000"/>
                    <a:alpha val="99000"/>
                  </a:schemeClr>
                </a:gs>
                <a:gs pos="89000">
                  <a:schemeClr val="accent1">
                    <a:lumMod val="20000"/>
                    <a:lumOff val="80000"/>
                    <a:alpha val="99000"/>
                  </a:schemeClr>
                </a:gs>
              </a:gsLst>
              <a:lin ang="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3150553" name=""/>
            <p:cNvSpPr/>
            <p:nvPr/>
          </p:nvSpPr>
          <p:spPr bwMode="auto">
            <a:xfrm rot="5399976" flipH="1" flipV="1">
              <a:off x="459482" y="-11955"/>
              <a:ext cx="423612" cy="447525"/>
            </a:xfrm>
            <a:prstGeom prst="triangle">
              <a:avLst>
                <a:gd name="adj" fmla="val 50000"/>
              </a:avLst>
            </a:prstGeom>
            <a:gradFill>
              <a:gsLst>
                <a:gs pos="15000">
                  <a:schemeClr val="bg1">
                    <a:lumMod val="95000"/>
                    <a:alpha val="99000"/>
                  </a:schemeClr>
                </a:gs>
                <a:gs pos="89000">
                  <a:schemeClr val="accent1">
                    <a:lumMod val="20000"/>
                    <a:lumOff val="80000"/>
                    <a:alpha val="99000"/>
                  </a:schemeClr>
                </a:gs>
              </a:gsLst>
              <a:lin ang="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grpSp>
        <p:nvGrpSpPr>
          <p:cNvPr id="1550144769" name=""/>
          <p:cNvGrpSpPr/>
          <p:nvPr/>
        </p:nvGrpSpPr>
        <p:grpSpPr bwMode="auto">
          <a:xfrm>
            <a:off x="6929233" y="222458"/>
            <a:ext cx="659543" cy="861222"/>
            <a:chOff x="0" y="0"/>
            <a:chExt cx="659543" cy="861222"/>
          </a:xfrm>
        </p:grpSpPr>
        <p:sp>
          <p:nvSpPr>
            <p:cNvPr id="157598417" name=""/>
            <p:cNvSpPr/>
            <p:nvPr/>
          </p:nvSpPr>
          <p:spPr bwMode="auto">
            <a:xfrm rot="0" flipH="0" flipV="0">
              <a:off x="0" y="0"/>
              <a:ext cx="96642" cy="861222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35124137" name=""/>
            <p:cNvSpPr/>
            <p:nvPr/>
          </p:nvSpPr>
          <p:spPr bwMode="auto">
            <a:xfrm rot="0" flipH="0" flipV="0">
              <a:off x="187632" y="0"/>
              <a:ext cx="96642" cy="861222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14388081" name=""/>
            <p:cNvSpPr/>
            <p:nvPr/>
          </p:nvSpPr>
          <p:spPr bwMode="auto">
            <a:xfrm rot="0" flipH="0" flipV="0">
              <a:off x="375266" y="0"/>
              <a:ext cx="96642" cy="861222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95986356" name=""/>
            <p:cNvSpPr/>
            <p:nvPr/>
          </p:nvSpPr>
          <p:spPr bwMode="auto">
            <a:xfrm rot="0" flipH="0" flipV="0">
              <a:off x="562901" y="0"/>
              <a:ext cx="96642" cy="861222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696989786" name=""/>
          <p:cNvSpPr/>
          <p:nvPr/>
        </p:nvSpPr>
        <p:spPr bwMode="auto">
          <a:xfrm rot="0" flipH="0" flipV="0">
            <a:off x="9045889" y="1956587"/>
            <a:ext cx="353784" cy="353784"/>
          </a:xfrm>
          <a:prstGeom prst="flowChartConnector">
            <a:avLst/>
          </a:prstGeom>
          <a:solidFill>
            <a:schemeClr val="bg1">
              <a:alpha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08045179" name=""/>
          <p:cNvSpPr/>
          <p:nvPr/>
        </p:nvSpPr>
        <p:spPr bwMode="auto">
          <a:xfrm rot="0" flipH="1" flipV="1">
            <a:off x="3809542" y="5385579"/>
            <a:ext cx="2235528" cy="1159272"/>
          </a:xfrm>
          <a:custGeom>
            <a:avLst/>
            <a:gdLst/>
            <a:ahLst/>
            <a:cxnLst/>
            <a:rect l="0" t="0" r="r" b="b"/>
            <a:pathLst>
              <a:path w="2624328" h="1284767" fill="norm" stroke="1" extrusionOk="0">
                <a:moveTo>
                  <a:pt x="1312164" y="0"/>
                </a:moveTo>
                <a:cubicBezTo>
                  <a:pt x="2022905" y="0"/>
                  <a:pt x="2609374" y="577336"/>
                  <a:pt x="2624328" y="1284767"/>
                </a:cubicBezTo>
                <a:cubicBezTo>
                  <a:pt x="2624328" y="1284767"/>
                  <a:pt x="0" y="1284767"/>
                  <a:pt x="0" y="1284767"/>
                </a:cubicBezTo>
                <a:cubicBezTo>
                  <a:pt x="14953" y="577336"/>
                  <a:pt x="601422" y="0"/>
                  <a:pt x="1312164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60000"/>
                  <a:lumOff val="40000"/>
                  <a:alpha val="99999"/>
                </a:schemeClr>
              </a:gs>
              <a:gs pos="21000">
                <a:schemeClr val="accent1">
                  <a:lumMod val="60000"/>
                  <a:lumOff val="40000"/>
                  <a:alpha val="99999"/>
                </a:schemeClr>
              </a:gs>
              <a:gs pos="84000">
                <a:schemeClr val="bg1">
                  <a:lumMod val="95000"/>
                  <a:alpha val="99999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915070484" name=""/>
          <p:cNvSpPr/>
          <p:nvPr/>
        </p:nvSpPr>
        <p:spPr bwMode="auto">
          <a:xfrm rot="0" flipH="1" flipV="0">
            <a:off x="6354585" y="5398516"/>
            <a:ext cx="2371741" cy="1133400"/>
          </a:xfrm>
          <a:prstGeom prst="triangle">
            <a:avLst>
              <a:gd name="adj" fmla="val 100000"/>
            </a:avLst>
          </a:prstGeom>
          <a:solidFill>
            <a:schemeClr val="bg1">
              <a:lumMod val="95000"/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49669204" name=""/>
          <p:cNvSpPr/>
          <p:nvPr/>
        </p:nvSpPr>
        <p:spPr bwMode="auto">
          <a:xfrm rot="19961998" flipH="0" flipV="0">
            <a:off x="290317" y="4703728"/>
            <a:ext cx="1803429" cy="1803429"/>
          </a:xfrm>
          <a:prstGeom prst="flowChartConnector">
            <a:avLst/>
          </a:prstGeom>
          <a:gradFill>
            <a:gsLst>
              <a:gs pos="4000">
                <a:schemeClr val="accent2">
                  <a:lumMod val="60000"/>
                  <a:lumOff val="40000"/>
                </a:schemeClr>
              </a:gs>
              <a:gs pos="50000">
                <a:schemeClr val="accent1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45651389" name=""/>
          <p:cNvSpPr/>
          <p:nvPr/>
        </p:nvSpPr>
        <p:spPr bwMode="auto">
          <a:xfrm rot="1274991" flipH="0" flipV="0">
            <a:off x="1076893" y="3896914"/>
            <a:ext cx="535000" cy="535000"/>
          </a:xfrm>
          <a:custGeom>
            <a:avLst/>
            <a:gdLst/>
            <a:ahLst/>
            <a:cxnLst/>
            <a:rect l="0" t="0" r="r" b="b"/>
            <a:pathLst>
              <a:path w="802821" h="802821" fill="norm" stroke="1" extrusionOk="0">
                <a:moveTo>
                  <a:pt x="0" y="0"/>
                </a:moveTo>
                <a:cubicBezTo>
                  <a:pt x="0" y="0"/>
                  <a:pt x="802820" y="0"/>
                  <a:pt x="802820" y="0"/>
                </a:cubicBezTo>
                <a:cubicBezTo>
                  <a:pt x="802820" y="0"/>
                  <a:pt x="802820" y="802821"/>
                  <a:pt x="802820" y="802821"/>
                </a:cubicBezTo>
                <a:cubicBezTo>
                  <a:pt x="802820" y="802821"/>
                  <a:pt x="0" y="802821"/>
                  <a:pt x="0" y="802821"/>
                </a:cubicBezTo>
                <a:cubicBezTo>
                  <a:pt x="0" y="802821"/>
                  <a:pt x="0" y="0"/>
                  <a:pt x="0" y="0"/>
                </a:cubicBezTo>
                <a:close/>
                <a:moveTo>
                  <a:pt x="210909" y="401411"/>
                </a:moveTo>
                <a:cubicBezTo>
                  <a:pt x="210909" y="505915"/>
                  <a:pt x="296904" y="591910"/>
                  <a:pt x="401409" y="591910"/>
                </a:cubicBezTo>
                <a:cubicBezTo>
                  <a:pt x="505915" y="591910"/>
                  <a:pt x="591909" y="505915"/>
                  <a:pt x="591909" y="401411"/>
                </a:cubicBezTo>
                <a:cubicBezTo>
                  <a:pt x="591909" y="296906"/>
                  <a:pt x="505915" y="210911"/>
                  <a:pt x="401409" y="210911"/>
                </a:cubicBezTo>
                <a:cubicBezTo>
                  <a:pt x="296904" y="210911"/>
                  <a:pt x="210909" y="296906"/>
                  <a:pt x="210909" y="401411"/>
                </a:cubicBezTo>
                <a:close/>
              </a:path>
            </a:pathLst>
          </a:custGeom>
          <a:solidFill>
            <a:schemeClr val="bg1">
              <a:alpha val="96000"/>
            </a:schemeClr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151218143" name=""/>
          <p:cNvSpPr/>
          <p:nvPr/>
        </p:nvSpPr>
        <p:spPr bwMode="auto">
          <a:xfrm rot="5399976" flipH="0" flipV="0">
            <a:off x="2659595" y="5605444"/>
            <a:ext cx="856758" cy="856758"/>
          </a:xfrm>
          <a:custGeom>
            <a:avLst/>
            <a:gdLst/>
            <a:ahLst/>
            <a:cxnLst/>
            <a:rect l="0" t="0" r="r" b="b"/>
            <a:pathLst>
              <a:path w="1605643" h="1605643" fill="norm" stroke="1" extrusionOk="0">
                <a:moveTo>
                  <a:pt x="802820" y="0"/>
                </a:moveTo>
                <a:cubicBezTo>
                  <a:pt x="802820" y="0"/>
                  <a:pt x="1605643" y="0"/>
                  <a:pt x="1605643" y="0"/>
                </a:cubicBezTo>
                <a:cubicBezTo>
                  <a:pt x="1605643" y="0"/>
                  <a:pt x="1605643" y="1605643"/>
                  <a:pt x="1605643" y="1605643"/>
                </a:cubicBezTo>
                <a:cubicBezTo>
                  <a:pt x="1605643" y="1605643"/>
                  <a:pt x="0" y="1605643"/>
                  <a:pt x="0" y="1605643"/>
                </a:cubicBezTo>
                <a:cubicBezTo>
                  <a:pt x="0" y="1605643"/>
                  <a:pt x="0" y="802822"/>
                  <a:pt x="0" y="802822"/>
                </a:cubicBezTo>
                <a:cubicBezTo>
                  <a:pt x="0" y="802822"/>
                  <a:pt x="802820" y="802822"/>
                  <a:pt x="802820" y="802822"/>
                </a:cubicBezTo>
                <a:cubicBezTo>
                  <a:pt x="802820" y="802822"/>
                  <a:pt x="802820" y="0"/>
                  <a:pt x="802820" y="0"/>
                </a:cubicBezTo>
                <a:close/>
              </a:path>
            </a:pathLst>
          </a:custGeom>
          <a:gradFill>
            <a:gsLst>
              <a:gs pos="1000">
                <a:schemeClr val="accent2">
                  <a:lumMod val="60000"/>
                  <a:lumOff val="40000"/>
                  <a:alpha val="60000"/>
                </a:schemeClr>
              </a:gs>
              <a:gs pos="51000">
                <a:schemeClr val="bg1">
                  <a:lumMod val="95000"/>
                  <a:alpha val="60000"/>
                </a:schemeClr>
              </a:gs>
              <a:gs pos="100000">
                <a:schemeClr val="accent1">
                  <a:lumMod val="20000"/>
                  <a:lumOff val="80000"/>
                  <a:alpha val="60000"/>
                </a:schemeClr>
              </a:gs>
            </a:gsLst>
            <a:lin ang="108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584101222" name=""/>
          <p:cNvSpPr/>
          <p:nvPr/>
        </p:nvSpPr>
        <p:spPr bwMode="auto">
          <a:xfrm rot="0" flipH="0" flipV="0">
            <a:off x="7947963" y="5361102"/>
            <a:ext cx="353784" cy="353784"/>
          </a:xfrm>
          <a:prstGeom prst="flowChartConnector">
            <a:avLst/>
          </a:prstGeom>
          <a:solidFill>
            <a:schemeClr val="accent2">
              <a:alpha val="4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42010434" name=""/>
          <p:cNvSpPr/>
          <p:nvPr/>
        </p:nvSpPr>
        <p:spPr bwMode="auto">
          <a:xfrm rot="5399976" flipH="1" flipV="0">
            <a:off x="-24298" y="3358112"/>
            <a:ext cx="1796079" cy="1133400"/>
          </a:xfrm>
          <a:prstGeom prst="triangle">
            <a:avLst>
              <a:gd name="adj" fmla="val 100000"/>
            </a:avLst>
          </a:prstGeom>
          <a:solidFill>
            <a:schemeClr val="bg1">
              <a:lumMod val="95000"/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93894969" name=""/>
          <p:cNvSpPr/>
          <p:nvPr/>
        </p:nvSpPr>
        <p:spPr bwMode="auto">
          <a:xfrm rot="0" flipH="0" flipV="0">
            <a:off x="3345007" y="4279360"/>
            <a:ext cx="536664" cy="462641"/>
          </a:xfrm>
          <a:prstGeom prst="triangle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228138807" name=""/>
          <p:cNvPicPr>
            <a:picLocks noChangeAspect="1"/>
          </p:cNvPicPr>
          <p:nvPr/>
        </p:nvPicPr>
        <p:blipFill rotWithShape="1">
          <a:blip r:embed="rId2">
            <a:alphaModFix amt="20000"/>
          </a:blip>
          <a:stretch/>
        </p:blipFill>
        <p:spPr bwMode="auto">
          <a:xfrm flipH="0" flipV="0">
            <a:off x="-18585" y="0"/>
            <a:ext cx="12237554" cy="6858000"/>
          </a:xfrm>
          <a:prstGeom prst="rect">
            <a:avLst/>
          </a:prstGeom>
        </p:spPr>
      </p:pic>
      <p:sp>
        <p:nvSpPr>
          <p:cNvPr id="1270294402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2033749" y="1536493"/>
            <a:ext cx="8124500" cy="2387599"/>
          </a:xfrm>
        </p:spPr>
        <p:txBody>
          <a:bodyPr anchor="b"/>
          <a:lstStyle>
            <a:lvl1pPr algn="ctr">
              <a:defRPr sz="5400" b="1">
                <a:solidFill>
                  <a:schemeClr val="accent2">
                    <a:lumMod val="75000"/>
                  </a:schemeClr>
                </a:solidFill>
              </a:defRPr>
            </a:lvl1pPr>
            <a:lvl2pPr>
              <a:defRPr sz="5400" b="1"/>
            </a:lvl2pPr>
            <a:lvl3pPr>
              <a:defRPr sz="5400" b="1"/>
            </a:lvl3pPr>
            <a:lvl4pPr>
              <a:defRPr sz="5400" b="1"/>
            </a:lvl4pPr>
            <a:lvl5pPr>
              <a:defRPr sz="5400" b="1"/>
            </a:lvl5pPr>
            <a:lvl6pPr>
              <a:defRPr sz="5400" b="1"/>
            </a:lvl6pPr>
            <a:lvl7pPr>
              <a:defRPr sz="5400" b="1"/>
            </a:lvl7pPr>
            <a:lvl8pPr>
              <a:defRPr sz="5400" b="1"/>
            </a:lvl8pPr>
            <a:lvl9pPr>
              <a:defRPr sz="5400" b="1"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55368887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2033749" y="3924813"/>
            <a:ext cx="8124500" cy="1332986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>
                <a:solidFill>
                  <a:schemeClr val="accent2">
                    <a:lumMod val="75000"/>
                  </a:schemeClr>
                </a:solidFill>
              </a:defRPr>
            </a:lvl2pPr>
            <a:lvl3pPr marL="914400" indent="0" algn="ctr">
              <a:buNone/>
              <a:defRPr sz="1800">
                <a:solidFill>
                  <a:schemeClr val="accent2">
                    <a:lumMod val="75000"/>
                  </a:schemeClr>
                </a:solidFill>
              </a:defRPr>
            </a:lvl3pPr>
            <a:lvl4pPr marL="1371600" indent="0" algn="ctr">
              <a:buNone/>
              <a:defRPr sz="1600">
                <a:solidFill>
                  <a:schemeClr val="accent2">
                    <a:lumMod val="75000"/>
                  </a:schemeClr>
                </a:solidFill>
              </a:defRPr>
            </a:lvl4pPr>
            <a:lvl5pPr marL="1828800" indent="0" algn="ctr">
              <a:buNone/>
              <a:defRPr sz="1600">
                <a:solidFill>
                  <a:schemeClr val="accent2">
                    <a:lumMod val="75000"/>
                  </a:schemeClr>
                </a:solidFill>
              </a:defRPr>
            </a:lvl5pPr>
            <a:lvl6pPr marL="2286000" indent="0" algn="ctr">
              <a:buNone/>
              <a:defRPr sz="1600">
                <a:solidFill>
                  <a:schemeClr val="accent2">
                    <a:lumMod val="75000"/>
                  </a:schemeClr>
                </a:solidFill>
              </a:defRPr>
            </a:lvl6pPr>
            <a:lvl7pPr marL="2743200" indent="0" algn="ctr">
              <a:buNone/>
              <a:defRPr sz="1600">
                <a:solidFill>
                  <a:schemeClr val="accent2">
                    <a:lumMod val="75000"/>
                  </a:schemeClr>
                </a:solidFill>
              </a:defRPr>
            </a:lvl7pPr>
            <a:lvl8pPr marL="3200400" indent="0" algn="ctr">
              <a:buNone/>
              <a:defRPr sz="1600">
                <a:solidFill>
                  <a:schemeClr val="accent2">
                    <a:lumMod val="75000"/>
                  </a:schemeClr>
                </a:solidFill>
              </a:defRPr>
            </a:lvl8pPr>
            <a:lvl9pPr marL="3657600" indent="0" algn="ctr">
              <a:buNone/>
              <a:defRPr sz="1600">
                <a:solidFill>
                  <a:schemeClr val="accent2">
                    <a:lumMod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596494775" name=""/>
          <p:cNvSpPr/>
          <p:nvPr/>
        </p:nvSpPr>
        <p:spPr bwMode="auto">
          <a:xfrm rot="5399976" flipH="1" flipV="0">
            <a:off x="-24298" y="3358112"/>
            <a:ext cx="1796079" cy="1133400"/>
          </a:xfrm>
          <a:prstGeom prst="triangle">
            <a:avLst>
              <a:gd name="adj" fmla="val 100000"/>
            </a:avLst>
          </a:prstGeom>
          <a:solidFill>
            <a:schemeClr val="bg1">
              <a:lumMod val="95000"/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08185611" name="Date Placeholder 3"/>
          <p:cNvSpPr>
            <a:spLocks noGrp="1"/>
          </p:cNvSpPr>
          <p:nvPr>
            <p:ph type="dt" sz="half" idx="10"/>
          </p:nvPr>
        </p:nvSpPr>
        <p:spPr bwMode="auto">
          <a:xfrm>
            <a:off x="838198" y="6356349"/>
            <a:ext cx="2743200" cy="365124"/>
          </a:xfrm>
        </p:spPr>
        <p:txBody>
          <a:bodyPr/>
          <a:lstStyle/>
          <a:p>
            <a:pPr>
              <a:defRPr/>
            </a:pPr>
            <a:fld id="{E65550F9-89F3-3F38-2CA5-9ECB8831F2A7}" type="datetimeFigureOut">
              <a:rPr lang="en-US"/>
              <a:t/>
            </a:fld>
            <a:endParaRPr lang="en-US"/>
          </a:p>
        </p:txBody>
      </p:sp>
      <p:sp>
        <p:nvSpPr>
          <p:cNvPr id="637236059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4038598" y="6356349"/>
            <a:ext cx="4114800" cy="365124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15809138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610599" y="6356349"/>
            <a:ext cx="2743200" cy="365124"/>
          </a:xfrm>
        </p:spPr>
        <p:txBody>
          <a:bodyPr/>
          <a:lstStyle/>
          <a:p>
            <a:pPr>
              <a:defRPr/>
            </a:pPr>
            <a:fld id="{85B8A541-82A7-A1CF-B0B2-349BCD5B69F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solidFill>
          <a:schemeClr val="accent2">
            <a:lumMod val="40000"/>
            <a:lumOff val="6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94373421" name=""/>
          <p:cNvGrpSpPr/>
          <p:nvPr/>
        </p:nvGrpSpPr>
        <p:grpSpPr bwMode="auto">
          <a:xfrm>
            <a:off x="307037" y="255234"/>
            <a:ext cx="659542" cy="861221"/>
            <a:chOff x="0" y="0"/>
            <a:chExt cx="659542" cy="861221"/>
          </a:xfrm>
        </p:grpSpPr>
        <p:sp>
          <p:nvSpPr>
            <p:cNvPr id="171515167" name=""/>
            <p:cNvSpPr/>
            <p:nvPr/>
          </p:nvSpPr>
          <p:spPr bwMode="auto">
            <a:xfrm rot="0" flipH="0" flipV="0">
              <a:off x="0" y="0"/>
              <a:ext cx="96642" cy="861221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749237" name=""/>
            <p:cNvSpPr/>
            <p:nvPr/>
          </p:nvSpPr>
          <p:spPr bwMode="auto">
            <a:xfrm rot="0" flipH="0" flipV="0">
              <a:off x="187632" y="0"/>
              <a:ext cx="96642" cy="861221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38003487" name=""/>
            <p:cNvSpPr/>
            <p:nvPr/>
          </p:nvSpPr>
          <p:spPr bwMode="auto">
            <a:xfrm rot="0" flipH="0" flipV="0">
              <a:off x="375265" y="0"/>
              <a:ext cx="96642" cy="861221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49290653" name=""/>
            <p:cNvSpPr/>
            <p:nvPr/>
          </p:nvSpPr>
          <p:spPr bwMode="auto">
            <a:xfrm rot="0" flipH="0" flipV="0">
              <a:off x="562900" y="0"/>
              <a:ext cx="96642" cy="861221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grpSp>
        <p:nvGrpSpPr>
          <p:cNvPr id="55057923" name=""/>
          <p:cNvGrpSpPr/>
          <p:nvPr/>
        </p:nvGrpSpPr>
        <p:grpSpPr bwMode="auto">
          <a:xfrm rot="5399942" flipH="0" flipV="0">
            <a:off x="1304514" y="46347"/>
            <a:ext cx="659542" cy="1061280"/>
            <a:chOff x="0" y="0"/>
            <a:chExt cx="659542" cy="1061280"/>
          </a:xfrm>
        </p:grpSpPr>
        <p:sp>
          <p:nvSpPr>
            <p:cNvPr id="2052857211" name=""/>
            <p:cNvSpPr/>
            <p:nvPr/>
          </p:nvSpPr>
          <p:spPr bwMode="auto">
            <a:xfrm rot="0" flipH="0" flipV="0">
              <a:off x="0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84219663" name=""/>
            <p:cNvSpPr/>
            <p:nvPr/>
          </p:nvSpPr>
          <p:spPr bwMode="auto">
            <a:xfrm rot="0" flipH="0" flipV="0">
              <a:off x="187632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2397584" name=""/>
            <p:cNvSpPr/>
            <p:nvPr/>
          </p:nvSpPr>
          <p:spPr bwMode="auto">
            <a:xfrm rot="0" flipH="0" flipV="0">
              <a:off x="375265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75354466" name=""/>
            <p:cNvSpPr/>
            <p:nvPr/>
          </p:nvSpPr>
          <p:spPr bwMode="auto">
            <a:xfrm rot="0" flipH="0" flipV="0">
              <a:off x="562900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1823226094" name=""/>
          <p:cNvSpPr/>
          <p:nvPr/>
        </p:nvSpPr>
        <p:spPr bwMode="auto">
          <a:xfrm rot="0" flipH="0" flipV="1">
            <a:off x="2583006" y="-1203991"/>
            <a:ext cx="2344169" cy="2353050"/>
          </a:xfrm>
          <a:prstGeom prst="blockArc">
            <a:avLst>
              <a:gd name="adj1" fmla="val 10800000"/>
              <a:gd name="adj2" fmla="val 0"/>
              <a:gd name="adj3" fmla="val 13725"/>
            </a:avLst>
          </a:prstGeom>
          <a:gradFill>
            <a:gsLst>
              <a:gs pos="0">
                <a:schemeClr val="accent2">
                  <a:lumMod val="20000"/>
                  <a:lumOff val="80000"/>
                </a:schemeClr>
              </a:gs>
              <a:gs pos="60000">
                <a:srgbClr val="FFFFFF"/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2059772097" name=""/>
          <p:cNvSpPr/>
          <p:nvPr/>
        </p:nvSpPr>
        <p:spPr bwMode="auto">
          <a:xfrm rot="5399942" flipH="0" flipV="0">
            <a:off x="467771" y="1320644"/>
            <a:ext cx="390027" cy="336231"/>
          </a:xfrm>
          <a:prstGeom prst="triangle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73266694" name=""/>
          <p:cNvSpPr/>
          <p:nvPr/>
        </p:nvSpPr>
        <p:spPr bwMode="auto">
          <a:xfrm rot="5399976">
            <a:off x="307037" y="5023355"/>
            <a:ext cx="1605640" cy="1605640"/>
          </a:xfrm>
          <a:custGeom>
            <a:avLst/>
            <a:gdLst/>
            <a:ahLst/>
            <a:cxnLst/>
            <a:rect l="0" t="0" r="r" b="b"/>
            <a:pathLst>
              <a:path w="1605643" h="1605643" fill="norm" stroke="1" extrusionOk="0">
                <a:moveTo>
                  <a:pt x="802820" y="0"/>
                </a:moveTo>
                <a:cubicBezTo>
                  <a:pt x="802820" y="0"/>
                  <a:pt x="1605643" y="0"/>
                  <a:pt x="1605643" y="0"/>
                </a:cubicBezTo>
                <a:cubicBezTo>
                  <a:pt x="1605643" y="0"/>
                  <a:pt x="1605643" y="1605643"/>
                  <a:pt x="1605643" y="1605643"/>
                </a:cubicBezTo>
                <a:cubicBezTo>
                  <a:pt x="1605643" y="1605643"/>
                  <a:pt x="0" y="1605643"/>
                  <a:pt x="0" y="1605643"/>
                </a:cubicBezTo>
                <a:cubicBezTo>
                  <a:pt x="0" y="1605643"/>
                  <a:pt x="0" y="802822"/>
                  <a:pt x="0" y="802822"/>
                </a:cubicBezTo>
                <a:cubicBezTo>
                  <a:pt x="0" y="802822"/>
                  <a:pt x="802820" y="802822"/>
                  <a:pt x="802820" y="802822"/>
                </a:cubicBezTo>
                <a:cubicBezTo>
                  <a:pt x="802820" y="802822"/>
                  <a:pt x="802820" y="0"/>
                  <a:pt x="802820" y="0"/>
                </a:cubicBezTo>
                <a:close/>
              </a:path>
            </a:pathLst>
          </a:custGeom>
          <a:gradFill>
            <a:gsLst>
              <a:gs pos="1000">
                <a:schemeClr val="accent2">
                  <a:lumMod val="60000"/>
                  <a:lumOff val="40000"/>
                </a:schemeClr>
              </a:gs>
              <a:gs pos="28000">
                <a:schemeClr val="accent2">
                  <a:lumMod val="40000"/>
                  <a:lumOff val="6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312110112" name=""/>
          <p:cNvSpPr/>
          <p:nvPr/>
        </p:nvSpPr>
        <p:spPr bwMode="auto">
          <a:xfrm rot="5399942" flipH="0" flipV="0">
            <a:off x="10204555" y="292387"/>
            <a:ext cx="1117705" cy="1180800"/>
          </a:xfrm>
          <a:prstGeom prst="triangle">
            <a:avLst>
              <a:gd name="adj" fmla="val 50000"/>
            </a:avLst>
          </a:prstGeom>
          <a:gradFill>
            <a:gsLst>
              <a:gs pos="27000">
                <a:schemeClr val="accent2">
                  <a:lumMod val="60000"/>
                  <a:lumOff val="40000"/>
                  <a:alpha val="99000"/>
                </a:schemeClr>
              </a:gs>
              <a:gs pos="80000">
                <a:schemeClr val="accent1">
                  <a:lumMod val="20000"/>
                  <a:lumOff val="80000"/>
                  <a:alpha val="99000"/>
                </a:schemeClr>
              </a:gs>
              <a:gs pos="99000">
                <a:schemeClr val="bg1">
                  <a:lumMod val="95000"/>
                  <a:alpha val="99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78350657" name=""/>
          <p:cNvSpPr/>
          <p:nvPr/>
        </p:nvSpPr>
        <p:spPr bwMode="auto">
          <a:xfrm rot="5399976" flipH="0" flipV="1">
            <a:off x="11022156" y="4280384"/>
            <a:ext cx="2344169" cy="2353050"/>
          </a:xfrm>
          <a:prstGeom prst="blockArc">
            <a:avLst>
              <a:gd name="adj1" fmla="val 10800000"/>
              <a:gd name="adj2" fmla="val 0"/>
              <a:gd name="adj3" fmla="val 13725"/>
            </a:avLst>
          </a:prstGeom>
          <a:gradFill>
            <a:gsLst>
              <a:gs pos="0">
                <a:schemeClr val="accent2">
                  <a:lumMod val="20000"/>
                  <a:lumOff val="80000"/>
                </a:schemeClr>
              </a:gs>
              <a:gs pos="60000">
                <a:srgbClr val="FFFFFF"/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pic>
        <p:nvPicPr>
          <p:cNvPr id="721685791" name=""/>
          <p:cNvPicPr>
            <a:picLocks noChangeAspect="1"/>
          </p:cNvPicPr>
          <p:nvPr/>
        </p:nvPicPr>
        <p:blipFill rotWithShape="1">
          <a:blip r:embed="rId2">
            <a:alphaModFix amt="20000"/>
          </a:blip>
          <a:stretch/>
        </p:blipFill>
        <p:spPr bwMode="auto">
          <a:xfrm flipH="0" flipV="0">
            <a:off x="-43312" y="-27466"/>
            <a:ext cx="12237553" cy="6858000"/>
          </a:xfrm>
          <a:prstGeom prst="rect">
            <a:avLst/>
          </a:prstGeom>
        </p:spPr>
      </p:pic>
      <p:sp>
        <p:nvSpPr>
          <p:cNvPr id="1576171851" name="Title 1"/>
          <p:cNvSpPr>
            <a:spLocks noGrp="1"/>
          </p:cNvSpPr>
          <p:nvPr>
            <p:ph type="title"/>
          </p:nvPr>
        </p:nvSpPr>
        <p:spPr bwMode="auto">
          <a:xfrm>
            <a:off x="838198" y="882788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963061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41247" y="2208350"/>
            <a:ext cx="10515600" cy="3971786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9483302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6052967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9470603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solidFill>
          <a:schemeClr val="bg1">
            <a:lumMod val="95000"/>
            <a:alpha val="3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22638110" name=""/>
          <p:cNvGrpSpPr/>
          <p:nvPr/>
        </p:nvGrpSpPr>
        <p:grpSpPr bwMode="auto">
          <a:xfrm rot="5399942" flipH="0" flipV="0">
            <a:off x="9291907" y="59955"/>
            <a:ext cx="659542" cy="1061280"/>
            <a:chOff x="0" y="0"/>
            <a:chExt cx="659542" cy="1061280"/>
          </a:xfrm>
        </p:grpSpPr>
        <p:sp>
          <p:nvSpPr>
            <p:cNvPr id="1874075541" name=""/>
            <p:cNvSpPr/>
            <p:nvPr/>
          </p:nvSpPr>
          <p:spPr bwMode="auto">
            <a:xfrm rot="0" flipH="0" flipV="0">
              <a:off x="0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28268792" name=""/>
            <p:cNvSpPr/>
            <p:nvPr/>
          </p:nvSpPr>
          <p:spPr bwMode="auto">
            <a:xfrm rot="0" flipH="0" flipV="0">
              <a:off x="187632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5243623" name=""/>
            <p:cNvSpPr/>
            <p:nvPr/>
          </p:nvSpPr>
          <p:spPr bwMode="auto">
            <a:xfrm rot="0" flipH="0" flipV="0">
              <a:off x="375265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93574207" name=""/>
            <p:cNvSpPr/>
            <p:nvPr/>
          </p:nvSpPr>
          <p:spPr bwMode="auto">
            <a:xfrm rot="0" flipH="0" flipV="0">
              <a:off x="562900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418040622" name=""/>
          <p:cNvSpPr/>
          <p:nvPr/>
        </p:nvSpPr>
        <p:spPr bwMode="auto">
          <a:xfrm rot="16199969">
            <a:off x="10403537" y="219025"/>
            <a:ext cx="1605640" cy="1605640"/>
          </a:xfrm>
          <a:custGeom>
            <a:avLst/>
            <a:gdLst/>
            <a:ahLst/>
            <a:cxnLst/>
            <a:rect l="0" t="0" r="r" b="b"/>
            <a:pathLst>
              <a:path w="1605643" h="1605643" fill="norm" stroke="1" extrusionOk="0">
                <a:moveTo>
                  <a:pt x="802820" y="0"/>
                </a:moveTo>
                <a:cubicBezTo>
                  <a:pt x="802820" y="0"/>
                  <a:pt x="1605643" y="0"/>
                  <a:pt x="1605643" y="0"/>
                </a:cubicBezTo>
                <a:cubicBezTo>
                  <a:pt x="1605643" y="0"/>
                  <a:pt x="1605643" y="1605643"/>
                  <a:pt x="1605643" y="1605643"/>
                </a:cubicBezTo>
                <a:cubicBezTo>
                  <a:pt x="1605643" y="1605643"/>
                  <a:pt x="0" y="1605643"/>
                  <a:pt x="0" y="1605643"/>
                </a:cubicBezTo>
                <a:cubicBezTo>
                  <a:pt x="0" y="1605643"/>
                  <a:pt x="0" y="802822"/>
                  <a:pt x="0" y="802822"/>
                </a:cubicBezTo>
                <a:cubicBezTo>
                  <a:pt x="0" y="802822"/>
                  <a:pt x="802820" y="802822"/>
                  <a:pt x="802820" y="802822"/>
                </a:cubicBezTo>
                <a:cubicBezTo>
                  <a:pt x="802820" y="802822"/>
                  <a:pt x="802820" y="0"/>
                  <a:pt x="802820" y="0"/>
                </a:cubicBezTo>
                <a:close/>
              </a:path>
            </a:pathLst>
          </a:custGeom>
          <a:gradFill>
            <a:gsLst>
              <a:gs pos="1000">
                <a:schemeClr val="accent2">
                  <a:lumMod val="60000"/>
                  <a:lumOff val="40000"/>
                </a:schemeClr>
              </a:gs>
              <a:gs pos="71000">
                <a:schemeClr val="accent2">
                  <a:lumMod val="20000"/>
                  <a:lumOff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844722878" name=""/>
          <p:cNvSpPr/>
          <p:nvPr/>
        </p:nvSpPr>
        <p:spPr bwMode="auto">
          <a:xfrm rot="16199969" flipH="0" flipV="0">
            <a:off x="10496880" y="2111360"/>
            <a:ext cx="3390237" cy="3272752"/>
          </a:xfrm>
          <a:prstGeom prst="blockArc">
            <a:avLst>
              <a:gd name="adj1" fmla="val 10800000"/>
              <a:gd name="adj2" fmla="val 0"/>
              <a:gd name="adj3" fmla="val 25000"/>
            </a:avLst>
          </a:prstGeom>
          <a:gradFill>
            <a:gsLst>
              <a:gs pos="0">
                <a:schemeClr val="accent2">
                  <a:lumMod val="20000"/>
                  <a:lumOff val="80000"/>
                </a:schemeClr>
              </a:gs>
              <a:gs pos="60000">
                <a:schemeClr val="accent1">
                  <a:lumMod val="20000"/>
                  <a:lumOff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21869670" name=""/>
          <p:cNvSpPr/>
          <p:nvPr/>
        </p:nvSpPr>
        <p:spPr bwMode="auto">
          <a:xfrm rot="0" flipH="1" flipV="1">
            <a:off x="7937473" y="4971375"/>
            <a:ext cx="2815507" cy="1460031"/>
          </a:xfrm>
          <a:custGeom>
            <a:avLst/>
            <a:gdLst/>
            <a:ahLst/>
            <a:cxnLst/>
            <a:rect l="0" t="0" r="r" b="b"/>
            <a:pathLst>
              <a:path w="2624328" h="1284767" fill="norm" stroke="1" extrusionOk="0">
                <a:moveTo>
                  <a:pt x="1312164" y="0"/>
                </a:moveTo>
                <a:cubicBezTo>
                  <a:pt x="2022905" y="0"/>
                  <a:pt x="2609374" y="577336"/>
                  <a:pt x="2624328" y="1284767"/>
                </a:cubicBezTo>
                <a:cubicBezTo>
                  <a:pt x="2624328" y="1284767"/>
                  <a:pt x="0" y="1284767"/>
                  <a:pt x="0" y="1284767"/>
                </a:cubicBezTo>
                <a:cubicBezTo>
                  <a:pt x="14953" y="577336"/>
                  <a:pt x="601422" y="0"/>
                  <a:pt x="1312164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60000"/>
                  <a:lumOff val="40000"/>
                  <a:alpha val="40000"/>
                </a:schemeClr>
              </a:gs>
              <a:gs pos="21000">
                <a:schemeClr val="accent1">
                  <a:lumMod val="60000"/>
                  <a:lumOff val="40000"/>
                  <a:alpha val="40000"/>
                </a:schemeClr>
              </a:gs>
              <a:gs pos="84000">
                <a:schemeClr val="bg1">
                  <a:lumMod val="95000"/>
                  <a:alpha val="4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66375616" name=""/>
          <p:cNvSpPr/>
          <p:nvPr/>
        </p:nvSpPr>
        <p:spPr bwMode="auto">
          <a:xfrm rot="0" flipH="0" flipV="0">
            <a:off x="9637439" y="5524528"/>
            <a:ext cx="2371740" cy="1133399"/>
          </a:xfrm>
          <a:prstGeom prst="triangle">
            <a:avLst>
              <a:gd name="adj" fmla="val 100000"/>
            </a:avLst>
          </a:prstGeom>
          <a:solidFill>
            <a:schemeClr val="accent2">
              <a:lumMod val="20000"/>
              <a:lumOff val="80000"/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60426017" name=""/>
          <p:cNvSpPr/>
          <p:nvPr/>
        </p:nvSpPr>
        <p:spPr bwMode="auto">
          <a:xfrm rot="0" flipH="0" flipV="0">
            <a:off x="10211564" y="1345681"/>
            <a:ext cx="541417" cy="541417"/>
          </a:xfrm>
          <a:prstGeom prst="flowChartConnector">
            <a:avLst/>
          </a:prstGeom>
          <a:solidFill>
            <a:schemeClr val="accent2">
              <a:alpha val="3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51809135" name=""/>
          <p:cNvGrpSpPr/>
          <p:nvPr/>
        </p:nvGrpSpPr>
        <p:grpSpPr bwMode="auto">
          <a:xfrm>
            <a:off x="347860" y="212998"/>
            <a:ext cx="659542" cy="861221"/>
            <a:chOff x="0" y="0"/>
            <a:chExt cx="659542" cy="861221"/>
          </a:xfrm>
        </p:grpSpPr>
        <p:sp>
          <p:nvSpPr>
            <p:cNvPr id="1912764129" name=""/>
            <p:cNvSpPr/>
            <p:nvPr/>
          </p:nvSpPr>
          <p:spPr bwMode="auto">
            <a:xfrm rot="0" flipH="0" flipV="0">
              <a:off x="0" y="0"/>
              <a:ext cx="96642" cy="861221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38532446" name=""/>
            <p:cNvSpPr/>
            <p:nvPr/>
          </p:nvSpPr>
          <p:spPr bwMode="auto">
            <a:xfrm rot="0" flipH="0" flipV="0">
              <a:off x="187632" y="0"/>
              <a:ext cx="96642" cy="861221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81683288" name=""/>
            <p:cNvSpPr/>
            <p:nvPr/>
          </p:nvSpPr>
          <p:spPr bwMode="auto">
            <a:xfrm rot="0" flipH="0" flipV="0">
              <a:off x="375265" y="0"/>
              <a:ext cx="96642" cy="861221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485089" name=""/>
            <p:cNvSpPr/>
            <p:nvPr/>
          </p:nvSpPr>
          <p:spPr bwMode="auto">
            <a:xfrm rot="0" flipH="0" flipV="0">
              <a:off x="562900" y="0"/>
              <a:ext cx="96642" cy="861221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1213812008" name=""/>
          <p:cNvSpPr/>
          <p:nvPr/>
        </p:nvSpPr>
        <p:spPr bwMode="auto">
          <a:xfrm flipH="0" flipV="0">
            <a:off x="1362109" y="191691"/>
            <a:ext cx="925281" cy="925281"/>
          </a:xfrm>
          <a:custGeom>
            <a:avLst/>
            <a:gdLst/>
            <a:ahLst/>
            <a:cxnLst/>
            <a:rect l="0" t="0" r="r" b="b"/>
            <a:pathLst>
              <a:path w="802821" h="802821" fill="norm" stroke="1" extrusionOk="0">
                <a:moveTo>
                  <a:pt x="0" y="0"/>
                </a:moveTo>
                <a:cubicBezTo>
                  <a:pt x="0" y="0"/>
                  <a:pt x="802820" y="0"/>
                  <a:pt x="802820" y="0"/>
                </a:cubicBezTo>
                <a:cubicBezTo>
                  <a:pt x="802820" y="0"/>
                  <a:pt x="802820" y="802821"/>
                  <a:pt x="802820" y="802821"/>
                </a:cubicBezTo>
                <a:cubicBezTo>
                  <a:pt x="802820" y="802821"/>
                  <a:pt x="0" y="802821"/>
                  <a:pt x="0" y="802821"/>
                </a:cubicBezTo>
                <a:cubicBezTo>
                  <a:pt x="0" y="802821"/>
                  <a:pt x="0" y="0"/>
                  <a:pt x="0" y="0"/>
                </a:cubicBezTo>
                <a:close/>
                <a:moveTo>
                  <a:pt x="210909" y="401411"/>
                </a:moveTo>
                <a:cubicBezTo>
                  <a:pt x="210909" y="505915"/>
                  <a:pt x="296904" y="591910"/>
                  <a:pt x="401409" y="591910"/>
                </a:cubicBezTo>
                <a:cubicBezTo>
                  <a:pt x="505915" y="591910"/>
                  <a:pt x="591909" y="505915"/>
                  <a:pt x="591909" y="401411"/>
                </a:cubicBezTo>
                <a:cubicBezTo>
                  <a:pt x="591909" y="296906"/>
                  <a:pt x="505915" y="210911"/>
                  <a:pt x="401409" y="210911"/>
                </a:cubicBezTo>
                <a:cubicBezTo>
                  <a:pt x="296904" y="210911"/>
                  <a:pt x="210909" y="296906"/>
                  <a:pt x="210909" y="401411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1175419479" name=""/>
          <p:cNvSpPr/>
          <p:nvPr/>
        </p:nvSpPr>
        <p:spPr bwMode="auto">
          <a:xfrm rot="5399942" flipH="0" flipV="0">
            <a:off x="358921" y="1307043"/>
            <a:ext cx="390027" cy="336231"/>
          </a:xfrm>
          <a:prstGeom prst="triangle">
            <a:avLst>
              <a:gd name="adj" fmla="val 50000"/>
            </a:avLst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802922898" name=""/>
          <p:cNvPicPr>
            <a:picLocks noChangeAspect="1"/>
          </p:cNvPicPr>
          <p:nvPr/>
        </p:nvPicPr>
        <p:blipFill rotWithShape="1">
          <a:blip r:embed="rId2">
            <a:alphaModFix amt="20000"/>
          </a:blip>
          <a:stretch/>
        </p:blipFill>
        <p:spPr bwMode="auto">
          <a:xfrm flipH="0" flipV="0">
            <a:off x="-22776" y="0"/>
            <a:ext cx="12237553" cy="6858000"/>
          </a:xfrm>
          <a:prstGeom prst="rect">
            <a:avLst/>
          </a:prstGeom>
        </p:spPr>
      </p:pic>
      <p:sp>
        <p:nvSpPr>
          <p:cNvPr id="1517793871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882788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85922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41247" y="2208350"/>
            <a:ext cx="10515600" cy="3971786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5278816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409D9BC-D067-BD0F-D1FE-7A1C959504FA}" type="datetimeFigureOut">
              <a:rPr lang="en-US"/>
              <a:t/>
            </a:fld>
            <a:endParaRPr lang="en-US"/>
          </a:p>
        </p:txBody>
      </p:sp>
      <p:sp>
        <p:nvSpPr>
          <p:cNvPr id="96137471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855081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E6242DDE-FF81-FFD8-07FF-4F55C7C1216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bg>
      <p:bgPr shadeToTitle="0">
        <a:solidFill>
          <a:schemeClr val="accent2">
            <a:lumMod val="40000"/>
            <a:lumOff val="6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7433146" name=""/>
          <p:cNvGrpSpPr/>
          <p:nvPr/>
        </p:nvGrpSpPr>
        <p:grpSpPr bwMode="auto">
          <a:xfrm>
            <a:off x="347860" y="212998"/>
            <a:ext cx="659540" cy="861220"/>
            <a:chOff x="0" y="0"/>
            <a:chExt cx="659540" cy="861220"/>
          </a:xfrm>
        </p:grpSpPr>
        <p:sp>
          <p:nvSpPr>
            <p:cNvPr id="1345087269" name=""/>
            <p:cNvSpPr/>
            <p:nvPr/>
          </p:nvSpPr>
          <p:spPr bwMode="auto">
            <a:xfrm rot="0" flipH="0" flipV="0">
              <a:off x="0" y="0"/>
              <a:ext cx="96642" cy="861220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37796849" name=""/>
            <p:cNvSpPr/>
            <p:nvPr/>
          </p:nvSpPr>
          <p:spPr bwMode="auto">
            <a:xfrm rot="0" flipH="0" flipV="0">
              <a:off x="187632" y="0"/>
              <a:ext cx="96642" cy="861220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02624995" name=""/>
            <p:cNvSpPr/>
            <p:nvPr/>
          </p:nvSpPr>
          <p:spPr bwMode="auto">
            <a:xfrm rot="0" flipH="0" flipV="0">
              <a:off x="375264" y="0"/>
              <a:ext cx="96642" cy="861220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52981825" name=""/>
            <p:cNvSpPr/>
            <p:nvPr/>
          </p:nvSpPr>
          <p:spPr bwMode="auto">
            <a:xfrm rot="0" flipH="0" flipV="0">
              <a:off x="562899" y="0"/>
              <a:ext cx="96642" cy="861220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grpSp>
        <p:nvGrpSpPr>
          <p:cNvPr id="17453407" name=""/>
          <p:cNvGrpSpPr/>
          <p:nvPr/>
        </p:nvGrpSpPr>
        <p:grpSpPr bwMode="auto">
          <a:xfrm rot="5399909" flipH="0" flipV="0">
            <a:off x="9291906" y="59954"/>
            <a:ext cx="659540" cy="1061280"/>
            <a:chOff x="0" y="0"/>
            <a:chExt cx="659540" cy="1061280"/>
          </a:xfrm>
        </p:grpSpPr>
        <p:sp>
          <p:nvSpPr>
            <p:cNvPr id="1992519709" name=""/>
            <p:cNvSpPr/>
            <p:nvPr/>
          </p:nvSpPr>
          <p:spPr bwMode="auto">
            <a:xfrm rot="0" flipH="0" flipV="0">
              <a:off x="0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0589508" name=""/>
            <p:cNvSpPr/>
            <p:nvPr/>
          </p:nvSpPr>
          <p:spPr bwMode="auto">
            <a:xfrm rot="0" flipH="0" flipV="0">
              <a:off x="187632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75882045" name=""/>
            <p:cNvSpPr/>
            <p:nvPr/>
          </p:nvSpPr>
          <p:spPr bwMode="auto">
            <a:xfrm rot="0" flipH="0" flipV="0">
              <a:off x="375264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27623630" name=""/>
            <p:cNvSpPr/>
            <p:nvPr/>
          </p:nvSpPr>
          <p:spPr bwMode="auto">
            <a:xfrm rot="0" flipH="0" flipV="0">
              <a:off x="562899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1897334505" name=""/>
          <p:cNvSpPr/>
          <p:nvPr/>
        </p:nvSpPr>
        <p:spPr bwMode="auto">
          <a:xfrm rot="16199932">
            <a:off x="10403536" y="219024"/>
            <a:ext cx="1605639" cy="1605639"/>
          </a:xfrm>
          <a:custGeom>
            <a:avLst/>
            <a:gdLst/>
            <a:ahLst/>
            <a:cxnLst/>
            <a:rect l="0" t="0" r="r" b="b"/>
            <a:pathLst>
              <a:path w="1605643" h="1605643" fill="norm" stroke="1" extrusionOk="0">
                <a:moveTo>
                  <a:pt x="802820" y="0"/>
                </a:moveTo>
                <a:cubicBezTo>
                  <a:pt x="802820" y="0"/>
                  <a:pt x="1605643" y="0"/>
                  <a:pt x="1605643" y="0"/>
                </a:cubicBezTo>
                <a:cubicBezTo>
                  <a:pt x="1605643" y="0"/>
                  <a:pt x="1605643" y="1605643"/>
                  <a:pt x="1605643" y="1605643"/>
                </a:cubicBezTo>
                <a:cubicBezTo>
                  <a:pt x="1605643" y="1605643"/>
                  <a:pt x="0" y="1605643"/>
                  <a:pt x="0" y="1605643"/>
                </a:cubicBezTo>
                <a:cubicBezTo>
                  <a:pt x="0" y="1605643"/>
                  <a:pt x="0" y="802822"/>
                  <a:pt x="0" y="802822"/>
                </a:cubicBezTo>
                <a:cubicBezTo>
                  <a:pt x="0" y="802822"/>
                  <a:pt x="802820" y="802822"/>
                  <a:pt x="802820" y="802822"/>
                </a:cubicBezTo>
                <a:cubicBezTo>
                  <a:pt x="802820" y="802822"/>
                  <a:pt x="802820" y="0"/>
                  <a:pt x="802820" y="0"/>
                </a:cubicBezTo>
                <a:close/>
              </a:path>
            </a:pathLst>
          </a:custGeom>
          <a:gradFill>
            <a:gsLst>
              <a:gs pos="1000">
                <a:schemeClr val="accent2">
                  <a:lumMod val="60000"/>
                  <a:lumOff val="40000"/>
                </a:schemeClr>
              </a:gs>
              <a:gs pos="71000">
                <a:schemeClr val="accent2">
                  <a:lumMod val="20000"/>
                  <a:lumOff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555913983" name=""/>
          <p:cNvSpPr/>
          <p:nvPr/>
        </p:nvSpPr>
        <p:spPr bwMode="auto">
          <a:xfrm rot="10799952" flipH="0" flipV="0">
            <a:off x="4585383" y="-1458266"/>
            <a:ext cx="3021231" cy="2916534"/>
          </a:xfrm>
          <a:prstGeom prst="blockArc">
            <a:avLst>
              <a:gd name="adj1" fmla="val 10800000"/>
              <a:gd name="adj2" fmla="val 0"/>
              <a:gd name="adj3" fmla="val 25000"/>
            </a:avLst>
          </a:prstGeom>
          <a:gradFill>
            <a:gsLst>
              <a:gs pos="0">
                <a:schemeClr val="accent2">
                  <a:lumMod val="20000"/>
                  <a:lumOff val="80000"/>
                </a:schemeClr>
              </a:gs>
              <a:gs pos="60000">
                <a:schemeClr val="accent1">
                  <a:lumMod val="20000"/>
                  <a:lumOff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1655278" name=""/>
          <p:cNvSpPr/>
          <p:nvPr/>
        </p:nvSpPr>
        <p:spPr bwMode="auto">
          <a:xfrm flipH="0" flipV="0">
            <a:off x="1362108" y="191691"/>
            <a:ext cx="925281" cy="925281"/>
          </a:xfrm>
          <a:custGeom>
            <a:avLst/>
            <a:gdLst/>
            <a:ahLst/>
            <a:cxnLst/>
            <a:rect l="0" t="0" r="r" b="b"/>
            <a:pathLst>
              <a:path w="802821" h="802821" fill="norm" stroke="1" extrusionOk="0">
                <a:moveTo>
                  <a:pt x="0" y="0"/>
                </a:moveTo>
                <a:cubicBezTo>
                  <a:pt x="0" y="0"/>
                  <a:pt x="802820" y="0"/>
                  <a:pt x="802820" y="0"/>
                </a:cubicBezTo>
                <a:cubicBezTo>
                  <a:pt x="802820" y="0"/>
                  <a:pt x="802820" y="802821"/>
                  <a:pt x="802820" y="802821"/>
                </a:cubicBezTo>
                <a:cubicBezTo>
                  <a:pt x="802820" y="802821"/>
                  <a:pt x="0" y="802821"/>
                  <a:pt x="0" y="802821"/>
                </a:cubicBezTo>
                <a:cubicBezTo>
                  <a:pt x="0" y="802821"/>
                  <a:pt x="0" y="0"/>
                  <a:pt x="0" y="0"/>
                </a:cubicBezTo>
                <a:close/>
                <a:moveTo>
                  <a:pt x="210909" y="401411"/>
                </a:moveTo>
                <a:cubicBezTo>
                  <a:pt x="210909" y="505915"/>
                  <a:pt x="296904" y="591910"/>
                  <a:pt x="401409" y="591910"/>
                </a:cubicBezTo>
                <a:cubicBezTo>
                  <a:pt x="505915" y="591910"/>
                  <a:pt x="591909" y="505915"/>
                  <a:pt x="591909" y="401411"/>
                </a:cubicBezTo>
                <a:cubicBezTo>
                  <a:pt x="591909" y="296906"/>
                  <a:pt x="505915" y="210911"/>
                  <a:pt x="401409" y="210911"/>
                </a:cubicBezTo>
                <a:cubicBezTo>
                  <a:pt x="296904" y="210911"/>
                  <a:pt x="210909" y="296906"/>
                  <a:pt x="210909" y="401411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1084960521" name=""/>
          <p:cNvSpPr/>
          <p:nvPr/>
        </p:nvSpPr>
        <p:spPr bwMode="auto">
          <a:xfrm rot="5399909" flipH="0" flipV="0">
            <a:off x="358921" y="1307043"/>
            <a:ext cx="390026" cy="336231"/>
          </a:xfrm>
          <a:prstGeom prst="triangle">
            <a:avLst>
              <a:gd name="adj" fmla="val 50000"/>
            </a:avLst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64481175" name=""/>
          <p:cNvSpPr/>
          <p:nvPr/>
        </p:nvSpPr>
        <p:spPr bwMode="auto">
          <a:xfrm rot="0" flipH="0" flipV="0">
            <a:off x="10211563" y="1345680"/>
            <a:ext cx="541416" cy="541416"/>
          </a:xfrm>
          <a:prstGeom prst="flowChartConnector">
            <a:avLst/>
          </a:prstGeom>
          <a:solidFill>
            <a:schemeClr val="accent2">
              <a:alpha val="3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634393647" name=""/>
          <p:cNvGrpSpPr/>
          <p:nvPr/>
        </p:nvGrpSpPr>
        <p:grpSpPr bwMode="auto">
          <a:xfrm>
            <a:off x="3291057" y="279306"/>
            <a:ext cx="711786" cy="700473"/>
            <a:chOff x="0" y="0"/>
            <a:chExt cx="711786" cy="700473"/>
          </a:xfrm>
        </p:grpSpPr>
        <p:sp>
          <p:nvSpPr>
            <p:cNvPr id="1634294250" name=""/>
            <p:cNvSpPr/>
            <p:nvPr/>
          </p:nvSpPr>
          <p:spPr bwMode="auto">
            <a:xfrm rot="0" flipH="0" flipV="0">
              <a:off x="0" y="0"/>
              <a:ext cx="203528" cy="203528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4683781" name=""/>
            <p:cNvSpPr/>
            <p:nvPr/>
          </p:nvSpPr>
          <p:spPr bwMode="auto">
            <a:xfrm rot="0" flipH="0" flipV="0">
              <a:off x="254126" y="0"/>
              <a:ext cx="203528" cy="203528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82509526" name=""/>
            <p:cNvSpPr/>
            <p:nvPr/>
          </p:nvSpPr>
          <p:spPr bwMode="auto">
            <a:xfrm rot="0" flipH="0" flipV="0">
              <a:off x="508257" y="0"/>
              <a:ext cx="203528" cy="203528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1056826" name=""/>
            <p:cNvSpPr/>
            <p:nvPr/>
          </p:nvSpPr>
          <p:spPr bwMode="auto">
            <a:xfrm rot="0" flipH="0" flipV="0">
              <a:off x="0" y="255039"/>
              <a:ext cx="203528" cy="203528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40428609" name=""/>
            <p:cNvSpPr/>
            <p:nvPr/>
          </p:nvSpPr>
          <p:spPr bwMode="auto">
            <a:xfrm rot="0" flipH="0" flipV="0">
              <a:off x="254126" y="255039"/>
              <a:ext cx="203528" cy="203528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28277287" name=""/>
            <p:cNvSpPr/>
            <p:nvPr/>
          </p:nvSpPr>
          <p:spPr bwMode="auto">
            <a:xfrm rot="0" flipH="0" flipV="0">
              <a:off x="508257" y="255039"/>
              <a:ext cx="203528" cy="203528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90875657" name=""/>
            <p:cNvSpPr/>
            <p:nvPr/>
          </p:nvSpPr>
          <p:spPr bwMode="auto">
            <a:xfrm rot="0" flipH="0" flipV="0">
              <a:off x="0" y="496944"/>
              <a:ext cx="203528" cy="203528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33595280" name=""/>
            <p:cNvSpPr/>
            <p:nvPr/>
          </p:nvSpPr>
          <p:spPr bwMode="auto">
            <a:xfrm rot="0" flipH="0" flipV="0">
              <a:off x="254126" y="496944"/>
              <a:ext cx="203528" cy="203528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937597552" name=""/>
            <p:cNvSpPr/>
            <p:nvPr/>
          </p:nvSpPr>
          <p:spPr bwMode="auto">
            <a:xfrm rot="0" flipH="0" flipV="0">
              <a:off x="508257" y="496944"/>
              <a:ext cx="203528" cy="203528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grpSp>
        <p:nvGrpSpPr>
          <p:cNvPr id="1021023898" name=""/>
          <p:cNvGrpSpPr/>
          <p:nvPr/>
        </p:nvGrpSpPr>
        <p:grpSpPr bwMode="auto">
          <a:xfrm rot="10799989" flipH="0" flipV="0">
            <a:off x="7997742" y="1263353"/>
            <a:ext cx="895050" cy="423612"/>
            <a:chOff x="0" y="0"/>
            <a:chExt cx="895050" cy="423612"/>
          </a:xfrm>
        </p:grpSpPr>
        <p:sp>
          <p:nvSpPr>
            <p:cNvPr id="2078041533" name=""/>
            <p:cNvSpPr/>
            <p:nvPr/>
          </p:nvSpPr>
          <p:spPr bwMode="auto">
            <a:xfrm rot="5399909" flipH="0" flipV="0">
              <a:off x="11953" y="-11953"/>
              <a:ext cx="423612" cy="447525"/>
            </a:xfrm>
            <a:prstGeom prst="triangle">
              <a:avLst>
                <a:gd name="adj" fmla="val 50000"/>
              </a:avLst>
            </a:prstGeom>
            <a:gradFill>
              <a:gsLst>
                <a:gs pos="15000">
                  <a:schemeClr val="bg1">
                    <a:lumMod val="95000"/>
                    <a:alpha val="99000"/>
                  </a:schemeClr>
                </a:gs>
                <a:gs pos="89000">
                  <a:schemeClr val="accent1">
                    <a:lumMod val="20000"/>
                    <a:lumOff val="80000"/>
                    <a:alpha val="99000"/>
                  </a:schemeClr>
                </a:gs>
              </a:gsLst>
              <a:lin ang="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44331147" name=""/>
            <p:cNvSpPr/>
            <p:nvPr/>
          </p:nvSpPr>
          <p:spPr bwMode="auto">
            <a:xfrm rot="5399909" flipH="1" flipV="1">
              <a:off x="459480" y="-11953"/>
              <a:ext cx="423612" cy="447525"/>
            </a:xfrm>
            <a:prstGeom prst="triangle">
              <a:avLst>
                <a:gd name="adj" fmla="val 50000"/>
              </a:avLst>
            </a:prstGeom>
            <a:gradFill>
              <a:gsLst>
                <a:gs pos="15000">
                  <a:schemeClr val="bg1">
                    <a:lumMod val="95000"/>
                    <a:alpha val="99000"/>
                  </a:schemeClr>
                </a:gs>
                <a:gs pos="89000">
                  <a:schemeClr val="accent1">
                    <a:lumMod val="20000"/>
                    <a:lumOff val="80000"/>
                    <a:alpha val="99000"/>
                  </a:schemeClr>
                </a:gs>
              </a:gsLst>
              <a:lin ang="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495528761" name=""/>
          <p:cNvSpPr/>
          <p:nvPr/>
        </p:nvSpPr>
        <p:spPr bwMode="auto">
          <a:xfrm rot="0" flipH="0" flipV="0">
            <a:off x="2501578" y="1824648"/>
            <a:ext cx="353781" cy="353781"/>
          </a:xfrm>
          <a:prstGeom prst="flowChartConnector">
            <a:avLst/>
          </a:prstGeom>
          <a:solidFill>
            <a:schemeClr val="accent2">
              <a:alpha val="4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5483912" name=""/>
          <p:cNvSpPr/>
          <p:nvPr/>
        </p:nvSpPr>
        <p:spPr bwMode="auto">
          <a:xfrm rot="8486387" flipH="1" flipV="1">
            <a:off x="2034092" y="1392661"/>
            <a:ext cx="1460507" cy="1409895"/>
          </a:xfrm>
          <a:prstGeom prst="blockArc">
            <a:avLst>
              <a:gd name="adj1" fmla="val 10827061"/>
              <a:gd name="adj2" fmla="val 0"/>
              <a:gd name="adj3" fmla="val 3931"/>
            </a:avLst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36998605" name=""/>
          <p:cNvSpPr/>
          <p:nvPr/>
        </p:nvSpPr>
        <p:spPr bwMode="auto">
          <a:xfrm rot="0" flipH="1" flipV="0">
            <a:off x="4854206" y="5234329"/>
            <a:ext cx="2483584" cy="1287905"/>
          </a:xfrm>
          <a:custGeom>
            <a:avLst/>
            <a:gdLst/>
            <a:ahLst/>
            <a:cxnLst/>
            <a:rect l="0" t="0" r="r" b="b"/>
            <a:pathLst>
              <a:path w="2624328" h="1284767" fill="norm" stroke="1" extrusionOk="0">
                <a:moveTo>
                  <a:pt x="1312164" y="0"/>
                </a:moveTo>
                <a:cubicBezTo>
                  <a:pt x="2022905" y="0"/>
                  <a:pt x="2609374" y="577336"/>
                  <a:pt x="2624328" y="1284767"/>
                </a:cubicBezTo>
                <a:cubicBezTo>
                  <a:pt x="2624328" y="1284767"/>
                  <a:pt x="0" y="1284767"/>
                  <a:pt x="0" y="1284767"/>
                </a:cubicBezTo>
                <a:cubicBezTo>
                  <a:pt x="14953" y="577336"/>
                  <a:pt x="601422" y="0"/>
                  <a:pt x="1312164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60000"/>
                  <a:lumOff val="40000"/>
                  <a:alpha val="67999"/>
                </a:schemeClr>
              </a:gs>
              <a:gs pos="21000">
                <a:schemeClr val="accent1">
                  <a:lumMod val="60000"/>
                  <a:lumOff val="40000"/>
                  <a:alpha val="67999"/>
                </a:schemeClr>
              </a:gs>
              <a:gs pos="84000">
                <a:schemeClr val="bg1">
                  <a:lumMod val="95000"/>
                  <a:alpha val="67999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txBody>
          <a:bodyPr/>
          <a:p>
            <a:pPr>
              <a:defRPr/>
            </a:pPr>
            <a:endParaRPr/>
          </a:p>
        </p:txBody>
      </p:sp>
      <p:pic>
        <p:nvPicPr>
          <p:cNvPr id="637324235" name=""/>
          <p:cNvPicPr>
            <a:picLocks noChangeAspect="1"/>
          </p:cNvPicPr>
          <p:nvPr/>
        </p:nvPicPr>
        <p:blipFill rotWithShape="1">
          <a:blip r:embed="rId2">
            <a:alphaModFix amt="20000"/>
          </a:blip>
          <a:stretch/>
        </p:blipFill>
        <p:spPr bwMode="auto">
          <a:xfrm flipH="0" flipV="0">
            <a:off x="-43312" y="-27466"/>
            <a:ext cx="12237553" cy="6858000"/>
          </a:xfrm>
          <a:prstGeom prst="rect">
            <a:avLst/>
          </a:prstGeom>
        </p:spPr>
      </p:pic>
      <p:sp>
        <p:nvSpPr>
          <p:cNvPr id="174638054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1849" y="1824680"/>
            <a:ext cx="10515600" cy="204743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algn="ctr">
              <a:defRPr sz="40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  <a:lvl6pPr algn="ctr">
              <a:defRPr/>
            </a:lvl6pPr>
            <a:lvl7pPr algn="ctr">
              <a:defRPr/>
            </a:lvl7pPr>
            <a:lvl8pPr algn="ctr">
              <a:defRPr/>
            </a:lvl8pPr>
            <a:lvl9pPr algn="ctr">
              <a:defRPr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47245468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831849" y="3872119"/>
            <a:ext cx="10515600" cy="190693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804630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2790794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4211581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bg>
      <p:bgPr shadeToTitle="0">
        <a:solidFill>
          <a:schemeClr val="accent2">
            <a:lumMod val="20000"/>
            <a:lumOff val="80000"/>
            <a:alpha val="6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46710876" name=""/>
          <p:cNvGrpSpPr/>
          <p:nvPr/>
        </p:nvGrpSpPr>
        <p:grpSpPr bwMode="auto">
          <a:xfrm flipH="1">
            <a:off x="10117386" y="201277"/>
            <a:ext cx="1871492" cy="1764225"/>
            <a:chOff x="0" y="0"/>
            <a:chExt cx="1871492" cy="1764225"/>
          </a:xfrm>
        </p:grpSpPr>
        <p:grpSp>
          <p:nvGrpSpPr>
            <p:cNvPr id="802782471" name=""/>
            <p:cNvGrpSpPr/>
            <p:nvPr/>
          </p:nvGrpSpPr>
          <p:grpSpPr bwMode="auto">
            <a:xfrm>
              <a:off x="0" y="21305"/>
              <a:ext cx="659540" cy="861220"/>
              <a:chOff x="0" y="0"/>
              <a:chExt cx="659540" cy="861220"/>
            </a:xfrm>
          </p:grpSpPr>
          <p:sp>
            <p:nvSpPr>
              <p:cNvPr id="753002757" name=""/>
              <p:cNvSpPr/>
              <p:nvPr/>
            </p:nvSpPr>
            <p:spPr bwMode="auto">
              <a:xfrm rot="0" flipH="0" flipV="0">
                <a:off x="0" y="0"/>
                <a:ext cx="96642" cy="861220"/>
              </a:xfrm>
              <a:prstGeom prst="rect">
                <a:avLst/>
              </a:prstGeom>
              <a:solidFill>
                <a:schemeClr val="accent2">
                  <a:alpha val="49999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732971247" name=""/>
              <p:cNvSpPr/>
              <p:nvPr/>
            </p:nvSpPr>
            <p:spPr bwMode="auto">
              <a:xfrm rot="0" flipH="0" flipV="0">
                <a:off x="187632" y="0"/>
                <a:ext cx="96642" cy="861220"/>
              </a:xfrm>
              <a:prstGeom prst="rect">
                <a:avLst/>
              </a:prstGeom>
              <a:solidFill>
                <a:schemeClr val="accent2">
                  <a:alpha val="49999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743877141" name=""/>
              <p:cNvSpPr/>
              <p:nvPr/>
            </p:nvSpPr>
            <p:spPr bwMode="auto">
              <a:xfrm rot="0" flipH="0" flipV="0">
                <a:off x="375264" y="0"/>
                <a:ext cx="96642" cy="861220"/>
              </a:xfrm>
              <a:prstGeom prst="rect">
                <a:avLst/>
              </a:prstGeom>
              <a:solidFill>
                <a:schemeClr val="accent2">
                  <a:alpha val="49999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2130720703" name=""/>
              <p:cNvSpPr/>
              <p:nvPr/>
            </p:nvSpPr>
            <p:spPr bwMode="auto">
              <a:xfrm rot="0" flipH="0" flipV="0">
                <a:off x="562899" y="0"/>
                <a:ext cx="96642" cy="861220"/>
              </a:xfrm>
              <a:prstGeom prst="rect">
                <a:avLst/>
              </a:prstGeom>
              <a:solidFill>
                <a:schemeClr val="accent2">
                  <a:alpha val="49999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  <p:sp>
          <p:nvSpPr>
            <p:cNvPr id="900131097" name=""/>
            <p:cNvSpPr/>
            <p:nvPr/>
          </p:nvSpPr>
          <p:spPr bwMode="auto">
            <a:xfrm flipH="0" flipV="0">
              <a:off x="946210" y="0"/>
              <a:ext cx="925281" cy="925281"/>
            </a:xfrm>
            <a:custGeom>
              <a:avLst/>
              <a:gdLst/>
              <a:ahLst/>
              <a:cxnLst/>
              <a:rect l="0" t="0" r="r" b="b"/>
              <a:pathLst>
                <a:path w="802821" h="802821" fill="norm" stroke="1" extrusionOk="0">
                  <a:moveTo>
                    <a:pt x="0" y="0"/>
                  </a:moveTo>
                  <a:cubicBezTo>
                    <a:pt x="0" y="0"/>
                    <a:pt x="802820" y="0"/>
                    <a:pt x="802820" y="0"/>
                  </a:cubicBezTo>
                  <a:cubicBezTo>
                    <a:pt x="802820" y="0"/>
                    <a:pt x="802820" y="802821"/>
                    <a:pt x="802820" y="802821"/>
                  </a:cubicBezTo>
                  <a:cubicBezTo>
                    <a:pt x="802820" y="802821"/>
                    <a:pt x="0" y="802821"/>
                    <a:pt x="0" y="802821"/>
                  </a:cubicBezTo>
                  <a:cubicBezTo>
                    <a:pt x="0" y="802821"/>
                    <a:pt x="0" y="0"/>
                    <a:pt x="0" y="0"/>
                  </a:cubicBezTo>
                  <a:close/>
                  <a:moveTo>
                    <a:pt x="210909" y="401411"/>
                  </a:moveTo>
                  <a:cubicBezTo>
                    <a:pt x="210909" y="505915"/>
                    <a:pt x="296904" y="591910"/>
                    <a:pt x="401409" y="591910"/>
                  </a:cubicBezTo>
                  <a:cubicBezTo>
                    <a:pt x="505915" y="591910"/>
                    <a:pt x="591909" y="505915"/>
                    <a:pt x="591909" y="401411"/>
                  </a:cubicBezTo>
                  <a:cubicBezTo>
                    <a:pt x="591909" y="296906"/>
                    <a:pt x="505915" y="210911"/>
                    <a:pt x="401409" y="210911"/>
                  </a:cubicBezTo>
                  <a:cubicBezTo>
                    <a:pt x="296904" y="210911"/>
                    <a:pt x="210909" y="296906"/>
                    <a:pt x="210909" y="401411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</p:sp>
        <p:sp>
          <p:nvSpPr>
            <p:cNvPr id="1459685269" name=""/>
            <p:cNvSpPr/>
            <p:nvPr/>
          </p:nvSpPr>
          <p:spPr bwMode="auto">
            <a:xfrm rot="5399909" flipH="0" flipV="0">
              <a:off x="51873" y="1401094"/>
              <a:ext cx="390026" cy="336231"/>
            </a:xfrm>
            <a:prstGeom prst="triangle">
              <a:avLst>
                <a:gd name="adj" fmla="val 50000"/>
              </a:avLst>
            </a:prstGeom>
            <a:solidFill>
              <a:schemeClr val="accent1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743301994" name=""/>
          <p:cNvSpPr/>
          <p:nvPr/>
        </p:nvSpPr>
        <p:spPr bwMode="auto">
          <a:xfrm rot="5399976" flipH="0" flipV="1">
            <a:off x="10060493" y="3369101"/>
            <a:ext cx="2815506" cy="1460030"/>
          </a:xfrm>
          <a:custGeom>
            <a:avLst/>
            <a:gdLst/>
            <a:ahLst/>
            <a:cxnLst/>
            <a:rect l="0" t="0" r="r" b="b"/>
            <a:pathLst>
              <a:path w="2624328" h="1284767" fill="norm" stroke="1" extrusionOk="0">
                <a:moveTo>
                  <a:pt x="1312164" y="0"/>
                </a:moveTo>
                <a:cubicBezTo>
                  <a:pt x="2022905" y="0"/>
                  <a:pt x="2609374" y="577336"/>
                  <a:pt x="2624328" y="1284767"/>
                </a:cubicBezTo>
                <a:cubicBezTo>
                  <a:pt x="2624328" y="1284767"/>
                  <a:pt x="0" y="1284767"/>
                  <a:pt x="0" y="1284767"/>
                </a:cubicBezTo>
                <a:cubicBezTo>
                  <a:pt x="14953" y="577336"/>
                  <a:pt x="601422" y="0"/>
                  <a:pt x="1312164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60000"/>
                  <a:lumOff val="40000"/>
                  <a:alpha val="60000"/>
                </a:schemeClr>
              </a:gs>
              <a:gs pos="21000">
                <a:schemeClr val="accent1">
                  <a:lumMod val="60000"/>
                  <a:lumOff val="40000"/>
                  <a:alpha val="60000"/>
                </a:schemeClr>
              </a:gs>
              <a:gs pos="84000">
                <a:schemeClr val="accent1">
                  <a:lumMod val="20000"/>
                  <a:lumOff val="80000"/>
                  <a:alpha val="6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183758822" name=""/>
          <p:cNvSpPr/>
          <p:nvPr/>
        </p:nvSpPr>
        <p:spPr bwMode="auto">
          <a:xfrm rot="10799952" flipH="0" flipV="1">
            <a:off x="334710" y="5227395"/>
            <a:ext cx="3390237" cy="3272751"/>
          </a:xfrm>
          <a:prstGeom prst="blockArc">
            <a:avLst>
              <a:gd name="adj1" fmla="val 10800000"/>
              <a:gd name="adj2" fmla="val 0"/>
              <a:gd name="adj3" fmla="val 25000"/>
            </a:avLst>
          </a:prstGeom>
          <a:gradFill>
            <a:gsLst>
              <a:gs pos="0">
                <a:schemeClr val="accent2">
                  <a:lumMod val="20000"/>
                  <a:lumOff val="80000"/>
                </a:schemeClr>
              </a:gs>
              <a:gs pos="60000">
                <a:schemeClr val="accent1">
                  <a:lumMod val="20000"/>
                  <a:lumOff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796974539" name=""/>
          <p:cNvGrpSpPr/>
          <p:nvPr/>
        </p:nvGrpSpPr>
        <p:grpSpPr bwMode="auto">
          <a:xfrm rot="5399909" flipH="1" flipV="0">
            <a:off x="721154" y="4194040"/>
            <a:ext cx="659540" cy="1061280"/>
            <a:chOff x="0" y="0"/>
            <a:chExt cx="659540" cy="1061280"/>
          </a:xfrm>
        </p:grpSpPr>
        <p:sp>
          <p:nvSpPr>
            <p:cNvPr id="1769697404" name=""/>
            <p:cNvSpPr/>
            <p:nvPr/>
          </p:nvSpPr>
          <p:spPr bwMode="auto">
            <a:xfrm rot="0" flipH="0" flipV="0">
              <a:off x="0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  <a:alpha val="60000"/>
                  </a:schemeClr>
                </a:gs>
                <a:gs pos="100000">
                  <a:schemeClr val="accent1">
                    <a:lumMod val="20000"/>
                    <a:lumOff val="80000"/>
                    <a:alpha val="6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35421235" name=""/>
            <p:cNvSpPr/>
            <p:nvPr/>
          </p:nvSpPr>
          <p:spPr bwMode="auto">
            <a:xfrm rot="0" flipH="0" flipV="0">
              <a:off x="187632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  <a:alpha val="60000"/>
                  </a:schemeClr>
                </a:gs>
                <a:gs pos="100000">
                  <a:schemeClr val="accent1">
                    <a:lumMod val="20000"/>
                    <a:lumOff val="80000"/>
                    <a:alpha val="6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90370036" name=""/>
            <p:cNvSpPr/>
            <p:nvPr/>
          </p:nvSpPr>
          <p:spPr bwMode="auto">
            <a:xfrm rot="0" flipH="0" flipV="0">
              <a:off x="375264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  <a:alpha val="60000"/>
                  </a:schemeClr>
                </a:gs>
                <a:gs pos="100000">
                  <a:schemeClr val="accent1">
                    <a:lumMod val="20000"/>
                    <a:lumOff val="80000"/>
                    <a:alpha val="6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7966531" name=""/>
            <p:cNvSpPr/>
            <p:nvPr/>
          </p:nvSpPr>
          <p:spPr bwMode="auto">
            <a:xfrm rot="0" flipH="0" flipV="0">
              <a:off x="562899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  <a:alpha val="60000"/>
                  </a:schemeClr>
                </a:gs>
                <a:gs pos="100000">
                  <a:schemeClr val="accent1">
                    <a:lumMod val="20000"/>
                    <a:lumOff val="80000"/>
                    <a:alpha val="6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82760424" name=""/>
          <p:cNvSpPr/>
          <p:nvPr/>
        </p:nvSpPr>
        <p:spPr bwMode="auto">
          <a:xfrm rot="10799922" flipH="0" flipV="0">
            <a:off x="291371" y="222459"/>
            <a:ext cx="1247618" cy="1247618"/>
          </a:xfrm>
          <a:custGeom>
            <a:avLst/>
            <a:gdLst/>
            <a:ahLst/>
            <a:cxnLst/>
            <a:rect l="0" t="0" r="r" b="b"/>
            <a:pathLst>
              <a:path w="1605643" h="1605643" fill="norm" stroke="1" extrusionOk="0">
                <a:moveTo>
                  <a:pt x="802820" y="0"/>
                </a:moveTo>
                <a:cubicBezTo>
                  <a:pt x="802820" y="0"/>
                  <a:pt x="1605643" y="0"/>
                  <a:pt x="1605643" y="0"/>
                </a:cubicBezTo>
                <a:cubicBezTo>
                  <a:pt x="1605643" y="0"/>
                  <a:pt x="1605643" y="1605643"/>
                  <a:pt x="1605643" y="1605643"/>
                </a:cubicBezTo>
                <a:cubicBezTo>
                  <a:pt x="1605643" y="1605643"/>
                  <a:pt x="0" y="1605643"/>
                  <a:pt x="0" y="1605643"/>
                </a:cubicBezTo>
                <a:cubicBezTo>
                  <a:pt x="0" y="1605643"/>
                  <a:pt x="0" y="802822"/>
                  <a:pt x="0" y="802822"/>
                </a:cubicBezTo>
                <a:cubicBezTo>
                  <a:pt x="0" y="802822"/>
                  <a:pt x="802820" y="802822"/>
                  <a:pt x="802820" y="802822"/>
                </a:cubicBezTo>
                <a:cubicBezTo>
                  <a:pt x="802820" y="802822"/>
                  <a:pt x="802820" y="0"/>
                  <a:pt x="802820" y="0"/>
                </a:cubicBezTo>
                <a:close/>
              </a:path>
            </a:pathLst>
          </a:custGeom>
          <a:gradFill>
            <a:gsLst>
              <a:gs pos="1000">
                <a:schemeClr val="accent2">
                  <a:lumMod val="60000"/>
                  <a:lumOff val="40000"/>
                  <a:alpha val="60000"/>
                </a:schemeClr>
              </a:gs>
              <a:gs pos="28000">
                <a:schemeClr val="accent2">
                  <a:lumMod val="40000"/>
                  <a:lumOff val="60000"/>
                  <a:alpha val="60000"/>
                </a:schemeClr>
              </a:gs>
              <a:gs pos="100000">
                <a:schemeClr val="accent1">
                  <a:lumMod val="20000"/>
                  <a:lumOff val="80000"/>
                  <a:alpha val="60000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979636079" name=""/>
          <p:cNvSpPr/>
          <p:nvPr/>
        </p:nvSpPr>
        <p:spPr bwMode="auto">
          <a:xfrm rot="0" flipH="0" flipV="1">
            <a:off x="1760166" y="222449"/>
            <a:ext cx="1370867" cy="710887"/>
          </a:xfrm>
          <a:custGeom>
            <a:avLst/>
            <a:gdLst/>
            <a:ahLst/>
            <a:cxnLst/>
            <a:rect l="0" t="0" r="r" b="b"/>
            <a:pathLst>
              <a:path w="2624328" h="1284767" fill="norm" stroke="1" extrusionOk="0">
                <a:moveTo>
                  <a:pt x="1312164" y="0"/>
                </a:moveTo>
                <a:cubicBezTo>
                  <a:pt x="2022905" y="0"/>
                  <a:pt x="2609374" y="577336"/>
                  <a:pt x="2624328" y="1284767"/>
                </a:cubicBezTo>
                <a:cubicBezTo>
                  <a:pt x="2624328" y="1284767"/>
                  <a:pt x="0" y="1284767"/>
                  <a:pt x="0" y="1284767"/>
                </a:cubicBezTo>
                <a:cubicBezTo>
                  <a:pt x="14953" y="577336"/>
                  <a:pt x="601422" y="0"/>
                  <a:pt x="1312164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60000"/>
                  <a:lumOff val="40000"/>
                  <a:alpha val="60000"/>
                </a:schemeClr>
              </a:gs>
              <a:gs pos="21000">
                <a:schemeClr val="accent1">
                  <a:lumMod val="60000"/>
                  <a:lumOff val="40000"/>
                  <a:alpha val="60000"/>
                </a:schemeClr>
              </a:gs>
              <a:gs pos="84000">
                <a:schemeClr val="accent1">
                  <a:lumMod val="20000"/>
                  <a:lumOff val="80000"/>
                  <a:alpha val="6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txBody>
          <a:bodyPr/>
          <a:p>
            <a:pPr>
              <a:defRPr/>
            </a:pPr>
            <a:endParaRPr/>
          </a:p>
        </p:txBody>
      </p:sp>
      <p:pic>
        <p:nvPicPr>
          <p:cNvPr id="522972533" name=""/>
          <p:cNvPicPr>
            <a:picLocks noChangeAspect="1"/>
          </p:cNvPicPr>
          <p:nvPr/>
        </p:nvPicPr>
        <p:blipFill rotWithShape="1">
          <a:blip r:embed="rId2">
            <a:alphaModFix amt="20000"/>
          </a:blip>
          <a:stretch/>
        </p:blipFill>
        <p:spPr bwMode="auto">
          <a:xfrm flipH="0" flipV="0">
            <a:off x="971136" y="107065"/>
            <a:ext cx="12237553" cy="6858000"/>
          </a:xfrm>
          <a:prstGeom prst="rect">
            <a:avLst/>
          </a:prstGeom>
        </p:spPr>
      </p:pic>
      <p:sp>
        <p:nvSpPr>
          <p:cNvPr id="17447778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869673"/>
            <a:ext cx="10515600" cy="133867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93034530" name="Content Placeholder 2"/>
          <p:cNvSpPr>
            <a:spLocks noGrp="1"/>
          </p:cNvSpPr>
          <p:nvPr>
            <p:ph sz="half" idx="1"/>
          </p:nvPr>
        </p:nvSpPr>
        <p:spPr bwMode="auto">
          <a:xfrm flipH="0" flipV="0">
            <a:off x="838198" y="2208349"/>
            <a:ext cx="5181599" cy="3968613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39843632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6172200" y="2208349"/>
            <a:ext cx="5181599" cy="3968613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1312934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6256836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0226536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bg>
      <p:bgPr shadeToTitle="0">
        <a:solidFill>
          <a:schemeClr val="bg1">
            <a:lumMod val="95000"/>
            <a:alpha val="3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22189748" name=""/>
          <p:cNvGrpSpPr/>
          <p:nvPr/>
        </p:nvGrpSpPr>
        <p:grpSpPr bwMode="auto">
          <a:xfrm rot="5399942" flipH="0" flipV="0">
            <a:off x="9291907" y="59955"/>
            <a:ext cx="659542" cy="1061280"/>
            <a:chOff x="0" y="0"/>
            <a:chExt cx="659542" cy="1061280"/>
          </a:xfrm>
        </p:grpSpPr>
        <p:sp>
          <p:nvSpPr>
            <p:cNvPr id="1429361567" name=""/>
            <p:cNvSpPr/>
            <p:nvPr/>
          </p:nvSpPr>
          <p:spPr bwMode="auto">
            <a:xfrm rot="0" flipH="0" flipV="0">
              <a:off x="0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55397493" name=""/>
            <p:cNvSpPr/>
            <p:nvPr/>
          </p:nvSpPr>
          <p:spPr bwMode="auto">
            <a:xfrm rot="0" flipH="0" flipV="0">
              <a:off x="187632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65779386" name=""/>
            <p:cNvSpPr/>
            <p:nvPr/>
          </p:nvSpPr>
          <p:spPr bwMode="auto">
            <a:xfrm rot="0" flipH="0" flipV="0">
              <a:off x="375265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63637073" name=""/>
            <p:cNvSpPr/>
            <p:nvPr/>
          </p:nvSpPr>
          <p:spPr bwMode="auto">
            <a:xfrm rot="0" flipH="0" flipV="0">
              <a:off x="562900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49714716" name=""/>
          <p:cNvSpPr/>
          <p:nvPr/>
        </p:nvSpPr>
        <p:spPr bwMode="auto">
          <a:xfrm rot="16199969">
            <a:off x="10403537" y="219025"/>
            <a:ext cx="1605640" cy="1605640"/>
          </a:xfrm>
          <a:custGeom>
            <a:avLst/>
            <a:gdLst/>
            <a:ahLst/>
            <a:cxnLst/>
            <a:rect l="0" t="0" r="r" b="b"/>
            <a:pathLst>
              <a:path w="1605643" h="1605643" fill="norm" stroke="1" extrusionOk="0">
                <a:moveTo>
                  <a:pt x="802820" y="0"/>
                </a:moveTo>
                <a:cubicBezTo>
                  <a:pt x="802820" y="0"/>
                  <a:pt x="1605643" y="0"/>
                  <a:pt x="1605643" y="0"/>
                </a:cubicBezTo>
                <a:cubicBezTo>
                  <a:pt x="1605643" y="0"/>
                  <a:pt x="1605643" y="1605643"/>
                  <a:pt x="1605643" y="1605643"/>
                </a:cubicBezTo>
                <a:cubicBezTo>
                  <a:pt x="1605643" y="1605643"/>
                  <a:pt x="0" y="1605643"/>
                  <a:pt x="0" y="1605643"/>
                </a:cubicBezTo>
                <a:cubicBezTo>
                  <a:pt x="0" y="1605643"/>
                  <a:pt x="0" y="802822"/>
                  <a:pt x="0" y="802822"/>
                </a:cubicBezTo>
                <a:cubicBezTo>
                  <a:pt x="0" y="802822"/>
                  <a:pt x="802820" y="802822"/>
                  <a:pt x="802820" y="802822"/>
                </a:cubicBezTo>
                <a:cubicBezTo>
                  <a:pt x="802820" y="802822"/>
                  <a:pt x="802820" y="0"/>
                  <a:pt x="802820" y="0"/>
                </a:cubicBezTo>
                <a:close/>
              </a:path>
            </a:pathLst>
          </a:custGeom>
          <a:gradFill>
            <a:gsLst>
              <a:gs pos="1000">
                <a:schemeClr val="accent2">
                  <a:lumMod val="60000"/>
                  <a:lumOff val="40000"/>
                </a:schemeClr>
              </a:gs>
              <a:gs pos="71000">
                <a:schemeClr val="accent2">
                  <a:lumMod val="20000"/>
                  <a:lumOff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</p:sp>
      <p:grpSp>
        <p:nvGrpSpPr>
          <p:cNvPr id="723861447" name=""/>
          <p:cNvGrpSpPr/>
          <p:nvPr/>
        </p:nvGrpSpPr>
        <p:grpSpPr bwMode="auto">
          <a:xfrm>
            <a:off x="347860" y="212998"/>
            <a:ext cx="659542" cy="861221"/>
            <a:chOff x="0" y="0"/>
            <a:chExt cx="659542" cy="861221"/>
          </a:xfrm>
        </p:grpSpPr>
        <p:sp>
          <p:nvSpPr>
            <p:cNvPr id="1957174347" name=""/>
            <p:cNvSpPr/>
            <p:nvPr/>
          </p:nvSpPr>
          <p:spPr bwMode="auto">
            <a:xfrm rot="0" flipH="0" flipV="0">
              <a:off x="0" y="0"/>
              <a:ext cx="96642" cy="861221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58311864" name=""/>
            <p:cNvSpPr/>
            <p:nvPr/>
          </p:nvSpPr>
          <p:spPr bwMode="auto">
            <a:xfrm rot="0" flipH="0" flipV="0">
              <a:off x="187632" y="0"/>
              <a:ext cx="96642" cy="861221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44968677" name=""/>
            <p:cNvSpPr/>
            <p:nvPr/>
          </p:nvSpPr>
          <p:spPr bwMode="auto">
            <a:xfrm rot="0" flipH="0" flipV="0">
              <a:off x="375265" y="0"/>
              <a:ext cx="96642" cy="861221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91775620" name=""/>
            <p:cNvSpPr/>
            <p:nvPr/>
          </p:nvSpPr>
          <p:spPr bwMode="auto">
            <a:xfrm rot="0" flipH="0" flipV="0">
              <a:off x="562900" y="0"/>
              <a:ext cx="96642" cy="861221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072111634" name=""/>
          <p:cNvSpPr/>
          <p:nvPr/>
        </p:nvSpPr>
        <p:spPr bwMode="auto">
          <a:xfrm flipH="0" flipV="0">
            <a:off x="1362109" y="191691"/>
            <a:ext cx="925281" cy="925281"/>
          </a:xfrm>
          <a:custGeom>
            <a:avLst/>
            <a:gdLst/>
            <a:ahLst/>
            <a:cxnLst/>
            <a:rect l="0" t="0" r="r" b="b"/>
            <a:pathLst>
              <a:path w="802821" h="802821" fill="norm" stroke="1" extrusionOk="0">
                <a:moveTo>
                  <a:pt x="0" y="0"/>
                </a:moveTo>
                <a:cubicBezTo>
                  <a:pt x="0" y="0"/>
                  <a:pt x="802820" y="0"/>
                  <a:pt x="802820" y="0"/>
                </a:cubicBezTo>
                <a:cubicBezTo>
                  <a:pt x="802820" y="0"/>
                  <a:pt x="802820" y="802821"/>
                  <a:pt x="802820" y="802821"/>
                </a:cubicBezTo>
                <a:cubicBezTo>
                  <a:pt x="802820" y="802821"/>
                  <a:pt x="0" y="802821"/>
                  <a:pt x="0" y="802821"/>
                </a:cubicBezTo>
                <a:cubicBezTo>
                  <a:pt x="0" y="802821"/>
                  <a:pt x="0" y="0"/>
                  <a:pt x="0" y="0"/>
                </a:cubicBezTo>
                <a:close/>
                <a:moveTo>
                  <a:pt x="210909" y="401411"/>
                </a:moveTo>
                <a:cubicBezTo>
                  <a:pt x="210909" y="505915"/>
                  <a:pt x="296904" y="591910"/>
                  <a:pt x="401409" y="591910"/>
                </a:cubicBezTo>
                <a:cubicBezTo>
                  <a:pt x="505915" y="591910"/>
                  <a:pt x="591909" y="505915"/>
                  <a:pt x="591909" y="401411"/>
                </a:cubicBezTo>
                <a:cubicBezTo>
                  <a:pt x="591909" y="296906"/>
                  <a:pt x="505915" y="210911"/>
                  <a:pt x="401409" y="210911"/>
                </a:cubicBezTo>
                <a:cubicBezTo>
                  <a:pt x="296904" y="210911"/>
                  <a:pt x="210909" y="296906"/>
                  <a:pt x="210909" y="401411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782043781" name=""/>
          <p:cNvSpPr/>
          <p:nvPr/>
        </p:nvSpPr>
        <p:spPr bwMode="auto">
          <a:xfrm rot="5399942" flipH="0" flipV="0">
            <a:off x="358921" y="1307043"/>
            <a:ext cx="390027" cy="336231"/>
          </a:xfrm>
          <a:prstGeom prst="triangle">
            <a:avLst>
              <a:gd name="adj" fmla="val 50000"/>
            </a:avLst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139764255" name=""/>
          <p:cNvPicPr>
            <a:picLocks noChangeAspect="1"/>
          </p:cNvPicPr>
          <p:nvPr/>
        </p:nvPicPr>
        <p:blipFill rotWithShape="1">
          <a:blip r:embed="rId2">
            <a:alphaModFix amt="20000"/>
          </a:blip>
          <a:stretch/>
        </p:blipFill>
        <p:spPr bwMode="auto">
          <a:xfrm flipH="0" flipV="0">
            <a:off x="-22776" y="0"/>
            <a:ext cx="12237553" cy="6858000"/>
          </a:xfrm>
          <a:prstGeom prst="rect">
            <a:avLst/>
          </a:prstGeom>
        </p:spPr>
      </p:pic>
      <p:sp>
        <p:nvSpPr>
          <p:cNvPr id="189245495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9787" y="869671"/>
            <a:ext cx="10515600" cy="1338676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44255862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839787" y="2208349"/>
            <a:ext cx="5157785" cy="75268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69384614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839787" y="2961032"/>
            <a:ext cx="5157785" cy="3228630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25569777" name="Text Placeholder 4"/>
          <p:cNvSpPr>
            <a:spLocks noGrp="1"/>
          </p:cNvSpPr>
          <p:nvPr>
            <p:ph type="body" sz="quarter" idx="3"/>
          </p:nvPr>
        </p:nvSpPr>
        <p:spPr bwMode="auto">
          <a:xfrm flipH="0" flipV="0">
            <a:off x="6172199" y="2208349"/>
            <a:ext cx="5183187" cy="75268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10035312" name="Content Placeholder 5"/>
          <p:cNvSpPr>
            <a:spLocks noGrp="1"/>
          </p:cNvSpPr>
          <p:nvPr>
            <p:ph sz="quarter" idx="4"/>
          </p:nvPr>
        </p:nvSpPr>
        <p:spPr bwMode="auto">
          <a:xfrm flipH="0" flipV="0">
            <a:off x="6172199" y="2961032"/>
            <a:ext cx="5183187" cy="3228630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79315010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7854627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2565201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bg>
      <p:bgPr shadeToTitle="0">
        <a:solidFill>
          <a:schemeClr val="accent2">
            <a:lumMod val="40000"/>
            <a:lumOff val="6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1257968" name=""/>
          <p:cNvSpPr/>
          <p:nvPr/>
        </p:nvSpPr>
        <p:spPr bwMode="auto">
          <a:xfrm rot="0" flipH="0" flipV="0">
            <a:off x="3581399" y="4436867"/>
            <a:ext cx="4939781" cy="4902191"/>
          </a:xfrm>
          <a:prstGeom prst="blockArc">
            <a:avLst>
              <a:gd name="adj1" fmla="val 10800000"/>
              <a:gd name="adj2" fmla="val 0"/>
              <a:gd name="adj3" fmla="val 25000"/>
            </a:avLst>
          </a:prstGeom>
          <a:gradFill>
            <a:gsLst>
              <a:gs pos="0">
                <a:schemeClr val="accent2">
                  <a:lumMod val="20000"/>
                  <a:lumOff val="80000"/>
                </a:schemeClr>
              </a:gs>
              <a:gs pos="60000">
                <a:schemeClr val="accent1">
                  <a:lumMod val="20000"/>
                  <a:lumOff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178396228" name=""/>
          <p:cNvGrpSpPr/>
          <p:nvPr/>
        </p:nvGrpSpPr>
        <p:grpSpPr bwMode="auto">
          <a:xfrm>
            <a:off x="213476" y="5588074"/>
            <a:ext cx="11765047" cy="1133399"/>
            <a:chOff x="0" y="0"/>
            <a:chExt cx="11765047" cy="1133399"/>
          </a:xfrm>
        </p:grpSpPr>
        <p:sp>
          <p:nvSpPr>
            <p:cNvPr id="1538449933" name=""/>
            <p:cNvSpPr/>
            <p:nvPr/>
          </p:nvSpPr>
          <p:spPr bwMode="auto">
            <a:xfrm rot="0" flipH="0" flipV="0">
              <a:off x="9393306" y="0"/>
              <a:ext cx="2371740" cy="1133399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11362802" name=""/>
            <p:cNvSpPr/>
            <p:nvPr/>
          </p:nvSpPr>
          <p:spPr bwMode="auto">
            <a:xfrm rot="0" flipH="1" flipV="0">
              <a:off x="0" y="0"/>
              <a:ext cx="2371740" cy="1133399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85640553" name=""/>
          <p:cNvSpPr/>
          <p:nvPr/>
        </p:nvSpPr>
        <p:spPr bwMode="auto">
          <a:xfrm rot="0" flipH="1" flipV="1">
            <a:off x="8413723" y="4436867"/>
            <a:ext cx="2815507" cy="1460031"/>
          </a:xfrm>
          <a:custGeom>
            <a:avLst/>
            <a:gdLst/>
            <a:ahLst/>
            <a:cxnLst/>
            <a:rect l="0" t="0" r="r" b="b"/>
            <a:pathLst>
              <a:path w="2624328" h="1284767" fill="norm" stroke="1" extrusionOk="0">
                <a:moveTo>
                  <a:pt x="1312164" y="0"/>
                </a:moveTo>
                <a:cubicBezTo>
                  <a:pt x="2022905" y="0"/>
                  <a:pt x="2609374" y="577336"/>
                  <a:pt x="2624328" y="1284767"/>
                </a:cubicBezTo>
                <a:cubicBezTo>
                  <a:pt x="2624328" y="1284767"/>
                  <a:pt x="0" y="1284767"/>
                  <a:pt x="0" y="1284767"/>
                </a:cubicBezTo>
                <a:cubicBezTo>
                  <a:pt x="14953" y="577336"/>
                  <a:pt x="601422" y="0"/>
                  <a:pt x="1312164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60000"/>
                  <a:lumOff val="40000"/>
                  <a:alpha val="80000"/>
                </a:schemeClr>
              </a:gs>
              <a:gs pos="21000">
                <a:schemeClr val="accent1">
                  <a:lumMod val="60000"/>
                  <a:lumOff val="40000"/>
                  <a:alpha val="80000"/>
                </a:schemeClr>
              </a:gs>
              <a:gs pos="84000">
                <a:schemeClr val="bg1">
                  <a:lumMod val="95000"/>
                  <a:alpha val="8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712653285" name=""/>
          <p:cNvSpPr/>
          <p:nvPr/>
        </p:nvSpPr>
        <p:spPr bwMode="auto">
          <a:xfrm rot="10799999">
            <a:off x="2162342" y="4436867"/>
            <a:ext cx="1605640" cy="1605640"/>
          </a:xfrm>
          <a:custGeom>
            <a:avLst/>
            <a:gdLst/>
            <a:ahLst/>
            <a:cxnLst/>
            <a:rect l="0" t="0" r="r" b="b"/>
            <a:pathLst>
              <a:path w="1605643" h="1605643" fill="norm" stroke="1" extrusionOk="0">
                <a:moveTo>
                  <a:pt x="802820" y="0"/>
                </a:moveTo>
                <a:cubicBezTo>
                  <a:pt x="802820" y="0"/>
                  <a:pt x="1605643" y="0"/>
                  <a:pt x="1605643" y="0"/>
                </a:cubicBezTo>
                <a:cubicBezTo>
                  <a:pt x="1605643" y="0"/>
                  <a:pt x="1605643" y="1605643"/>
                  <a:pt x="1605643" y="1605643"/>
                </a:cubicBezTo>
                <a:cubicBezTo>
                  <a:pt x="1605643" y="1605643"/>
                  <a:pt x="0" y="1605643"/>
                  <a:pt x="0" y="1605643"/>
                </a:cubicBezTo>
                <a:cubicBezTo>
                  <a:pt x="0" y="1605643"/>
                  <a:pt x="0" y="802822"/>
                  <a:pt x="0" y="802822"/>
                </a:cubicBezTo>
                <a:cubicBezTo>
                  <a:pt x="0" y="802822"/>
                  <a:pt x="802820" y="802822"/>
                  <a:pt x="802820" y="802822"/>
                </a:cubicBezTo>
                <a:cubicBezTo>
                  <a:pt x="802820" y="802822"/>
                  <a:pt x="802820" y="0"/>
                  <a:pt x="802820" y="0"/>
                </a:cubicBezTo>
                <a:close/>
              </a:path>
            </a:pathLst>
          </a:custGeom>
          <a:gradFill>
            <a:gsLst>
              <a:gs pos="1000">
                <a:schemeClr val="accent2">
                  <a:lumMod val="60000"/>
                  <a:lumOff val="40000"/>
                </a:schemeClr>
              </a:gs>
              <a:gs pos="71000">
                <a:schemeClr val="accent2">
                  <a:lumMod val="20000"/>
                  <a:lumOff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312597148" name=""/>
          <p:cNvSpPr/>
          <p:nvPr/>
        </p:nvSpPr>
        <p:spPr bwMode="auto">
          <a:xfrm rot="0" flipH="0" flipV="0">
            <a:off x="7167706" y="3429000"/>
            <a:ext cx="541417" cy="541417"/>
          </a:xfrm>
          <a:prstGeom prst="flowChartConnector">
            <a:avLst/>
          </a:prstGeom>
          <a:solidFill>
            <a:schemeClr val="accent2">
              <a:alpha val="3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894215453" name=""/>
          <p:cNvGrpSpPr/>
          <p:nvPr/>
        </p:nvGrpSpPr>
        <p:grpSpPr bwMode="auto">
          <a:xfrm rot="5399909" flipH="1" flipV="0">
            <a:off x="721153" y="4194038"/>
            <a:ext cx="659540" cy="1061280"/>
            <a:chOff x="0" y="0"/>
            <a:chExt cx="659540" cy="1061280"/>
          </a:xfrm>
        </p:grpSpPr>
        <p:sp>
          <p:nvSpPr>
            <p:cNvPr id="520564693" name=""/>
            <p:cNvSpPr/>
            <p:nvPr/>
          </p:nvSpPr>
          <p:spPr bwMode="auto">
            <a:xfrm rot="0" flipH="0" flipV="0">
              <a:off x="0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  <a:alpha val="60000"/>
                  </a:schemeClr>
                </a:gs>
                <a:gs pos="100000">
                  <a:schemeClr val="accent1">
                    <a:lumMod val="20000"/>
                    <a:lumOff val="80000"/>
                    <a:alpha val="6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33900100" name=""/>
            <p:cNvSpPr/>
            <p:nvPr/>
          </p:nvSpPr>
          <p:spPr bwMode="auto">
            <a:xfrm rot="0" flipH="0" flipV="0">
              <a:off x="187632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  <a:alpha val="60000"/>
                  </a:schemeClr>
                </a:gs>
                <a:gs pos="100000">
                  <a:schemeClr val="accent1">
                    <a:lumMod val="20000"/>
                    <a:lumOff val="80000"/>
                    <a:alpha val="6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89238422" name=""/>
            <p:cNvSpPr/>
            <p:nvPr/>
          </p:nvSpPr>
          <p:spPr bwMode="auto">
            <a:xfrm rot="0" flipH="0" flipV="0">
              <a:off x="375264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  <a:alpha val="60000"/>
                  </a:schemeClr>
                </a:gs>
                <a:gs pos="100000">
                  <a:schemeClr val="accent1">
                    <a:lumMod val="20000"/>
                    <a:lumOff val="80000"/>
                    <a:alpha val="6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91718869" name=""/>
            <p:cNvSpPr/>
            <p:nvPr/>
          </p:nvSpPr>
          <p:spPr bwMode="auto">
            <a:xfrm rot="0" flipH="0" flipV="0">
              <a:off x="562899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  <a:alpha val="60000"/>
                  </a:schemeClr>
                </a:gs>
                <a:gs pos="100000">
                  <a:schemeClr val="accent1">
                    <a:lumMod val="20000"/>
                    <a:lumOff val="80000"/>
                    <a:alpha val="6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1709939287" name=""/>
          <p:cNvSpPr/>
          <p:nvPr/>
        </p:nvSpPr>
        <p:spPr bwMode="auto">
          <a:xfrm rot="0" flipH="0" flipV="0">
            <a:off x="4394053" y="4038807"/>
            <a:ext cx="398060" cy="398060"/>
          </a:xfrm>
          <a:prstGeom prst="flowChartConnector">
            <a:avLst/>
          </a:prstGeom>
          <a:solidFill>
            <a:schemeClr val="bg1">
              <a:alpha val="3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292990945" name=""/>
          <p:cNvPicPr>
            <a:picLocks noChangeAspect="1"/>
          </p:cNvPicPr>
          <p:nvPr/>
        </p:nvPicPr>
        <p:blipFill rotWithShape="1">
          <a:blip r:embed="rId2">
            <a:alphaModFix amt="20000"/>
          </a:blip>
          <a:stretch/>
        </p:blipFill>
        <p:spPr bwMode="auto">
          <a:xfrm flipH="0" flipV="0">
            <a:off x="-22775" y="0"/>
            <a:ext cx="12237553" cy="6858000"/>
          </a:xfrm>
          <a:prstGeom prst="rect">
            <a:avLst/>
          </a:prstGeom>
        </p:spPr>
      </p:pic>
      <p:sp>
        <p:nvSpPr>
          <p:cNvPr id="826140052" name="Title 1"/>
          <p:cNvSpPr>
            <a:spLocks noGrp="1"/>
          </p:cNvSpPr>
          <p:nvPr>
            <p:ph type="title"/>
          </p:nvPr>
        </p:nvSpPr>
        <p:spPr bwMode="auto">
          <a:xfrm>
            <a:off x="838198" y="869671"/>
            <a:ext cx="10515600" cy="1325562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  <a:lvl6pPr algn="ctr">
              <a:defRPr/>
            </a:lvl6pPr>
            <a:lvl7pPr algn="ctr">
              <a:defRPr/>
            </a:lvl7pPr>
            <a:lvl8pPr algn="ctr">
              <a:defRPr/>
            </a:lvl8pPr>
            <a:lvl9pPr algn="ctr">
              <a:defRPr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71301248" name="Date Placeholder 3"/>
          <p:cNvSpPr>
            <a:spLocks noGrp="1"/>
          </p:cNvSpPr>
          <p:nvPr>
            <p:ph type="dt" sz="half" idx="10"/>
          </p:nvPr>
        </p:nvSpPr>
        <p:spPr bwMode="auto">
          <a:xfrm>
            <a:off x="838198" y="6356349"/>
            <a:ext cx="2743200" cy="365124"/>
          </a:xfrm>
        </p:spPr>
        <p:txBody>
          <a:bodyPr/>
          <a:lstStyle/>
          <a:p>
            <a:pPr>
              <a:defRPr/>
            </a:pPr>
            <a:fld id="{36F3C919-E502-4E70-FAF2-D116A3C5EADC}" type="datetimeFigureOut">
              <a:rPr lang="en-US"/>
              <a:t/>
            </a:fld>
            <a:endParaRPr lang="en-US"/>
          </a:p>
        </p:txBody>
      </p:sp>
      <p:sp>
        <p:nvSpPr>
          <p:cNvPr id="412928541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4038598" y="6356349"/>
            <a:ext cx="4114800" cy="365124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46874844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610599" y="6356349"/>
            <a:ext cx="2743200" cy="365124"/>
          </a:xfrm>
        </p:spPr>
        <p:txBody>
          <a:bodyPr/>
          <a:lstStyle/>
          <a:p>
            <a:pPr>
              <a:defRPr/>
            </a:pPr>
            <a:fld id="{1455ED1F-1345-45A1-420E-ED4A709A0B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bg>
      <p:bgPr shadeToTitle="0">
        <a:solidFill>
          <a:schemeClr val="bg1">
            <a:lumMod val="95000"/>
            <a:alpha val="3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61277219" name=""/>
          <p:cNvGrpSpPr/>
          <p:nvPr/>
        </p:nvGrpSpPr>
        <p:grpSpPr bwMode="auto">
          <a:xfrm rot="0" flipH="1" flipV="0">
            <a:off x="11329337" y="222583"/>
            <a:ext cx="659540" cy="861220"/>
            <a:chOff x="0" y="0"/>
            <a:chExt cx="659540" cy="861220"/>
          </a:xfrm>
        </p:grpSpPr>
        <p:sp>
          <p:nvSpPr>
            <p:cNvPr id="146221414" name=""/>
            <p:cNvSpPr/>
            <p:nvPr/>
          </p:nvSpPr>
          <p:spPr bwMode="auto">
            <a:xfrm rot="0" flipH="0" flipV="0">
              <a:off x="0" y="0"/>
              <a:ext cx="96642" cy="861220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7595346" name=""/>
            <p:cNvSpPr/>
            <p:nvPr/>
          </p:nvSpPr>
          <p:spPr bwMode="auto">
            <a:xfrm rot="0" flipH="0" flipV="0">
              <a:off x="187632" y="0"/>
              <a:ext cx="96642" cy="861220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960765029" name=""/>
            <p:cNvSpPr/>
            <p:nvPr/>
          </p:nvSpPr>
          <p:spPr bwMode="auto">
            <a:xfrm rot="0" flipH="0" flipV="0">
              <a:off x="375264" y="0"/>
              <a:ext cx="96642" cy="861220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71544496" name=""/>
            <p:cNvSpPr/>
            <p:nvPr/>
          </p:nvSpPr>
          <p:spPr bwMode="auto">
            <a:xfrm rot="0" flipH="0" flipV="0">
              <a:off x="562899" y="0"/>
              <a:ext cx="96642" cy="861220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63418643" name=""/>
          <p:cNvSpPr/>
          <p:nvPr/>
        </p:nvSpPr>
        <p:spPr bwMode="auto">
          <a:xfrm rot="0" flipH="1" flipV="0">
            <a:off x="247443" y="277328"/>
            <a:ext cx="592344" cy="592344"/>
          </a:xfrm>
          <a:custGeom>
            <a:avLst/>
            <a:gdLst/>
            <a:ahLst/>
            <a:cxnLst/>
            <a:rect l="0" t="0" r="r" b="b"/>
            <a:pathLst>
              <a:path w="802821" h="802821" fill="norm" stroke="1" extrusionOk="0">
                <a:moveTo>
                  <a:pt x="0" y="0"/>
                </a:moveTo>
                <a:cubicBezTo>
                  <a:pt x="0" y="0"/>
                  <a:pt x="802820" y="0"/>
                  <a:pt x="802820" y="0"/>
                </a:cubicBezTo>
                <a:cubicBezTo>
                  <a:pt x="802820" y="0"/>
                  <a:pt x="802820" y="802821"/>
                  <a:pt x="802820" y="802821"/>
                </a:cubicBezTo>
                <a:cubicBezTo>
                  <a:pt x="802820" y="802821"/>
                  <a:pt x="0" y="802821"/>
                  <a:pt x="0" y="802821"/>
                </a:cubicBezTo>
                <a:cubicBezTo>
                  <a:pt x="0" y="802821"/>
                  <a:pt x="0" y="0"/>
                  <a:pt x="0" y="0"/>
                </a:cubicBezTo>
                <a:close/>
                <a:moveTo>
                  <a:pt x="210909" y="401411"/>
                </a:moveTo>
                <a:cubicBezTo>
                  <a:pt x="210909" y="505915"/>
                  <a:pt x="296904" y="591910"/>
                  <a:pt x="401409" y="591910"/>
                </a:cubicBezTo>
                <a:cubicBezTo>
                  <a:pt x="505915" y="591910"/>
                  <a:pt x="591909" y="505915"/>
                  <a:pt x="591909" y="401411"/>
                </a:cubicBezTo>
                <a:cubicBezTo>
                  <a:pt x="591909" y="296906"/>
                  <a:pt x="505915" y="210911"/>
                  <a:pt x="401409" y="210911"/>
                </a:cubicBezTo>
                <a:cubicBezTo>
                  <a:pt x="296904" y="210911"/>
                  <a:pt x="210909" y="296906"/>
                  <a:pt x="210909" y="401411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956894603" name=""/>
          <p:cNvSpPr/>
          <p:nvPr/>
        </p:nvSpPr>
        <p:spPr bwMode="auto">
          <a:xfrm rot="5399909" flipH="1" flipV="0">
            <a:off x="11546978" y="1602372"/>
            <a:ext cx="390026" cy="336231"/>
          </a:xfrm>
          <a:prstGeom prst="triangle">
            <a:avLst>
              <a:gd name="adj" fmla="val 50000"/>
            </a:avLst>
          </a:prstGeom>
          <a:solidFill>
            <a:schemeClr val="accent1">
              <a:lumMod val="40000"/>
              <a:lumOff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pic>
        <p:nvPicPr>
          <p:cNvPr id="34912995" name=""/>
          <p:cNvPicPr>
            <a:picLocks noChangeAspect="1"/>
          </p:cNvPicPr>
          <p:nvPr/>
        </p:nvPicPr>
        <p:blipFill rotWithShape="1">
          <a:blip r:embed="rId2">
            <a:alphaModFix amt="20000"/>
          </a:blip>
          <a:stretch/>
        </p:blipFill>
        <p:spPr bwMode="auto">
          <a:xfrm flipH="0" flipV="0">
            <a:off x="-22776" y="0"/>
            <a:ext cx="12237553" cy="6858000"/>
          </a:xfrm>
          <a:prstGeom prst="rect">
            <a:avLst/>
          </a:prstGeom>
        </p:spPr>
      </p:pic>
      <p:sp>
        <p:nvSpPr>
          <p:cNvPr id="128544064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9787" y="869671"/>
            <a:ext cx="3932236" cy="1338675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 fontScale="95000" lnSpcReduction="1000"/>
          </a:bodyPr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76273584" name="Picture Placeholder 2"/>
          <p:cNvSpPr>
            <a:spLocks noChangeAspect="1" noGrp="1"/>
          </p:cNvSpPr>
          <p:nvPr>
            <p:ph type="pic" idx="1"/>
          </p:nvPr>
        </p:nvSpPr>
        <p:spPr bwMode="auto">
          <a:xfrm flipH="0" flipV="0">
            <a:off x="5183187" y="869671"/>
            <a:ext cx="6146149" cy="4991376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739907604" name="Text Placeholder 3"/>
          <p:cNvSpPr>
            <a:spLocks noGrp="1"/>
          </p:cNvSpPr>
          <p:nvPr>
            <p:ph type="body" sz="half" idx="2"/>
          </p:nvPr>
        </p:nvSpPr>
        <p:spPr bwMode="auto">
          <a:xfrm flipH="0" flipV="0">
            <a:off x="839787" y="2208348"/>
            <a:ext cx="3932236" cy="3660638"/>
          </a:xfr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1110293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91773453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6935844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40101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06860390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3237154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062562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72720698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4190644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2035796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1966565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5688139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321087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446428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5342716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940872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6106142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463865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40627410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1309049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7342690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1736883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bg1">
            <a:lumMod val="95000"/>
            <a:alpha val="3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480345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4000">
                <a:solidFill>
                  <a:schemeClr val="tx2"/>
                </a:solidFill>
                <a:latin typeface="Verdana"/>
                <a:ea typeface="Verdana"/>
                <a:cs typeface="Verdana"/>
              </a:defRPr>
            </a:lvl1pPr>
            <a:lvl2pPr>
              <a:defRPr sz="4000">
                <a:latin typeface="Verdana"/>
                <a:ea typeface="Verdana"/>
                <a:cs typeface="Verdana"/>
              </a:defRPr>
            </a:lvl2pPr>
            <a:lvl3pPr>
              <a:defRPr sz="4000">
                <a:latin typeface="Verdana"/>
                <a:ea typeface="Verdana"/>
                <a:cs typeface="Verdana"/>
              </a:defRPr>
            </a:lvl3pPr>
            <a:lvl4pPr>
              <a:defRPr sz="4000">
                <a:latin typeface="Verdana"/>
                <a:ea typeface="Verdana"/>
                <a:cs typeface="Verdana"/>
              </a:defRPr>
            </a:lvl4pPr>
            <a:lvl5pPr>
              <a:defRPr sz="4000">
                <a:latin typeface="Verdana"/>
                <a:ea typeface="Verdana"/>
                <a:cs typeface="Verdana"/>
              </a:defRPr>
            </a:lvl5pPr>
            <a:lvl6pPr>
              <a:defRPr sz="4000">
                <a:latin typeface="Verdana"/>
                <a:ea typeface="Verdana"/>
                <a:cs typeface="Verdana"/>
              </a:defRPr>
            </a:lvl6pPr>
            <a:lvl7pPr>
              <a:defRPr sz="4000">
                <a:latin typeface="Verdana"/>
                <a:ea typeface="Verdana"/>
                <a:cs typeface="Verdana"/>
              </a:defRPr>
            </a:lvl7pPr>
            <a:lvl8pPr>
              <a:defRPr sz="4000">
                <a:latin typeface="Verdana"/>
                <a:ea typeface="Verdana"/>
                <a:cs typeface="Verdana"/>
              </a:defRPr>
            </a:lvl8pPr>
            <a:lvl9pPr>
              <a:defRPr sz="4000">
                <a:latin typeface="Verdana"/>
                <a:ea typeface="Verdana"/>
                <a:cs typeface="Verdana"/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27618584" name="Text Placeholder 2"/>
          <p:cNvSpPr>
            <a:spLocks noGrp="1"/>
          </p:cNvSpPr>
          <p:nvPr>
            <p:ph type="body" idx="1"/>
          </p:nvPr>
        </p:nvSpPr>
        <p:spPr bwMode="auto">
          <a:xfrm rot="0" flipH="0" flipV="0">
            <a:off x="841248" y="1828800"/>
            <a:ext cx="10515600" cy="4351338"/>
          </a:xfrm>
          <a:prstGeom prst="rect">
            <a:avLst/>
          </a:prstGeom>
        </p:spPr>
        <p:txBody>
          <a:bodyPr vertOverflow="overflow" horzOverflow="overflow" vert="horz" wrap="square" lIns="182880" tIns="182880" rIns="182880" bIns="45720" numCol="1" spcCol="0" rtlCol="0" fromWordArt="0" anchor="t" anchorCtr="0" forceAA="0" upright="0" compatLnSpc="0">
            <a:normAutofit/>
          </a:bodyPr>
          <a:lstStyle>
            <a:lvl1pPr>
              <a:buNone/>
              <a:defRPr sz="2400">
                <a:solidFill>
                  <a:schemeClr val="tx2"/>
                </a:solidFill>
              </a:defRPr>
            </a:lvl1pPr>
            <a:lvl2pPr>
              <a:buNone/>
              <a:defRPr sz="2000">
                <a:solidFill>
                  <a:schemeClr val="tx2"/>
                </a:solidFill>
              </a:defRPr>
            </a:lvl2pPr>
            <a:lvl3pPr>
              <a:buNone/>
              <a:defRPr sz="1600">
                <a:solidFill>
                  <a:schemeClr val="tx2"/>
                </a:solidFill>
              </a:defRPr>
            </a:lvl3pPr>
            <a:lvl4pPr>
              <a:buNone/>
              <a:defRPr sz="1400">
                <a:solidFill>
                  <a:schemeClr val="tx2"/>
                </a:solidFill>
              </a:defRPr>
            </a:lvl4pPr>
            <a:lvl5pPr>
              <a:buNone/>
              <a:defRPr sz="1100">
                <a:solidFill>
                  <a:schemeClr val="tx2"/>
                </a:solidFill>
              </a:defRPr>
            </a:lvl5pPr>
            <a:lvl6pPr>
              <a:buNone/>
              <a:defRPr>
                <a:solidFill>
                  <a:schemeClr val="tx2"/>
                </a:solidFill>
              </a:defRPr>
            </a:lvl6pPr>
            <a:lvl7pPr>
              <a:buNone/>
              <a:defRPr>
                <a:solidFill>
                  <a:schemeClr val="tx2"/>
                </a:solidFill>
              </a:defRPr>
            </a:lvl7pPr>
            <a:lvl8pPr>
              <a:buNone/>
              <a:defRPr>
                <a:solidFill>
                  <a:schemeClr val="tx2"/>
                </a:solidFill>
              </a:defRPr>
            </a:lvl8pPr>
            <a:lvl9pPr>
              <a:buNone/>
              <a:defRPr>
                <a:solidFill>
                  <a:schemeClr val="tx2"/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49067273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27238547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6744437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5118219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74431102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Geometry">
  <a:themeElements>
    <a:clrScheme name="Violet">
      <a:dk1>
        <a:srgbClr val="000000"/>
      </a:dk1>
      <a:lt1>
        <a:srgbClr val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 Theme">
      <a:majorFont>
        <a:latin typeface="Arial"/>
        <a:ea typeface="SimSun"/>
        <a:cs typeface="Arial"/>
      </a:majorFont>
      <a:minorFont>
        <a:latin typeface="Arial"/>
        <a:ea typeface="SimSun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New Office">
        <a:dk1>
          <a:sysClr val="windowText" lastClr="000000"/>
        </a:dk1>
        <a:lt1>
          <a:sysClr val="window" lastClr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4472C4"/>
        </a:accent5>
        <a:accent6>
          <a:srgbClr val="70AD47"/>
        </a:accent6>
        <a:hlink>
          <a:srgbClr val="0563C1"/>
        </a:hlink>
        <a:folHlink>
          <a:srgbClr val="954F72"/>
        </a:folHlink>
      </a:clrScheme>
    </a:extraClrScheme>
  </a:extraClrSchemeLst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onlyoffice/9.3.1.4</Application>
  <PresentationFormat>On-screen Show (4:3)</PresentationFormat>
  <Paragraphs>0</Paragraphs>
  <Slides>6</Slides>
  <Notes>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Theme 1</vt:lpstr>
      <vt:lpstr>Slide 1</vt:lpstr>
      <vt:lpstr>Slide 2</vt:lpstr>
      <vt:lpstr>Slide 3</vt:lpstr>
      <vt:lpstr>Slide 4</vt:lpstr>
      <vt:lpstr>Slide 5</vt:lpstr>
      <vt:lpstr>Slide 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12</cp:revision>
  <dcterms:modified xsi:type="dcterms:W3CDTF">2026-03-19T15:31:52Z</dcterms:modified>
</cp:coreProperties>
</file>
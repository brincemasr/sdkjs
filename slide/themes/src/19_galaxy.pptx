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77"/>
        <p:guide pos="2160" orient="horz"/>
        <p:guide pos="3901"/>
        <p:guide pos="72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2005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1121534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5643079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8394506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68582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997830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36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7717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26811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F9F309-941F-13D4-3903-ADF1D86B8C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9470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BC0CDAB-20E9-A5E2-2D0C-C2304C61B79D}" type="datetimeFigureOut">
              <a:rPr lang="en-US"/>
              <a:t/>
            </a:fld>
            <a:endParaRPr lang="en-US"/>
          </a:p>
        </p:txBody>
      </p:sp>
      <p:sp>
        <p:nvSpPr>
          <p:cNvPr id="5005167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02685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FDD8B50-25EE-CA57-8216-109084AE6980}" type="slidenum">
              <a:rPr lang="en-US"/>
              <a:t/>
            </a:fld>
            <a:endParaRPr lang="en-US"/>
          </a:p>
        </p:txBody>
      </p:sp>
      <p:sp>
        <p:nvSpPr>
          <p:cNvPr id="155872708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16666" y="2095499"/>
            <a:ext cx="8762999" cy="2053166"/>
          </a:xfrm>
        </p:spPr>
        <p:txBody>
          <a:bodyPr/>
          <a:lstStyle>
            <a:lvl1pPr algn="ctr">
              <a:defRPr sz="3200" b="0" spc="198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GALAXY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72254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767686"/>
            <a:ext cx="10515600" cy="923001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832322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10515600" cy="4283512"/>
          </a:xfrm>
        </p:spPr>
        <p:txBody>
          <a:bodyPr/>
          <a:lstStyle>
            <a:lvl1pPr>
              <a:defRPr sz="20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  <a:lvl2pPr>
              <a:defRPr sz="18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2pPr>
            <a:lvl3pPr>
              <a:defRPr sz="16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3pPr>
            <a:lvl4pPr>
              <a:defRPr sz="14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4pPr>
            <a:lvl5pPr>
              <a:defRPr sz="12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259986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14310513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3441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0166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828320"/>
            <a:ext cx="10515600" cy="36925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lnSpc>
                <a:spcPct val="100000"/>
              </a:lnSpc>
              <a:defRPr sz="4800" b="0" spc="576" baseline="3000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42066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0032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18289482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92432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49772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172200" y="796118"/>
            <a:ext cx="5181598" cy="76662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2400" b="1">
                <a:solidFill>
                  <a:schemeClr val="accent3">
                    <a:lumMod val="7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>
              <a:defRPr>
                <a:latin typeface="Open Sans"/>
                <a:ea typeface="Open Sans"/>
                <a:cs typeface="Open Sans"/>
              </a:defRPr>
            </a:lvl2pPr>
            <a:lvl3pPr>
              <a:defRPr>
                <a:latin typeface="Open Sans"/>
                <a:ea typeface="Open Sans"/>
                <a:cs typeface="Open Sans"/>
              </a:defRPr>
            </a:lvl3pPr>
            <a:lvl4pPr>
              <a:defRPr>
                <a:latin typeface="Open Sans"/>
                <a:ea typeface="Open Sans"/>
                <a:cs typeface="Open Sans"/>
              </a:defRPr>
            </a:lvl4pPr>
            <a:lvl5pPr>
              <a:defRPr>
                <a:latin typeface="Open Sans"/>
                <a:ea typeface="Open Sans"/>
                <a:cs typeface="Open Sans"/>
              </a:defRPr>
            </a:lvl5pPr>
            <a:lvl6pPr>
              <a:defRPr>
                <a:latin typeface="Open Sans"/>
                <a:ea typeface="Open Sans"/>
                <a:cs typeface="Open Sans"/>
              </a:defRPr>
            </a:lvl6pPr>
            <a:lvl7pPr>
              <a:defRPr>
                <a:latin typeface="Open Sans"/>
                <a:ea typeface="Open Sans"/>
                <a:cs typeface="Open Sans"/>
              </a:defRPr>
            </a:lvl7pPr>
            <a:lvl8pPr>
              <a:defRPr>
                <a:latin typeface="Open Sans"/>
                <a:ea typeface="Open Sans"/>
                <a:cs typeface="Open Sans"/>
              </a:defRPr>
            </a:lvl8pPr>
            <a:lvl9pPr>
              <a:defRPr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32957872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6172200" y="1562739"/>
            <a:ext cx="5181598" cy="4546397"/>
          </a:xfrm>
        </p:spPr>
        <p:txBody>
          <a:bodyPr/>
          <a:lstStyle>
            <a:lvl1pPr>
              <a:defRPr sz="24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>
              <a:defRPr sz="20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>
              <a:defRPr sz="16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>
              <a:defRPr sz="14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>
              <a:defRPr sz="14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5pPr>
            <a:lvl6pPr>
              <a:defRPr>
                <a:latin typeface="Open Sans"/>
                <a:ea typeface="Open Sans"/>
                <a:cs typeface="Open Sans"/>
              </a:defRPr>
            </a:lvl6pPr>
            <a:lvl7pPr>
              <a:defRPr>
                <a:latin typeface="Open Sans"/>
                <a:ea typeface="Open Sans"/>
                <a:cs typeface="Open Sans"/>
              </a:defRPr>
            </a:lvl7pPr>
            <a:lvl8pPr>
              <a:defRPr>
                <a:latin typeface="Open Sans"/>
                <a:ea typeface="Open Sans"/>
                <a:cs typeface="Open Sans"/>
              </a:defRPr>
            </a:lvl8pPr>
            <a:lvl9pPr>
              <a:defRPr>
                <a:latin typeface="Open Sans"/>
                <a:ea typeface="Open Sans"/>
                <a:cs typeface="Open Sans"/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91454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140294633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80815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latin typeface="Open Sans"/>
                <a:ea typeface="Open Sans"/>
                <a:cs typeface="Open Sans"/>
              </a:defRPr>
            </a:lvl1pPr>
            <a:lvl2pPr>
              <a:defRPr>
                <a:latin typeface="Open Sans"/>
                <a:ea typeface="Open Sans"/>
                <a:cs typeface="Open Sans"/>
              </a:defRPr>
            </a:lvl2pPr>
            <a:lvl3pPr>
              <a:defRPr>
                <a:latin typeface="Open Sans"/>
                <a:ea typeface="Open Sans"/>
                <a:cs typeface="Open Sans"/>
              </a:defRPr>
            </a:lvl3pPr>
            <a:lvl4pPr>
              <a:defRPr>
                <a:latin typeface="Open Sans"/>
                <a:ea typeface="Open Sans"/>
                <a:cs typeface="Open Sans"/>
              </a:defRPr>
            </a:lvl4pPr>
            <a:lvl5pPr>
              <a:defRPr>
                <a:latin typeface="Open Sans"/>
                <a:ea typeface="Open Sans"/>
                <a:cs typeface="Open Sans"/>
              </a:defRPr>
            </a:lvl5pPr>
            <a:lvl6pPr>
              <a:defRPr>
                <a:latin typeface="Open Sans"/>
                <a:ea typeface="Open Sans"/>
                <a:cs typeface="Open Sans"/>
              </a:defRPr>
            </a:lvl6pPr>
            <a:lvl7pPr>
              <a:defRPr>
                <a:latin typeface="Open Sans"/>
                <a:ea typeface="Open Sans"/>
                <a:cs typeface="Open Sans"/>
              </a:defRPr>
            </a:lvl7pPr>
            <a:lvl8pPr>
              <a:defRPr>
                <a:latin typeface="Open Sans"/>
                <a:ea typeface="Open Sans"/>
                <a:cs typeface="Open Sans"/>
              </a:defRPr>
            </a:lvl8pPr>
            <a:lvl9pPr>
              <a:defRPr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8300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47258511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13143867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  <p:sp>
        <p:nvSpPr>
          <p:cNvPr id="7866772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61998" y="796118"/>
            <a:ext cx="5257800" cy="76662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>
              <a:defRPr sz="2400" b="1">
                <a:solidFill>
                  <a:schemeClr val="accent3">
                    <a:lumMod val="75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>
              <a:defRPr>
                <a:latin typeface="Open Sans"/>
                <a:ea typeface="Open Sans"/>
                <a:cs typeface="Open Sans"/>
              </a:defRPr>
            </a:lvl2pPr>
            <a:lvl3pPr>
              <a:defRPr>
                <a:latin typeface="Open Sans"/>
                <a:ea typeface="Open Sans"/>
                <a:cs typeface="Open Sans"/>
              </a:defRPr>
            </a:lvl3pPr>
            <a:lvl4pPr>
              <a:defRPr>
                <a:latin typeface="Open Sans"/>
                <a:ea typeface="Open Sans"/>
                <a:cs typeface="Open Sans"/>
              </a:defRPr>
            </a:lvl4pPr>
            <a:lvl5pPr>
              <a:defRPr>
                <a:latin typeface="Open Sans"/>
                <a:ea typeface="Open Sans"/>
                <a:cs typeface="Open Sans"/>
              </a:defRPr>
            </a:lvl5pPr>
            <a:lvl6pPr>
              <a:defRPr>
                <a:latin typeface="Open Sans"/>
                <a:ea typeface="Open Sans"/>
                <a:cs typeface="Open Sans"/>
              </a:defRPr>
            </a:lvl6pPr>
            <a:lvl7pPr>
              <a:defRPr>
                <a:latin typeface="Open Sans"/>
                <a:ea typeface="Open Sans"/>
                <a:cs typeface="Open Sans"/>
              </a:defRPr>
            </a:lvl7pPr>
            <a:lvl8pPr>
              <a:defRPr>
                <a:latin typeface="Open Sans"/>
                <a:ea typeface="Open Sans"/>
                <a:cs typeface="Open Sans"/>
              </a:defRPr>
            </a:lvl8pPr>
            <a:lvl9pPr>
              <a:defRPr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6361086" name="Content Placeholder 3"/>
          <p:cNvSpPr>
            <a:spLocks noGrp="1"/>
          </p:cNvSpPr>
          <p:nvPr>
            <p:ph sz="half" idx="2"/>
          </p:nvPr>
        </p:nvSpPr>
        <p:spPr bwMode="auto">
          <a:xfrm flipH="0" flipV="0">
            <a:off x="838198" y="1562739"/>
            <a:ext cx="5181598" cy="4614221"/>
          </a:xfrm>
        </p:spPr>
        <p:txBody>
          <a:bodyPr/>
          <a:lstStyle>
            <a:lvl1pPr>
              <a:defRPr sz="24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1pPr>
            <a:lvl2pPr>
              <a:defRPr sz="20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2pPr>
            <a:lvl3pPr>
              <a:defRPr sz="16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3pPr>
            <a:lvl4pPr>
              <a:defRPr sz="14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4pPr>
            <a:lvl5pPr>
              <a:defRPr sz="140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defRPr>
            </a:lvl5pPr>
            <a:lvl6pPr>
              <a:defRPr>
                <a:latin typeface="Open Sans"/>
                <a:ea typeface="Open Sans"/>
                <a:cs typeface="Open Sans"/>
              </a:defRPr>
            </a:lvl6pPr>
            <a:lvl7pPr>
              <a:defRPr>
                <a:latin typeface="Open Sans"/>
                <a:ea typeface="Open Sans"/>
                <a:cs typeface="Open Sans"/>
              </a:defRPr>
            </a:lvl7pPr>
            <a:lvl8pPr>
              <a:defRPr>
                <a:latin typeface="Open Sans"/>
                <a:ea typeface="Open Sans"/>
                <a:cs typeface="Open Sans"/>
              </a:defRPr>
            </a:lvl8pPr>
            <a:lvl9pPr>
              <a:defRPr>
                <a:latin typeface="Open Sans"/>
                <a:ea typeface="Open Sans"/>
                <a:cs typeface="Open Sans"/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14369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149959249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832483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  <p:sp>
        <p:nvSpPr>
          <p:cNvPr id="140658642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71003" y="767686"/>
            <a:ext cx="10582796" cy="39055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lnSpc>
                <a:spcPct val="100000"/>
              </a:lnSpc>
              <a:defRPr sz="4800" b="0" spc="576" baseline="3000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1673666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771003" y="4741862"/>
            <a:ext cx="10582796" cy="1314330"/>
          </a:xfrm>
        </p:spPr>
        <p:txBody>
          <a:bodyPr/>
          <a:lstStyle>
            <a:lvl1pPr marL="0" indent="0" algn="ctr">
              <a:buNone/>
              <a:defRPr sz="2200" b="1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739004" name=""/>
          <p:cNvSpPr/>
          <p:nvPr/>
        </p:nvSpPr>
        <p:spPr bwMode="auto">
          <a:xfrm rot="0" flipH="0" flipV="0">
            <a:off x="671915" y="767685"/>
            <a:ext cx="10875558" cy="5388021"/>
          </a:xfrm>
          <a:prstGeom prst="roundRect">
            <a:avLst>
              <a:gd name="adj" fmla="val 5498"/>
            </a:avLst>
          </a:prstGeom>
          <a:solidFill>
            <a:schemeClr val="accent3">
              <a:alpha val="49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477001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767685"/>
            <a:ext cx="10515600" cy="923000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858802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515600" cy="4330081"/>
          </a:xfrm>
        </p:spPr>
        <p:txBody>
          <a:bodyPr/>
          <a:lstStyle>
            <a:lvl1pPr>
              <a:defRPr sz="20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  <a:lvl2pPr>
              <a:defRPr sz="18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2pPr>
            <a:lvl3pPr>
              <a:defRPr sz="16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3pPr>
            <a:lvl4pPr>
              <a:defRPr sz="14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4pPr>
            <a:lvl5pPr>
              <a:defRPr sz="12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2863623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8" y="6356349"/>
            <a:ext cx="2743200" cy="365124"/>
          </a:xfrm>
        </p:spPr>
        <p:txBody>
          <a:bodyPr/>
          <a:lstStyle/>
          <a:p>
            <a:pPr>
              <a:defRPr/>
            </a:pPr>
            <a:fld id="{4C769E48-BC7D-895E-B210-0C4ED44A682F}" type="datetimeFigureOut">
              <a:rPr lang="en-US"/>
              <a:t/>
            </a:fld>
            <a:endParaRPr lang="en-US"/>
          </a:p>
        </p:txBody>
      </p:sp>
      <p:sp>
        <p:nvSpPr>
          <p:cNvPr id="105796854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8" y="6356349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965012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DA811E7B-9099-821F-CC95-6DB14BFF1D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8549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392694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2018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258869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1957686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0382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226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465178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4308648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10555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18441472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12841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133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3982835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52519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18306676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3536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9810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869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43221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7077272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72712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&lt;#&gt;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81941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  <a:lvl2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  <a:lvl6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6pPr>
            <a:lvl7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7pPr>
            <a:lvl8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8pPr>
            <a:lvl9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78368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298440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19/12/2025</a:t>
            </a:fld>
            <a:endParaRPr lang="en-US"/>
          </a:p>
        </p:txBody>
      </p:sp>
      <p:sp>
        <p:nvSpPr>
          <p:cNvPr id="5070704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395473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1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88178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716666" y="2095499"/>
            <a:ext cx="8762999" cy="2053166"/>
          </a:xfrm>
        </p:spPr>
        <p:txBody>
          <a:bodyPr/>
          <a:lstStyle>
            <a:lvl1pPr algn="ctr">
              <a:defRPr sz="3200" b="0">
                <a:solidFill>
                  <a:schemeClr val="bg1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defRPr/>
            </a:pPr>
            <a:r>
              <a:rPr lang="en-US" sz="5600" b="0" i="0" u="none" strike="noStrike" cap="none" spc="141">
                <a:solidFill>
                  <a:schemeClr val="bg1"/>
                </a:solidFill>
                <a:latin typeface="Open Sans"/>
                <a:ea typeface="Open Sans"/>
                <a:cs typeface="Open Sans"/>
              </a:rPr>
              <a:t>G A L A X Y</a:t>
            </a:r>
            <a:endParaRPr sz="5600" spc="14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alaxy">
  <a:themeElements>
    <a:clrScheme name="Violet II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 Theme">
      <a:majorFont>
        <a:latin typeface="Arial"/>
        <a:ea typeface="SimSun"/>
        <a:cs typeface="Arial"/>
      </a:majorFont>
      <a:minorFont>
        <a:latin typeface="Arial"/>
        <a:ea typeface="SimSun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onlyoffice/9.3.1.4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modified xsi:type="dcterms:W3CDTF">2026-03-26T11:43:38Z</dcterms:modified>
</cp:coreProperties>
</file>
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9"/>
  </p:notesMasterIdLst>
  <p:sldIdLst>
    <p:sldId id="256" r:id="rId4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77"/>
        <p:guide pos="2160" orient="horz"/>
        <p:guide pos="3901"/>
        <p:guide pos="7274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 /><Relationship Id="rId11" Type="http://schemas.openxmlformats.org/officeDocument/2006/relationships/tableStyles" Target="tableStyles.xml" /><Relationship Id="rId12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120054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11215345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956430791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583945067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8685827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49978303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636552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377172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26811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6F9F309-941F-13D4-3903-ADF1D86B8C3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bg>
      <p:bgPr shadeToTitle="0">
        <a:blipFill rotWithShape="1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794702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BC0CDAB-20E9-A5E2-2D0C-C2304C61B79D}" type="datetimeFigureOut">
              <a:rPr lang="en-US"/>
              <a:t/>
            </a:fld>
            <a:endParaRPr lang="en-US"/>
          </a:p>
        </p:txBody>
      </p:sp>
      <p:sp>
        <p:nvSpPr>
          <p:cNvPr id="50051670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9026852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FDD8B50-25EE-CA57-8216-109084AE6980}" type="slidenum">
              <a:rPr lang="en-US"/>
              <a:t/>
            </a:fld>
            <a:endParaRPr lang="en-US"/>
          </a:p>
        </p:txBody>
      </p:sp>
      <p:sp>
        <p:nvSpPr>
          <p:cNvPr id="1558727081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1716666" y="2095499"/>
            <a:ext cx="8762999" cy="2053166"/>
          </a:xfrm>
        </p:spPr>
        <p:txBody>
          <a:bodyPr/>
          <a:lstStyle>
            <a:lvl1pPr algn="ctr">
              <a:defRPr sz="5600" b="0" spc="141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 sz="2800" b="1" i="0" u="none" strike="noStrike" cap="none" spc="0">
                <a:solidFill>
                  <a:schemeClr val="bg1"/>
                </a:solidFill>
              </a:rPr>
              <a:t>GALAXY</a:t>
            </a:r>
            <a:endParaRPr lang="en-US"/>
          </a:p>
        </p:txBody>
      </p:sp>
      <p:sp>
        <p:nvSpPr>
          <p:cNvPr id="2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1716666" y="4148665"/>
            <a:ext cx="8762999" cy="2053166"/>
          </a:xfrm>
        </p:spPr>
        <p:txBody>
          <a:bodyPr/>
          <a:lstStyle>
            <a:lvl1pPr marL="0" indent="0" algn="ctr">
              <a:buNone/>
              <a:defRPr sz="2400" b="0" spc="141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blipFill rotWithShape="1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972254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8" y="767686"/>
            <a:ext cx="10515600" cy="923001"/>
          </a:xfrm>
        </p:spPr>
        <p:txBody>
          <a:bodyPr/>
          <a:lstStyle>
            <a:lvl1pPr>
              <a:defRPr sz="2800" b="1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88323220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38199" y="1825624"/>
            <a:ext cx="10515600" cy="4283512"/>
          </a:xfrm>
        </p:spPr>
        <p:txBody>
          <a:bodyPr/>
          <a:lstStyle>
            <a:lvl1pPr>
              <a:defRPr sz="2000" b="0">
                <a:solidFill>
                  <a:schemeClr val="bg1"/>
                </a:solidFill>
              </a:defRPr>
            </a:lvl1pPr>
            <a:lvl2pPr>
              <a:defRPr sz="1800" b="0">
                <a:solidFill>
                  <a:schemeClr val="bg1"/>
                </a:solidFill>
              </a:defRPr>
            </a:lvl2pPr>
            <a:lvl3pPr>
              <a:defRPr sz="1600" b="0">
                <a:solidFill>
                  <a:schemeClr val="bg1"/>
                </a:solidFill>
              </a:defRPr>
            </a:lvl3pPr>
            <a:lvl4pPr>
              <a:defRPr sz="1400" b="0">
                <a:solidFill>
                  <a:schemeClr val="bg1"/>
                </a:solidFill>
              </a:defRPr>
            </a:lvl4pPr>
            <a:lvl5pPr>
              <a:defRPr sz="1200" b="0"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2599860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19/12/2025</a:t>
            </a:fld>
            <a:endParaRPr lang="en-US"/>
          </a:p>
        </p:txBody>
      </p:sp>
      <p:sp>
        <p:nvSpPr>
          <p:cNvPr id="143105137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134410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bg>
      <p:bgPr shadeToTitle="0">
        <a:blipFill rotWithShape="1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101666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8" y="828320"/>
            <a:ext cx="10515600" cy="3692500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algn="ctr">
              <a:lnSpc>
                <a:spcPct val="100000"/>
              </a:lnSpc>
              <a:defRPr sz="4800" b="0" spc="576" baseline="300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6420661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 algn="ctr">
              <a:buNone/>
              <a:defRPr sz="2200" b="1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6900322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19/12/2025</a:t>
            </a:fld>
            <a:endParaRPr lang="en-US"/>
          </a:p>
        </p:txBody>
      </p:sp>
      <p:sp>
        <p:nvSpPr>
          <p:cNvPr id="182894825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4924323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&lt;#&gt;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bg>
      <p:bgPr shadeToTitle="0">
        <a:blipFill rotWithShape="1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9497721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6172200" y="796118"/>
            <a:ext cx="5181598" cy="766620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>
              <a:defRPr sz="2400" b="1">
                <a:solidFill>
                  <a:schemeClr val="accent3">
                    <a:lumMod val="75000"/>
                  </a:schemeClr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32957872" name="Content Placeholder 3"/>
          <p:cNvSpPr>
            <a:spLocks noGrp="1"/>
          </p:cNvSpPr>
          <p:nvPr>
            <p:ph sz="half" idx="2"/>
          </p:nvPr>
        </p:nvSpPr>
        <p:spPr bwMode="auto">
          <a:xfrm flipH="0" flipV="0">
            <a:off x="6172200" y="1562739"/>
            <a:ext cx="5181598" cy="4546397"/>
          </a:xfrm>
        </p:spPr>
        <p:txBody>
          <a:bodyPr/>
          <a:lstStyle>
            <a:lvl1pPr>
              <a:defRPr sz="2400">
                <a:solidFill>
                  <a:schemeClr val="accent3">
                    <a:lumMod val="50000"/>
                  </a:schemeClr>
                </a:solidFill>
              </a:defRPr>
            </a:lvl1pPr>
            <a:lvl2pPr>
              <a:defRPr sz="2000">
                <a:solidFill>
                  <a:schemeClr val="accent3">
                    <a:lumMod val="50000"/>
                  </a:schemeClr>
                </a:solidFill>
              </a:defRPr>
            </a:lvl2pPr>
            <a:lvl3pPr>
              <a:defRPr sz="1600">
                <a:solidFill>
                  <a:schemeClr val="accent3">
                    <a:lumMod val="50000"/>
                  </a:schemeClr>
                </a:solidFill>
              </a:defRPr>
            </a:lvl3pPr>
            <a:lvl4pPr>
              <a:defRPr sz="1400">
                <a:solidFill>
                  <a:schemeClr val="accent3">
                    <a:lumMod val="50000"/>
                  </a:schemeClr>
                </a:solidFill>
              </a:defRPr>
            </a:lvl4pPr>
            <a:lvl5pPr>
              <a:defRPr sz="1400">
                <a:solidFill>
                  <a:schemeClr val="accent3">
                    <a:lumMod val="50000"/>
                  </a:schemeClr>
                </a:solidFill>
              </a:defRPr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914544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19/12/2025</a:t>
            </a:fld>
            <a:endParaRPr lang="en-US"/>
          </a:p>
        </p:txBody>
      </p:sp>
      <p:sp>
        <p:nvSpPr>
          <p:cNvPr id="140294633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8808156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>
              <a:defRPr/>
            </a:pPr>
            <a:fld id="{08395586-F03A-48D1-94DF-16B239DF4FB5}" type="slidenum">
              <a:rPr lang="en-US"/>
              <a:t>&lt;#&gt;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bg>
      <p:bgPr shadeToTitle="0">
        <a:blipFill rotWithShape="1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583008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BCC18F51-09EC-435C-A3BA-64A766E099C0}" type="datetimeFigureOut">
              <a:rPr lang="en-US"/>
              <a:t>19/12/2025</a:t>
            </a:fld>
            <a:endParaRPr lang="en-US"/>
          </a:p>
        </p:txBody>
      </p:sp>
      <p:sp>
        <p:nvSpPr>
          <p:cNvPr id="472585114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131438673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08395586-F03A-48D1-94DF-16B239DF4FB5}" type="slidenum">
              <a:rPr lang="en-US"/>
              <a:t>&lt;#&gt;</a:t>
            </a:fld>
            <a:endParaRPr lang="en-US"/>
          </a:p>
        </p:txBody>
      </p:sp>
      <p:sp>
        <p:nvSpPr>
          <p:cNvPr id="786677284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761998" y="796118"/>
            <a:ext cx="5257800" cy="766620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>
            <a:lvl1pPr>
              <a:defRPr sz="2400" b="1">
                <a:solidFill>
                  <a:schemeClr val="accent3">
                    <a:lumMod val="75000"/>
                  </a:schemeClr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56361086" name="Content Placeholder 3"/>
          <p:cNvSpPr>
            <a:spLocks noGrp="1"/>
          </p:cNvSpPr>
          <p:nvPr>
            <p:ph sz="half" idx="2"/>
          </p:nvPr>
        </p:nvSpPr>
        <p:spPr bwMode="auto">
          <a:xfrm flipH="0" flipV="0">
            <a:off x="838198" y="1562739"/>
            <a:ext cx="5181598" cy="4614221"/>
          </a:xfrm>
        </p:spPr>
        <p:txBody>
          <a:bodyPr/>
          <a:lstStyle>
            <a:lvl1pPr>
              <a:defRPr sz="2400">
                <a:solidFill>
                  <a:schemeClr val="accent3">
                    <a:lumMod val="50000"/>
                  </a:schemeClr>
                </a:solidFill>
              </a:defRPr>
            </a:lvl1pPr>
            <a:lvl2pPr>
              <a:defRPr sz="2000">
                <a:solidFill>
                  <a:schemeClr val="accent3">
                    <a:lumMod val="50000"/>
                  </a:schemeClr>
                </a:solidFill>
              </a:defRPr>
            </a:lvl2pPr>
            <a:lvl3pPr>
              <a:defRPr sz="1600">
                <a:solidFill>
                  <a:schemeClr val="accent3">
                    <a:lumMod val="50000"/>
                  </a:schemeClr>
                </a:solidFill>
              </a:defRPr>
            </a:lvl3pPr>
            <a:lvl4pPr>
              <a:defRPr sz="1400">
                <a:solidFill>
                  <a:schemeClr val="accent3">
                    <a:lumMod val="50000"/>
                  </a:schemeClr>
                </a:solidFill>
              </a:defRPr>
            </a:lvl4pPr>
            <a:lvl5pPr>
              <a:defRPr sz="1400">
                <a:solidFill>
                  <a:schemeClr val="accent3">
                    <a:lumMod val="50000"/>
                  </a:schemeClr>
                </a:solidFill>
              </a:defRPr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bg>
      <p:bgPr shadeToTitle="0">
        <a:blipFill rotWithShape="1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2143697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19/12/2025</a:t>
            </a:fld>
            <a:endParaRPr lang="en-US"/>
          </a:p>
        </p:txBody>
      </p:sp>
      <p:sp>
        <p:nvSpPr>
          <p:cNvPr id="1499592490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88324833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&lt;#&gt;</a:t>
            </a:fld>
            <a:endParaRPr lang="en-US"/>
          </a:p>
        </p:txBody>
      </p:sp>
      <p:sp>
        <p:nvSpPr>
          <p:cNvPr id="1406586427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771003" y="767686"/>
            <a:ext cx="10582796" cy="390553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algn="ctr">
              <a:lnSpc>
                <a:spcPct val="100000"/>
              </a:lnSpc>
              <a:defRPr sz="4800" b="0" spc="576" baseline="300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31673666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771003" y="4741862"/>
            <a:ext cx="10582796" cy="1314330"/>
          </a:xfrm>
        </p:spPr>
        <p:txBody>
          <a:bodyPr/>
          <a:lstStyle>
            <a:lvl1pPr marL="0" indent="0" algn="ctr">
              <a:buNone/>
              <a:defRPr sz="2200" b="1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bg>
      <p:bgPr shadeToTitle="0">
        <a:blipFill rotWithShape="1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739004" name=""/>
          <p:cNvSpPr/>
          <p:nvPr/>
        </p:nvSpPr>
        <p:spPr bwMode="auto">
          <a:xfrm rot="0" flipH="0" flipV="0">
            <a:off x="671915" y="767685"/>
            <a:ext cx="10875558" cy="5388021"/>
          </a:xfrm>
          <a:prstGeom prst="roundRect">
            <a:avLst>
              <a:gd name="adj" fmla="val 5498"/>
            </a:avLst>
          </a:prstGeom>
          <a:solidFill>
            <a:schemeClr val="accent3">
              <a:alpha val="4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2477001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8" y="767685"/>
            <a:ext cx="10515600" cy="923000"/>
          </a:xfrm>
        </p:spPr>
        <p:txBody>
          <a:bodyPr/>
          <a:lstStyle>
            <a:lvl1pPr>
              <a:defRPr sz="2800" b="1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48588021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38197" y="1825623"/>
            <a:ext cx="10515600" cy="4330081"/>
          </a:xfrm>
        </p:spPr>
        <p:txBody>
          <a:bodyPr/>
          <a:lstStyle>
            <a:lvl1pPr>
              <a:defRPr sz="2000" b="0">
                <a:solidFill>
                  <a:schemeClr val="bg1"/>
                </a:solidFill>
              </a:defRPr>
            </a:lvl1pPr>
            <a:lvl2pPr>
              <a:defRPr sz="1800" b="0">
                <a:solidFill>
                  <a:schemeClr val="bg1"/>
                </a:solidFill>
              </a:defRPr>
            </a:lvl2pPr>
            <a:lvl3pPr>
              <a:defRPr sz="1600" b="0">
                <a:solidFill>
                  <a:schemeClr val="bg1"/>
                </a:solidFill>
              </a:defRPr>
            </a:lvl3pPr>
            <a:lvl4pPr>
              <a:defRPr sz="1400" b="0">
                <a:solidFill>
                  <a:schemeClr val="bg1"/>
                </a:solidFill>
              </a:defRPr>
            </a:lvl4pPr>
            <a:lvl5pPr>
              <a:defRPr sz="1200" b="0"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02863623" name="Date Placeholder 3"/>
          <p:cNvSpPr>
            <a:spLocks noGrp="1"/>
          </p:cNvSpPr>
          <p:nvPr>
            <p:ph type="dt" sz="half" idx="10"/>
          </p:nvPr>
        </p:nvSpPr>
        <p:spPr bwMode="auto">
          <a:xfrm>
            <a:off x="838198" y="6356349"/>
            <a:ext cx="2743200" cy="365124"/>
          </a:xfrm>
        </p:spPr>
        <p:txBody>
          <a:bodyPr/>
          <a:lstStyle/>
          <a:p>
            <a:pPr>
              <a:defRPr/>
            </a:pPr>
            <a:fld id="{4C769E48-BC7D-895E-B210-0C4ED44A682F}" type="datetimeFigureOut">
              <a:rPr lang="en-US"/>
              <a:t/>
            </a:fld>
            <a:endParaRPr lang="en-US"/>
          </a:p>
        </p:txBody>
      </p:sp>
      <p:sp>
        <p:nvSpPr>
          <p:cNvPr id="1057968540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4038598" y="6356349"/>
            <a:ext cx="4114800" cy="365124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99650120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8610599" y="6356349"/>
            <a:ext cx="2743200" cy="365124"/>
          </a:xfrm>
        </p:spPr>
        <p:txBody>
          <a:bodyPr/>
          <a:lstStyle/>
          <a:p>
            <a:pPr>
              <a:defRPr/>
            </a:pPr>
            <a:fld id="{DA811E7B-9099-821F-CC95-6DB14BFF1DB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58549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93926944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5183187" y="457199"/>
            <a:ext cx="6172200" cy="54038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220185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92588695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19/12/2025</a:t>
            </a:fld>
            <a:endParaRPr lang="en-US"/>
          </a:p>
        </p:txBody>
      </p:sp>
      <p:sp>
        <p:nvSpPr>
          <p:cNvPr id="19576860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2703826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&lt;#&gt;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56226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5465178" name="Picture Placeholder 2"/>
          <p:cNvSpPr>
            <a:spLocks noChangeAspect="1" noGrp="1"/>
          </p:cNvSpPr>
          <p:nvPr>
            <p:ph type="pic" idx="1"/>
          </p:nvPr>
        </p:nvSpPr>
        <p:spPr bwMode="auto">
          <a:xfrm flipH="0" flipV="0">
            <a:off x="5183187" y="457199"/>
            <a:ext cx="6172200" cy="540384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204308648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2105550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19/12/2025</a:t>
            </a:fld>
            <a:endParaRPr lang="en-US"/>
          </a:p>
        </p:txBody>
      </p:sp>
      <p:sp>
        <p:nvSpPr>
          <p:cNvPr id="184414720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9128413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&lt;#&gt;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913323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39828350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3525191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19/12/2025</a:t>
            </a:fld>
            <a:endParaRPr lang="en-US"/>
          </a:p>
        </p:txBody>
      </p:sp>
      <p:sp>
        <p:nvSpPr>
          <p:cNvPr id="183066764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435363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&lt;#&gt;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698108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99869660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5432215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19/12/2025</a:t>
            </a:fld>
            <a:endParaRPr lang="en-US"/>
          </a:p>
        </p:txBody>
      </p:sp>
      <p:sp>
        <p:nvSpPr>
          <p:cNvPr id="70772725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3727125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&lt;#&gt;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1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1819416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accent3">
                    <a:lumMod val="20000"/>
                    <a:lumOff val="80000"/>
                  </a:schemeClr>
                </a:solidFill>
              </a:defRPr>
            </a:lvl1pPr>
            <a:lvl2pPr>
              <a:defRPr>
                <a:solidFill>
                  <a:schemeClr val="accent3">
                    <a:lumMod val="20000"/>
                    <a:lumOff val="80000"/>
                  </a:schemeClr>
                </a:solidFill>
              </a:defRPr>
            </a:lvl2pPr>
            <a:lvl3pPr>
              <a:defRPr>
                <a:solidFill>
                  <a:schemeClr val="accent3">
                    <a:lumMod val="20000"/>
                    <a:lumOff val="80000"/>
                  </a:schemeClr>
                </a:solidFill>
              </a:defRPr>
            </a:lvl3pPr>
            <a:lvl4pPr>
              <a:defRPr>
                <a:solidFill>
                  <a:schemeClr val="accent3">
                    <a:lumMod val="20000"/>
                    <a:lumOff val="80000"/>
                  </a:schemeClr>
                </a:solidFill>
              </a:defRPr>
            </a:lvl4pPr>
            <a:lvl5pPr>
              <a:defRPr>
                <a:solidFill>
                  <a:schemeClr val="accent3">
                    <a:lumMod val="20000"/>
                    <a:lumOff val="80000"/>
                  </a:schemeClr>
                </a:solidFill>
              </a:defRPr>
            </a:lvl5pPr>
            <a:lvl6pPr>
              <a:defRPr>
                <a:solidFill>
                  <a:schemeClr val="accent3">
                    <a:lumMod val="20000"/>
                    <a:lumOff val="80000"/>
                  </a:schemeClr>
                </a:solidFill>
              </a:defRPr>
            </a:lvl6pPr>
            <a:lvl7pPr>
              <a:defRPr>
                <a:solidFill>
                  <a:schemeClr val="accent3">
                    <a:lumMod val="20000"/>
                    <a:lumOff val="80000"/>
                  </a:schemeClr>
                </a:solidFill>
              </a:defRPr>
            </a:lvl7pPr>
            <a:lvl8pPr>
              <a:defRPr>
                <a:solidFill>
                  <a:schemeClr val="accent3">
                    <a:lumMod val="20000"/>
                    <a:lumOff val="80000"/>
                  </a:schemeClr>
                </a:solidFill>
              </a:defRPr>
            </a:lvl8pPr>
            <a:lvl9pPr>
              <a:defRPr>
                <a:solidFill>
                  <a:schemeClr val="accent3">
                    <a:lumMod val="20000"/>
                    <a:lumOff val="80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8783685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32984400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19/12/2025</a:t>
            </a:fld>
            <a:endParaRPr lang="en-US"/>
          </a:p>
        </p:txBody>
      </p:sp>
      <p:sp>
        <p:nvSpPr>
          <p:cNvPr id="5070704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7395473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1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788178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716666" y="2095499"/>
            <a:ext cx="8762999" cy="2053166"/>
          </a:xfrm>
        </p:spPr>
        <p:txBody>
          <a:bodyPr/>
          <a:lstStyle>
            <a:lvl1pPr algn="ctr">
              <a:defRPr sz="3200" b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 sz="5600" b="0" i="0" u="none" strike="noStrike" cap="none" spc="141">
                <a:solidFill>
                  <a:schemeClr val="bg1"/>
                </a:solidFill>
              </a:rPr>
              <a:t>G A L A X Y</a:t>
            </a:r>
            <a:endParaRPr sz="5600" spc="14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Galaxy">
  <a:themeElements>
    <a:clrScheme name="Violet II">
      <a:dk1>
        <a:srgbClr val="000000"/>
      </a:dk1>
      <a:lt1>
        <a:srgbClr val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Office Theme">
      <a:majorFont>
        <a:latin typeface="Open Sans"/>
        <a:ea typeface="Microsoft YaHei"/>
        <a:cs typeface="Open Sans"/>
      </a:majorFont>
      <a:minorFont>
        <a:latin typeface="Open Sans"/>
        <a:ea typeface="Microsoft YaHei"/>
        <a:cs typeface="Open Sans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New Office">
        <a:dk1>
          <a:sysClr val="windowText" lastClr="000000"/>
        </a:dk1>
        <a:lt1>
          <a:sysClr val="window" lastClr="FFFFFF"/>
        </a:lt1>
        <a:dk2>
          <a:srgbClr val="44546A"/>
        </a:dk2>
        <a:lt2>
          <a:srgbClr val="E7E6E6"/>
        </a:lt2>
        <a:accent1>
          <a:srgbClr val="5B9BD5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4472C4"/>
        </a:accent5>
        <a:accent6>
          <a:srgbClr val="70AD47"/>
        </a:accent6>
        <a:hlink>
          <a:srgbClr val="0563C1"/>
        </a:hlink>
        <a:folHlink>
          <a:srgbClr val="954F72"/>
        </a:folHlink>
      </a:clrScheme>
    </a:extraClrScheme>
  </a:extraClrSchemeLst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Open Sans"/>
        <a:ea typeface="Microsoft YaHei"/>
        <a:cs typeface="Open Sans"/>
      </a:majorFont>
      <a:minorFont>
        <a:latin typeface="Open Sans"/>
        <a:ea typeface="Microsoft YaHei"/>
        <a:cs typeface="Open Sans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
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88682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7713229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73237900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10122858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3809627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0310328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331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68961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58112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solidFill>
          <a:schemeClr val="accent1">
            <a:lumMod val="20000"/>
            <a:lumOff val="80000"/>
            <a:alpha val="49999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61318837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 flipH="0" flipV="0">
            <a:off x="1989945" y="869673"/>
            <a:ext cx="8364971" cy="4969564"/>
          </a:xfrm>
          <a:prstGeom prst="rect">
            <a:avLst/>
          </a:prstGeom>
        </p:spPr>
      </p:pic>
      <p:sp>
        <p:nvSpPr>
          <p:cNvPr id="179235095" name=""/>
          <p:cNvSpPr/>
          <p:nvPr/>
        </p:nvSpPr>
        <p:spPr bwMode="auto">
          <a:xfrm flipH="0" flipV="0">
            <a:off x="2624943" y="1197427"/>
            <a:ext cx="6942108" cy="3619498"/>
          </a:xfrm>
          <a:prstGeom prst="roundRect">
            <a:avLst>
              <a:gd name="adj" fmla="val 5335"/>
            </a:avLst>
          </a:prstGeom>
          <a:solidFill>
            <a:schemeClr val="tx2">
              <a:lumMod val="60000"/>
              <a:lumOff val="4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4643333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2624943" y="1197427"/>
            <a:ext cx="6942108" cy="1991376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algn="ctr">
              <a:defRPr sz="4400">
                <a:solidFill>
                  <a:schemeClr val="bg1"/>
                </a:solidFill>
              </a:defRPr>
            </a:lvl1pPr>
            <a:lvl2pPr>
              <a:defRPr sz="4400">
                <a:solidFill>
                  <a:schemeClr val="bg1"/>
                </a:solidFill>
              </a:defRPr>
            </a:lvl2pPr>
            <a:lvl3pPr>
              <a:defRPr sz="4400">
                <a:solidFill>
                  <a:schemeClr val="bg1"/>
                </a:solidFill>
              </a:defRPr>
            </a:lvl3pPr>
            <a:lvl4pPr>
              <a:defRPr sz="4400">
                <a:solidFill>
                  <a:schemeClr val="bg1"/>
                </a:solidFill>
              </a:defRPr>
            </a:lvl4pPr>
            <a:lvl5pPr>
              <a:defRPr sz="4400">
                <a:solidFill>
                  <a:schemeClr val="bg1"/>
                </a:solidFill>
              </a:defRPr>
            </a:lvl5pPr>
            <a:lvl6pPr>
              <a:defRPr sz="4400">
                <a:solidFill>
                  <a:schemeClr val="bg1"/>
                </a:solidFill>
              </a:defRPr>
            </a:lvl6pPr>
            <a:lvl7pPr>
              <a:defRPr sz="4400">
                <a:solidFill>
                  <a:schemeClr val="bg1"/>
                </a:solidFill>
              </a:defRPr>
            </a:lvl7pPr>
            <a:lvl8pPr>
              <a:defRPr sz="4400">
                <a:solidFill>
                  <a:schemeClr val="bg1"/>
                </a:solidFill>
              </a:defRPr>
            </a:lvl8pPr>
            <a:lvl9pPr>
              <a:defRPr sz="44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58944184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2649582" y="3188802"/>
            <a:ext cx="6917468" cy="121488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 algn="ctr">
              <a:buNone/>
              <a:defRPr sz="2600">
                <a:solidFill>
                  <a:schemeClr val="bg1"/>
                </a:solidFill>
              </a:defRPr>
            </a:lvl1pPr>
            <a:lvl2pPr marL="457200" indent="0" algn="ctr">
              <a:buNone/>
              <a:defRPr sz="2600">
                <a:solidFill>
                  <a:schemeClr val="bg1"/>
                </a:solidFill>
              </a:defRPr>
            </a:lvl2pPr>
            <a:lvl3pPr marL="914400" indent="0" algn="ctr">
              <a:buNone/>
              <a:defRPr sz="2600">
                <a:solidFill>
                  <a:schemeClr val="bg1"/>
                </a:solidFill>
              </a:defRPr>
            </a:lvl3pPr>
            <a:lvl4pPr marL="1371600" indent="0" algn="ctr">
              <a:buNone/>
              <a:defRPr sz="2600">
                <a:solidFill>
                  <a:schemeClr val="bg1"/>
                </a:solidFill>
              </a:defRPr>
            </a:lvl4pPr>
            <a:lvl5pPr marL="1828800" indent="0" algn="ctr">
              <a:buNone/>
              <a:defRPr sz="2600">
                <a:solidFill>
                  <a:schemeClr val="bg1"/>
                </a:solidFill>
              </a:defRPr>
            </a:lvl5pPr>
            <a:lvl6pPr marL="2286000" indent="0" algn="ctr">
              <a:buNone/>
              <a:defRPr sz="2600">
                <a:solidFill>
                  <a:schemeClr val="bg1"/>
                </a:solidFill>
              </a:defRPr>
            </a:lvl6pPr>
            <a:lvl7pPr marL="2743200" indent="0" algn="ctr">
              <a:buNone/>
              <a:defRPr sz="2600">
                <a:solidFill>
                  <a:schemeClr val="bg1"/>
                </a:solidFill>
              </a:defRPr>
            </a:lvl7pPr>
            <a:lvl8pPr marL="3200400" indent="0" algn="ctr">
              <a:buNone/>
              <a:defRPr sz="2600">
                <a:solidFill>
                  <a:schemeClr val="bg1"/>
                </a:solidFill>
              </a:defRPr>
            </a:lvl8pPr>
            <a:lvl9pPr marL="3657600" indent="0" algn="ctr">
              <a:buNone/>
              <a:defRPr sz="26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5496571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825262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899801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cxnSp>
        <p:nvCxnSpPr>
          <p:cNvPr id="1355566388" name=""/>
          <p:cNvCxnSpPr/>
          <p:nvPr/>
        </p:nvCxnSpPr>
        <p:spPr bwMode="auto">
          <a:xfrm flipH="0" flipV="1">
            <a:off x="4041012" y="3170463"/>
            <a:ext cx="4159247" cy="0"/>
          </a:xfrm>
          <a:prstGeom prst="line">
            <a:avLst/>
          </a:prstGeom>
          <a:ln w="12699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900222" name=""/>
          <p:cNvCxnSpPr/>
          <p:nvPr/>
        </p:nvCxnSpPr>
        <p:spPr bwMode="auto">
          <a:xfrm flipH="0" flipV="1">
            <a:off x="1391" y="5973534"/>
            <a:ext cx="12205606" cy="0"/>
          </a:xfrm>
          <a:prstGeom prst="line">
            <a:avLst/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tx2">
            <a:lumMod val="40000"/>
            <a:lumOff val="60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0384377" name=""/>
          <p:cNvPicPr>
            <a:picLocks noChangeAspect="1"/>
          </p:cNvPicPr>
          <p:nvPr/>
        </p:nvPicPr>
        <p:blipFill rotWithShape="1">
          <a:blip r:embed="rId2">
            <a:alphaModFix amt="63999"/>
          </a:blip>
          <a:stretch/>
        </p:blipFill>
        <p:spPr bwMode="auto">
          <a:xfrm flipH="0" flipV="0">
            <a:off x="623315" y="1573695"/>
            <a:ext cx="12134021" cy="5632173"/>
          </a:xfrm>
          <a:prstGeom prst="rect">
            <a:avLst/>
          </a:prstGeom>
        </p:spPr>
      </p:pic>
      <p:sp>
        <p:nvSpPr>
          <p:cNvPr id="36485571" name=""/>
          <p:cNvSpPr/>
          <p:nvPr/>
        </p:nvSpPr>
        <p:spPr bwMode="auto">
          <a:xfrm flipH="0" flipV="0">
            <a:off x="838198" y="1825624"/>
            <a:ext cx="10515600" cy="4351338"/>
          </a:xfrm>
          <a:prstGeom prst="roundRect">
            <a:avLst>
              <a:gd name="adj" fmla="val 5335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811803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508382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334718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3587920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895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accent5">
            <a:lumMod val="75000"/>
            <a:alpha val="7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36003069" name=""/>
          <p:cNvPicPr>
            <a:picLocks noChangeAspect="1"/>
          </p:cNvPicPr>
          <p:nvPr/>
        </p:nvPicPr>
        <p:blipFill rotWithShape="1">
          <a:blip r:embed="rId2">
            <a:alphaModFix amt="63999"/>
          </a:blip>
          <a:srcRect l="1584" t="0" r="4912" b="17064"/>
        </p:blipFill>
        <p:spPr bwMode="auto">
          <a:xfrm flipH="0" flipV="0">
            <a:off x="2119" y="1242390"/>
            <a:ext cx="12154728" cy="5615608"/>
          </a:xfrm>
          <a:prstGeom prst="rect">
            <a:avLst/>
          </a:prstGeom>
        </p:spPr>
      </p:pic>
      <p:sp>
        <p:nvSpPr>
          <p:cNvPr id="1944717949" name=""/>
          <p:cNvSpPr/>
          <p:nvPr/>
        </p:nvSpPr>
        <p:spPr bwMode="auto">
          <a:xfrm flipH="0" flipV="0">
            <a:off x="839724" y="1828800"/>
            <a:ext cx="10512550" cy="5029199"/>
          </a:xfrm>
          <a:custGeom>
            <a:avLst/>
            <a:gdLst/>
            <a:ahLst/>
            <a:cxnLst/>
            <a:rect l="0" t="0" r="r" b="b"/>
            <a:pathLst>
              <a:path w="6942108" h="2343388" fill="norm" stroke="1" extrusionOk="0">
                <a:moveTo>
                  <a:pt x="0" y="193100"/>
                </a:moveTo>
                <a:cubicBezTo>
                  <a:pt x="0" y="87168"/>
                  <a:pt x="87167" y="0"/>
                  <a:pt x="193099" y="0"/>
                </a:cubicBezTo>
                <a:cubicBezTo>
                  <a:pt x="193099" y="0"/>
                  <a:pt x="6749006" y="0"/>
                  <a:pt x="6749006" y="0"/>
                </a:cubicBezTo>
                <a:cubicBezTo>
                  <a:pt x="6854939" y="0"/>
                  <a:pt x="6942108" y="87168"/>
                  <a:pt x="6942108" y="193100"/>
                </a:cubicBezTo>
                <a:cubicBezTo>
                  <a:pt x="6942108" y="193100"/>
                  <a:pt x="6942107" y="2343388"/>
                  <a:pt x="6942107" y="2343388"/>
                </a:cubicBezTo>
                <a:cubicBezTo>
                  <a:pt x="6942107" y="2343388"/>
                  <a:pt x="0" y="2343388"/>
                  <a:pt x="0" y="2343388"/>
                </a:cubicBezTo>
                <a:cubicBezTo>
                  <a:pt x="0" y="2343388"/>
                  <a:pt x="0" y="193100"/>
                  <a:pt x="0" y="193100"/>
                </a:cubicBezTo>
                <a:close/>
              </a:path>
            </a:pathLst>
          </a:custGeom>
          <a:solidFill>
            <a:schemeClr val="bg1"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2844776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  <a:lvl6pPr algn="ctr">
              <a:defRPr>
                <a:solidFill>
                  <a:schemeClr val="bg1"/>
                </a:solidFill>
              </a:defRPr>
            </a:lvl6pPr>
            <a:lvl7pPr algn="ctr">
              <a:defRPr>
                <a:solidFill>
                  <a:schemeClr val="bg1"/>
                </a:solidFill>
              </a:defRPr>
            </a:lvl7pPr>
            <a:lvl8pPr algn="ctr">
              <a:defRPr>
                <a:solidFill>
                  <a:schemeClr val="bg1"/>
                </a:solidFill>
              </a:defRPr>
            </a:lvl8pPr>
            <a:lvl9pPr algn="ctr"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8530899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7" y="1828800"/>
            <a:ext cx="10511028" cy="4351338"/>
          </a:xfrm>
          <a:effectLst/>
        </p:spPr>
        <p:txBody>
          <a:bodyPr/>
          <a:lstStyle>
            <a:lvl1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5">
                  <a:lumMod val="75000"/>
                </a:schemeClr>
              </a:buClr>
              <a:buChar char="w"/>
              <a:defRPr strike="noStrike" cap="none" spc="0"/>
            </a:lvl1pPr>
            <a:lvl2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5">
                  <a:lumMod val="75000"/>
                </a:schemeClr>
              </a:buClr>
              <a:buChar char="w"/>
              <a:defRPr strike="noStrike" cap="none" spc="0"/>
            </a:lvl2pPr>
            <a:lvl3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5">
                  <a:lumMod val="75000"/>
                </a:schemeClr>
              </a:buClr>
              <a:buChar char="w"/>
              <a:defRPr strike="noStrike" cap="none" spc="0"/>
            </a:lvl3pPr>
            <a:lvl4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5">
                  <a:lumMod val="75000"/>
                </a:schemeClr>
              </a:buClr>
              <a:buChar char="w"/>
              <a:defRPr strike="noStrike" cap="none" spc="0"/>
            </a:lvl4pPr>
            <a:lvl5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5">
                  <a:lumMod val="75000"/>
                </a:schemeClr>
              </a:buClr>
              <a:buChar char="w"/>
              <a:defRPr strike="noStrike" cap="none" spc="0"/>
            </a:lvl5pPr>
            <a:lvl6pPr marL="228600" marR="0" indent="-228600" algn="l">
              <a:lnSpc>
                <a:spcPct val="90000"/>
              </a:lnSpc>
              <a:spcAft>
                <a:spcPts val="0"/>
              </a:spcAft>
              <a:defRPr/>
            </a:lvl6pPr>
            <a:lvl7pPr marL="228600" marR="0" indent="-228600" algn="l">
              <a:lnSpc>
                <a:spcPct val="90000"/>
              </a:lnSpc>
              <a:spcAft>
                <a:spcPts val="0"/>
              </a:spcAft>
              <a:defRPr/>
            </a:lvl7pPr>
            <a:lvl8pPr marL="228600" marR="0" indent="-228600" algn="l">
              <a:lnSpc>
                <a:spcPct val="90000"/>
              </a:lnSpc>
              <a:spcAft>
                <a:spcPts val="0"/>
              </a:spcAft>
              <a:defRPr/>
            </a:lvl8pPr>
            <a:lvl9pPr marL="228600" marR="0" indent="-228600" algn="l">
              <a:lnSpc>
                <a:spcPct val="90000"/>
              </a:lnSpc>
              <a:spcAft>
                <a:spcPts val="0"/>
              </a:spcAft>
              <a:defRPr/>
            </a:lvl9pPr>
          </a:lstStyle>
          <a:p>
            <a:pPr lvl="0" defTabSz="914400" rtl="0">
              <a:defRPr/>
            </a:pPr>
            <a:r>
              <a:rPr lang="en-US"/>
              <a:t>Click to edit Master text styles</a:t>
            </a:r>
            <a:endParaRPr/>
          </a:p>
          <a:p>
            <a:pPr lvl="1" defTabSz="914400" rtl="0">
              <a:defRPr/>
            </a:pPr>
            <a:r>
              <a:rPr lang="en-US"/>
              <a:t>Second level</a:t>
            </a:r>
            <a:endParaRPr/>
          </a:p>
          <a:p>
            <a:pPr lvl="2" defTabSz="914400" rtl="0">
              <a:defRPr/>
            </a:pPr>
            <a:r>
              <a:rPr lang="en-US"/>
              <a:t>Third level</a:t>
            </a:r>
            <a:endParaRPr/>
          </a:p>
          <a:p>
            <a:pPr lvl="3" defTabSz="914400" rtl="0">
              <a:defRPr/>
            </a:pPr>
            <a:r>
              <a:rPr lang="en-US"/>
              <a:t>Fourth level</a:t>
            </a:r>
            <a:endParaRPr/>
          </a:p>
          <a:p>
            <a:pPr lvl="4" defTabSz="914400" rtl="0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308608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DF3EA7E-CA2D-B093-5150-A04884D812B7}" type="datetimeFigureOut">
              <a:rPr lang="en-US"/>
              <a:t/>
            </a:fld>
            <a:endParaRPr lang="en-US"/>
          </a:p>
        </p:txBody>
      </p:sp>
      <p:sp>
        <p:nvSpPr>
          <p:cNvPr id="136635755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4759508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2D04488-2089-A4CE-550C-F0E9D479A0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3091240" name=""/>
          <p:cNvPicPr>
            <a:picLocks noChangeAspect="1"/>
          </p:cNvPicPr>
          <p:nvPr/>
        </p:nvPicPr>
        <p:blipFill rotWithShape="1">
          <a:blip r:embed="rId2">
            <a:alphaModFix amt="52000"/>
          </a:blip>
          <a:stretch/>
        </p:blipFill>
        <p:spPr bwMode="auto">
          <a:xfrm flipH="0" flipV="0">
            <a:off x="1203097" y="775320"/>
            <a:ext cx="10373967" cy="6303064"/>
          </a:xfrm>
          <a:prstGeom prst="rect">
            <a:avLst/>
          </a:prstGeom>
        </p:spPr>
      </p:pic>
      <p:sp>
        <p:nvSpPr>
          <p:cNvPr id="1475753763" name=""/>
          <p:cNvSpPr/>
          <p:nvPr/>
        </p:nvSpPr>
        <p:spPr bwMode="auto">
          <a:xfrm flipH="0" flipV="0">
            <a:off x="1773497" y="1047128"/>
            <a:ext cx="8645000" cy="4792650"/>
          </a:xfrm>
          <a:prstGeom prst="roundRect">
            <a:avLst>
              <a:gd name="adj" fmla="val 5335"/>
            </a:avLst>
          </a:prstGeom>
          <a:solidFill>
            <a:schemeClr val="bg2"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5005883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773498" y="1047129"/>
            <a:ext cx="8645001" cy="285273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 sz="4400"/>
            </a:lvl1pPr>
            <a:lvl2pPr algn="ctr">
              <a:defRPr sz="4400"/>
            </a:lvl2pPr>
            <a:lvl3pPr algn="ctr">
              <a:defRPr sz="4400"/>
            </a:lvl3pPr>
            <a:lvl4pPr algn="ctr">
              <a:defRPr sz="4400"/>
            </a:lvl4pPr>
            <a:lvl5pPr algn="ctr">
              <a:defRPr sz="4400"/>
            </a:lvl5pPr>
            <a:lvl6pPr algn="ctr">
              <a:defRPr sz="4400"/>
            </a:lvl6pPr>
            <a:lvl7pPr algn="ctr">
              <a:defRPr sz="4400"/>
            </a:lvl7pPr>
            <a:lvl8pPr algn="ctr">
              <a:defRPr sz="4400"/>
            </a:lvl8pPr>
            <a:lvl9pPr algn="ctr">
              <a:defRPr sz="44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2298972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1773498" y="3926854"/>
            <a:ext cx="8645001" cy="1500186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 algn="ctr">
              <a:buNone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 algn="ctr">
              <a:buNone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 algn="ctr">
              <a:buNone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2286000" indent="0" algn="ctr">
              <a:buNone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 marL="2743200" indent="0" algn="ctr">
              <a:buNone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3200400" indent="0" algn="ctr">
              <a:buNone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57600" indent="0" algn="ctr">
              <a:buNone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5890089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271425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915698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cxnSp>
        <p:nvCxnSpPr>
          <p:cNvPr id="1538195574" name=""/>
          <p:cNvCxnSpPr/>
          <p:nvPr/>
        </p:nvCxnSpPr>
        <p:spPr bwMode="auto">
          <a:xfrm rot="0" flipH="0" flipV="1">
            <a:off x="-3047" y="384048"/>
            <a:ext cx="12198095" cy="0"/>
          </a:xfrm>
          <a:prstGeom prst="line">
            <a:avLst/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6086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4256043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66071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092702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5454744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cxnSp>
        <p:nvCxnSpPr>
          <p:cNvPr id="979636415" name=""/>
          <p:cNvCxnSpPr/>
          <p:nvPr/>
        </p:nvCxnSpPr>
        <p:spPr bwMode="auto">
          <a:xfrm rot="10799999" flipH="0" flipV="1">
            <a:off x="-3047" y="6355080"/>
            <a:ext cx="12198095" cy="0"/>
          </a:xfrm>
          <a:prstGeom prst="line">
            <a:avLst/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8579664" name="Title 1"/>
          <p:cNvSpPr>
            <a:spLocks noGrp="1"/>
          </p:cNvSpPr>
          <p:nvPr>
            <p:ph type="title"/>
          </p:nvPr>
        </p:nvSpPr>
        <p:spPr bwMode="auto">
          <a:xfrm>
            <a:off x="839787" y="365124"/>
            <a:ext cx="10515600" cy="1325562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solidFill>
          <a:schemeClr val="accent2">
            <a:lumMod val="20000"/>
            <a:lumOff val="80000"/>
            <a:alpha val="49999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965244" name=""/>
          <p:cNvSpPr/>
          <p:nvPr/>
        </p:nvSpPr>
        <p:spPr bwMode="auto">
          <a:xfrm rot="0" flipH="0" flipV="0">
            <a:off x="838199" y="1691640"/>
            <a:ext cx="5181599" cy="4498974"/>
          </a:xfrm>
          <a:prstGeom prst="roundRect">
            <a:avLst>
              <a:gd name="adj" fmla="val 5335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04056947" name=""/>
          <p:cNvSpPr/>
          <p:nvPr/>
        </p:nvSpPr>
        <p:spPr bwMode="auto">
          <a:xfrm flipH="0" flipV="0">
            <a:off x="6172200" y="1690687"/>
            <a:ext cx="5181599" cy="4498974"/>
          </a:xfrm>
          <a:prstGeom prst="roundRect">
            <a:avLst>
              <a:gd name="adj" fmla="val 5335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00966401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845778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1pPr>
            <a:lvl2pPr marL="4572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2pPr>
            <a:lvl3pPr marL="9144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3pPr>
            <a:lvl4pPr marL="13716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4pPr>
            <a:lvl5pPr marL="18288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5pPr>
            <a:lvl6pPr marL="22860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6pPr>
            <a:lvl7pPr marL="27432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7pPr>
            <a:lvl8pPr marL="32004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8pPr>
            <a:lvl9pPr marL="36576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</a:t>
            </a:r>
            <a:endParaRPr/>
          </a:p>
        </p:txBody>
      </p:sp>
      <p:sp>
        <p:nvSpPr>
          <p:cNvPr id="97406264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7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9864326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1pPr>
            <a:lvl2pPr marL="4572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2pPr>
            <a:lvl3pPr marL="9144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3pPr>
            <a:lvl4pPr marL="13716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4pPr>
            <a:lvl5pPr marL="18288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5pPr>
            <a:lvl6pPr marL="22860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6pPr>
            <a:lvl7pPr marL="27432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7pPr>
            <a:lvl8pPr marL="32004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8pPr>
            <a:lvl9pPr marL="3657600" indent="0">
              <a:buNone/>
              <a:defRPr sz="3000" b="1">
                <a:solidFill>
                  <a:schemeClr val="accent5">
                    <a:lumMod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</a:t>
            </a:r>
            <a:endParaRPr/>
          </a:p>
        </p:txBody>
      </p:sp>
      <p:sp>
        <p:nvSpPr>
          <p:cNvPr id="727410245" name="Content Placeholder 5"/>
          <p:cNvSpPr>
            <a:spLocks noGrp="1"/>
          </p:cNvSpPr>
          <p:nvPr>
            <p:ph sz="quarter" idx="4"/>
          </p:nvPr>
        </p:nvSpPr>
        <p:spPr bwMode="auto">
          <a:xfrm rot="0" flipH="0" flipV="0">
            <a:off x="6172200" y="2505456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423797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2531304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4164233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115770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3000"/>
            </a:lvl1pPr>
            <a:lvl2pPr>
              <a:defRPr sz="3000"/>
            </a:lvl2pPr>
            <a:lvl3pPr>
              <a:defRPr sz="30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61992850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14419862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2200"/>
            </a:lvl2pPr>
            <a:lvl3pPr marL="914400" indent="0">
              <a:buNone/>
              <a:defRPr sz="2200"/>
            </a:lvl3pPr>
            <a:lvl4pPr marL="1371600" indent="0">
              <a:buNone/>
              <a:defRPr sz="2200"/>
            </a:lvl4pPr>
            <a:lvl5pPr marL="1828800" indent="0">
              <a:buNone/>
              <a:defRPr sz="2200"/>
            </a:lvl5pPr>
            <a:lvl6pPr marL="2286000" indent="0">
              <a:buNone/>
              <a:defRPr sz="2200"/>
            </a:lvl6pPr>
            <a:lvl7pPr marL="2743200" indent="0">
              <a:buNone/>
              <a:defRPr sz="2200"/>
            </a:lvl7pPr>
            <a:lvl8pPr marL="3200400" indent="0">
              <a:buNone/>
              <a:defRPr sz="2200"/>
            </a:lvl8pPr>
            <a:lvl9pPr marL="3657600" indent="0">
              <a:buNone/>
              <a:defRPr sz="2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9085085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7453722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242842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cxnSp>
        <p:nvCxnSpPr>
          <p:cNvPr id="1652360089" name="Line 1269050860"/>
          <p:cNvCxnSpPr/>
          <p:nvPr/>
        </p:nvCxnSpPr>
        <p:spPr bwMode="auto">
          <a:xfrm rot="5399999" flipH="0" flipV="1">
            <a:off x="-2898648" y="3429000"/>
            <a:ext cx="6858000" cy="0"/>
          </a:xfrm>
          <a:prstGeom prst="line">
            <a:avLst/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bg2">
            <a:alpha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49525206" name=""/>
          <p:cNvPicPr>
            <a:picLocks noChangeAspect="1"/>
          </p:cNvPicPr>
          <p:nvPr/>
        </p:nvPicPr>
        <p:blipFill rotWithShape="1">
          <a:blip r:embed="rId2">
            <a:alphaModFix amt="52000"/>
          </a:blip>
          <a:stretch/>
        </p:blipFill>
        <p:spPr bwMode="auto">
          <a:xfrm flipH="0" flipV="0">
            <a:off x="-225651" y="775319"/>
            <a:ext cx="13024401" cy="6637614"/>
          </a:xfrm>
          <a:prstGeom prst="rect">
            <a:avLst/>
          </a:prstGeom>
        </p:spPr>
      </p:pic>
      <p:sp>
        <p:nvSpPr>
          <p:cNvPr id="267478154" name=""/>
          <p:cNvSpPr/>
          <p:nvPr/>
        </p:nvSpPr>
        <p:spPr bwMode="auto">
          <a:xfrm flipH="0" flipV="0">
            <a:off x="838198" y="767941"/>
            <a:ext cx="10515600" cy="5322115"/>
          </a:xfrm>
          <a:prstGeom prst="roundRect">
            <a:avLst>
              <a:gd name="adj" fmla="val 5335"/>
            </a:avLst>
          </a:prstGeom>
          <a:solidFill>
            <a:srgbClr val="FAFAFA">
              <a:alpha val="80000"/>
            </a:srgb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2813569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2559153"/>
            <a:ext cx="10515600" cy="1325562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9233645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7862059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541812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824857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334064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01369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52507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29909963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7263127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70892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8982890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483140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3232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118933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1054004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7390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787136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96921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47805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6483253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024627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1870208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>
            <a:lumMod val="95000"/>
            <a:alpha val="4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353632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4000" b="1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>
              <a:defRPr sz="4000" b="1">
                <a:solidFill>
                  <a:schemeClr val="tx2">
                    <a:lumMod val="60000"/>
                    <a:lumOff val="40000"/>
                  </a:schemeClr>
                </a:solidFill>
              </a:defRPr>
            </a:lvl2pPr>
            <a:lvl3pPr>
              <a:defRPr sz="4000" b="1">
                <a:solidFill>
                  <a:schemeClr val="tx2">
                    <a:lumMod val="60000"/>
                    <a:lumOff val="40000"/>
                  </a:schemeClr>
                </a:solidFill>
              </a:defRPr>
            </a:lvl3pPr>
            <a:lvl4pPr>
              <a:defRPr sz="4000" b="1">
                <a:solidFill>
                  <a:schemeClr val="tx2">
                    <a:lumMod val="60000"/>
                    <a:lumOff val="40000"/>
                  </a:schemeClr>
                </a:solidFill>
              </a:defRPr>
            </a:lvl4pPr>
            <a:lvl5pPr>
              <a:defRPr sz="4000" b="1">
                <a:solidFill>
                  <a:schemeClr val="tx2">
                    <a:lumMod val="60000"/>
                    <a:lumOff val="40000"/>
                  </a:schemeClr>
                </a:solidFill>
              </a:defRPr>
            </a:lvl5pPr>
            <a:lvl6pPr>
              <a:defRPr sz="4000" b="1">
                <a:solidFill>
                  <a:schemeClr val="tx2">
                    <a:lumMod val="60000"/>
                    <a:lumOff val="40000"/>
                  </a:schemeClr>
                </a:solidFill>
              </a:defRPr>
            </a:lvl6pPr>
            <a:lvl7pPr>
              <a:defRPr sz="4000" b="1">
                <a:solidFill>
                  <a:schemeClr val="tx2">
                    <a:lumMod val="60000"/>
                    <a:lumOff val="40000"/>
                  </a:schemeClr>
                </a:solidFill>
              </a:defRPr>
            </a:lvl7pPr>
            <a:lvl8pPr>
              <a:defRPr sz="4000" b="1">
                <a:solidFill>
                  <a:schemeClr val="tx2">
                    <a:lumMod val="60000"/>
                    <a:lumOff val="40000"/>
                  </a:schemeClr>
                </a:solidFill>
              </a:defRPr>
            </a:lvl8pPr>
            <a:lvl9pPr>
              <a:defRPr sz="4000" b="1">
                <a:solidFill>
                  <a:schemeClr val="tx2">
                    <a:lumMod val="60000"/>
                    <a:lumOff val="4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7672023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828800"/>
            <a:ext cx="10515600" cy="4351338"/>
          </a:xfrm>
          <a:prstGeom prst="rect">
            <a:avLst/>
          </a:prstGeom>
        </p:spPr>
        <p:txBody>
          <a:bodyPr vertOverflow="overflow" horzOverflow="overflow" vert="horz" wrap="square" lIns="182880" tIns="182880" rIns="182880" bIns="182880" numCol="1" spcCol="0" rtlCol="0" fromWordArt="0" anchor="t" anchorCtr="0" forceAA="0" upright="0" compatLnSpc="0">
            <a:normAutofit/>
          </a:bodyPr>
          <a:lstStyle>
            <a:lvl1pPr marL="228600" marR="0" indent="-228600" algn="l">
              <a:lnSpc>
                <a:spcPct val="90000"/>
              </a:lnSpc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Font typeface="Wingdings"/>
              <a:buChar char="w"/>
              <a:defRPr sz="2600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28600" marR="0" indent="-228600" algn="l">
              <a:lnSpc>
                <a:spcPct val="90000"/>
              </a:lnSpc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Font typeface="Wingdings"/>
              <a:buChar char="w"/>
              <a:defRPr sz="2200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228600" marR="0" indent="-228600" algn="l">
              <a:lnSpc>
                <a:spcPct val="90000"/>
              </a:lnSpc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Font typeface="Wingdings"/>
              <a:buChar char="w"/>
              <a:defRPr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228600" marR="0" indent="-228600" algn="l">
              <a:lnSpc>
                <a:spcPct val="90000"/>
              </a:lnSpc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Font typeface="Wingdings"/>
              <a:buChar char="w"/>
              <a:defRPr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228600" marR="0" indent="-228600" algn="l">
              <a:lnSpc>
                <a:spcPct val="90000"/>
              </a:lnSpc>
              <a:spcAft>
                <a:spcPts val="0"/>
              </a:spcAft>
              <a:buClr>
                <a:schemeClr val="tx2">
                  <a:lumMod val="60000"/>
                  <a:lumOff val="40000"/>
                </a:schemeClr>
              </a:buClr>
              <a:buFont typeface="Wingdings"/>
              <a:buChar char="w"/>
              <a:defRPr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buFont typeface="Wingdings"/>
              <a:buChar char="w"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>
              <a:buFont typeface="Wingdings"/>
              <a:buChar char="w"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>
              <a:buFont typeface="Wingdings"/>
              <a:buChar char="w"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>
              <a:buFont typeface="Wingdings"/>
              <a:buChar char="w"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lvl="0" defTabSz="914400" rtl="0">
              <a:defRPr/>
            </a:pPr>
            <a:r>
              <a:rPr lang="en-US"/>
              <a:t>Click to edit Master text styles</a:t>
            </a:r>
            <a:endParaRPr/>
          </a:p>
          <a:p>
            <a:pPr lvl="1" defTabSz="914400" rtl="0">
              <a:defRPr/>
            </a:pPr>
            <a:r>
              <a:rPr lang="en-US"/>
              <a:t>Second level</a:t>
            </a:r>
            <a:endParaRPr/>
          </a:p>
          <a:p>
            <a:pPr lvl="2" defTabSz="914400" rtl="0">
              <a:defRPr/>
            </a:pPr>
            <a:r>
              <a:rPr lang="en-US"/>
              <a:t>Third level</a:t>
            </a:r>
            <a:endParaRPr/>
          </a:p>
          <a:p>
            <a:pPr lvl="3" defTabSz="914400" rtl="0">
              <a:defRPr/>
            </a:pPr>
            <a:r>
              <a:rPr lang="en-US"/>
              <a:t>Fourth level</a:t>
            </a:r>
            <a:endParaRPr/>
          </a:p>
          <a:p>
            <a:pPr lvl="4" defTabSz="914400" rtl="0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089702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2066026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791373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162610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5555986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entral Accent">
  <a:themeElements>
    <a:clrScheme name="Blue Green">
      <a:dk1>
        <a:srgbClr val="000000"/>
      </a:dk1>
      <a:lt1>
        <a:srgbClr val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2026-03-26T10:34:15Z</dcterms:modified>
</cp:coreProperties>
</file>
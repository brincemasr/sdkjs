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8868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713229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3237900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12285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80962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310328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331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896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5811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20000"/>
            <a:lumOff val="8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131883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0" flipV="0">
            <a:off x="1989945" y="869673"/>
            <a:ext cx="8364971" cy="4969564"/>
          </a:xfrm>
          <a:prstGeom prst="rect">
            <a:avLst/>
          </a:prstGeom>
        </p:spPr>
      </p:pic>
      <p:sp>
        <p:nvSpPr>
          <p:cNvPr id="179235095" name=""/>
          <p:cNvSpPr/>
          <p:nvPr/>
        </p:nvSpPr>
        <p:spPr bwMode="auto">
          <a:xfrm flipH="0" flipV="0">
            <a:off x="2624943" y="1197427"/>
            <a:ext cx="6942108" cy="3619498"/>
          </a:xfrm>
          <a:prstGeom prst="roundRect">
            <a:avLst>
              <a:gd name="adj" fmla="val 5335"/>
            </a:avLst>
          </a:prstGeom>
          <a:solidFill>
            <a:schemeClr val="tx2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643333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24943" y="1197427"/>
            <a:ext cx="6942108" cy="199137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894418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649582" y="3188802"/>
            <a:ext cx="6917468" cy="121488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600">
                <a:solidFill>
                  <a:schemeClr val="bg1"/>
                </a:solidFill>
              </a:defRPr>
            </a:lvl2pPr>
            <a:lvl3pPr marL="914400" indent="0" algn="ctr">
              <a:buNone/>
              <a:defRPr sz="2600">
                <a:solidFill>
                  <a:schemeClr val="bg1"/>
                </a:solidFill>
              </a:defRPr>
            </a:lvl3pPr>
            <a:lvl4pPr marL="1371600" indent="0" algn="ctr">
              <a:buNone/>
              <a:defRPr sz="2600">
                <a:solidFill>
                  <a:schemeClr val="bg1"/>
                </a:solidFill>
              </a:defRPr>
            </a:lvl4pPr>
            <a:lvl5pPr marL="1828800" indent="0" algn="ctr">
              <a:buNone/>
              <a:defRPr sz="2600">
                <a:solidFill>
                  <a:schemeClr val="bg1"/>
                </a:solidFill>
              </a:defRPr>
            </a:lvl5pPr>
            <a:lvl6pPr marL="2286000" indent="0" algn="ctr">
              <a:buNone/>
              <a:defRPr sz="2600">
                <a:solidFill>
                  <a:schemeClr val="bg1"/>
                </a:solidFill>
              </a:defRPr>
            </a:lvl6pPr>
            <a:lvl7pPr marL="2743200" indent="0" algn="ctr">
              <a:buNone/>
              <a:defRPr sz="2600">
                <a:solidFill>
                  <a:schemeClr val="bg1"/>
                </a:solidFill>
              </a:defRPr>
            </a:lvl7pPr>
            <a:lvl8pPr marL="3200400" indent="0" algn="ctr">
              <a:buNone/>
              <a:defRPr sz="2600">
                <a:solidFill>
                  <a:schemeClr val="bg1"/>
                </a:solidFill>
              </a:defRPr>
            </a:lvl8pPr>
            <a:lvl9pPr marL="3657600" indent="0" algn="ctr">
              <a:buNone/>
              <a:defRPr sz="26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496571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25262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89980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355566388" name=""/>
          <p:cNvCxnSpPr/>
          <p:nvPr/>
        </p:nvCxnSpPr>
        <p:spPr bwMode="auto">
          <a:xfrm flipH="0" flipV="1">
            <a:off x="4041012" y="3170463"/>
            <a:ext cx="4159247" cy="0"/>
          </a:xfrm>
          <a:prstGeom prst="line">
            <a:avLst/>
          </a:prstGeom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900222" name=""/>
          <p:cNvCxnSpPr/>
          <p:nvPr/>
        </p:nvCxnSpPr>
        <p:spPr bwMode="auto">
          <a:xfrm flipH="0" flipV="1">
            <a:off x="1391" y="5973534"/>
            <a:ext cx="1220560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tx2">
            <a:lumMod val="40000"/>
            <a:lumOff val="60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0384377" name=""/>
          <p:cNvPicPr>
            <a:picLocks noChangeAspect="1"/>
          </p:cNvPicPr>
          <p:nvPr/>
        </p:nvPicPr>
        <p:blipFill rotWithShape="1">
          <a:blip r:embed="rId2">
            <a:alphaModFix amt="63999"/>
          </a:blip>
          <a:stretch/>
        </p:blipFill>
        <p:spPr bwMode="auto">
          <a:xfrm flipH="0" flipV="0">
            <a:off x="623315" y="1573695"/>
            <a:ext cx="12134021" cy="5632173"/>
          </a:xfrm>
          <a:prstGeom prst="rect">
            <a:avLst/>
          </a:prstGeom>
        </p:spPr>
      </p:pic>
      <p:sp>
        <p:nvSpPr>
          <p:cNvPr id="36485571" name=""/>
          <p:cNvSpPr/>
          <p:nvPr/>
        </p:nvSpPr>
        <p:spPr bwMode="auto">
          <a:xfrm flipH="0" flipV="0">
            <a:off x="838198" y="1825624"/>
            <a:ext cx="10515600" cy="4351338"/>
          </a:xfrm>
          <a:prstGeom prst="roundRect">
            <a:avLst>
              <a:gd name="adj" fmla="val 5335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11803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50838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34718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58792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895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5">
            <a:lumMod val="75000"/>
            <a:alpha val="7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003069" name=""/>
          <p:cNvPicPr>
            <a:picLocks noChangeAspect="1"/>
          </p:cNvPicPr>
          <p:nvPr/>
        </p:nvPicPr>
        <p:blipFill rotWithShape="1">
          <a:blip r:embed="rId2">
            <a:alphaModFix amt="63999"/>
          </a:blip>
          <a:srcRect l="1584" t="0" r="4912" b="17064"/>
        </p:blipFill>
        <p:spPr bwMode="auto">
          <a:xfrm flipH="0" flipV="0">
            <a:off x="2119" y="1242390"/>
            <a:ext cx="12154728" cy="5615608"/>
          </a:xfrm>
          <a:prstGeom prst="rect">
            <a:avLst/>
          </a:prstGeom>
        </p:spPr>
      </p:pic>
      <p:sp>
        <p:nvSpPr>
          <p:cNvPr id="1944717949" name=""/>
          <p:cNvSpPr/>
          <p:nvPr/>
        </p:nvSpPr>
        <p:spPr bwMode="auto">
          <a:xfrm flipH="0" flipV="0">
            <a:off x="839724" y="1828800"/>
            <a:ext cx="10512550" cy="5029199"/>
          </a:xfrm>
          <a:custGeom>
            <a:avLst/>
            <a:gdLst/>
            <a:ahLst/>
            <a:cxnLst/>
            <a:rect l="0" t="0" r="r" b="b"/>
            <a:pathLst>
              <a:path w="6942108" h="2343388" fill="norm" stroke="1" extrusionOk="0">
                <a:moveTo>
                  <a:pt x="0" y="193100"/>
                </a:moveTo>
                <a:cubicBezTo>
                  <a:pt x="0" y="87168"/>
                  <a:pt x="87167" y="0"/>
                  <a:pt x="193099" y="0"/>
                </a:cubicBezTo>
                <a:cubicBezTo>
                  <a:pt x="193099" y="0"/>
                  <a:pt x="6749006" y="0"/>
                  <a:pt x="6749006" y="0"/>
                </a:cubicBezTo>
                <a:cubicBezTo>
                  <a:pt x="6854939" y="0"/>
                  <a:pt x="6942108" y="87168"/>
                  <a:pt x="6942108" y="193100"/>
                </a:cubicBezTo>
                <a:cubicBezTo>
                  <a:pt x="6942108" y="193100"/>
                  <a:pt x="6942107" y="2343388"/>
                  <a:pt x="6942107" y="2343388"/>
                </a:cubicBezTo>
                <a:cubicBezTo>
                  <a:pt x="6942107" y="2343388"/>
                  <a:pt x="0" y="2343388"/>
                  <a:pt x="0" y="2343388"/>
                </a:cubicBezTo>
                <a:cubicBezTo>
                  <a:pt x="0" y="2343388"/>
                  <a:pt x="0" y="193100"/>
                  <a:pt x="0" y="193100"/>
                </a:cubicBezTo>
                <a:close/>
              </a:path>
            </a:pathLst>
          </a:custGeom>
          <a:solidFill>
            <a:schemeClr val="bg1"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84477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530899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10511028" cy="4351338"/>
          </a:xfrm>
          <a:effectLst/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defRPr/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defRPr/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defRPr/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defRPr/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08608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F3EA7E-CA2D-B093-5150-A04884D812B7}" type="datetimeFigureOut">
              <a:rPr lang="en-US"/>
              <a:t/>
            </a:fld>
            <a:endParaRPr lang="en-US"/>
          </a:p>
        </p:txBody>
      </p:sp>
      <p:sp>
        <p:nvSpPr>
          <p:cNvPr id="13663575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75950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D04488-2089-A4CE-550C-F0E9D479A0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3091240" name=""/>
          <p:cNvPicPr>
            <a:picLocks noChangeAspect="1"/>
          </p:cNvPicPr>
          <p:nvPr/>
        </p:nvPicPr>
        <p:blipFill rotWithShape="1">
          <a:blip r:embed="rId2">
            <a:alphaModFix amt="52000"/>
          </a:blip>
          <a:stretch/>
        </p:blipFill>
        <p:spPr bwMode="auto">
          <a:xfrm flipH="0" flipV="0">
            <a:off x="1203097" y="775320"/>
            <a:ext cx="10373967" cy="6303064"/>
          </a:xfrm>
          <a:prstGeom prst="rect">
            <a:avLst/>
          </a:prstGeom>
        </p:spPr>
      </p:pic>
      <p:sp>
        <p:nvSpPr>
          <p:cNvPr id="1475753763" name=""/>
          <p:cNvSpPr/>
          <p:nvPr/>
        </p:nvSpPr>
        <p:spPr bwMode="auto">
          <a:xfrm flipH="0" flipV="0">
            <a:off x="1773497" y="1047128"/>
            <a:ext cx="8645000" cy="4792650"/>
          </a:xfrm>
          <a:prstGeom prst="roundRect">
            <a:avLst>
              <a:gd name="adj" fmla="val 5335"/>
            </a:avLst>
          </a:prstGeom>
          <a:solidFill>
            <a:schemeClr val="bg2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0588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73498" y="1047129"/>
            <a:ext cx="8645001" cy="285273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400"/>
            </a:lvl1pPr>
            <a:lvl2pPr algn="ctr">
              <a:defRPr sz="4400"/>
            </a:lvl2pPr>
            <a:lvl3pPr algn="ctr">
              <a:defRPr sz="4400"/>
            </a:lvl3pPr>
            <a:lvl4pPr algn="ctr">
              <a:defRPr sz="4400"/>
            </a:lvl4pPr>
            <a:lvl5pPr algn="ctr">
              <a:defRPr sz="4400"/>
            </a:lvl5pPr>
            <a:lvl6pPr algn="ctr">
              <a:defRPr sz="4400"/>
            </a:lvl6pPr>
            <a:lvl7pPr algn="ctr">
              <a:defRPr sz="4400"/>
            </a:lvl7pPr>
            <a:lvl8pPr algn="ctr">
              <a:defRPr sz="4400"/>
            </a:lvl8pPr>
            <a:lvl9pPr algn="ctr">
              <a:defRPr sz="44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29897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773498" y="3926854"/>
            <a:ext cx="8645001" cy="150018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89008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71425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91569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538195574" name=""/>
          <p:cNvCxnSpPr/>
          <p:nvPr/>
        </p:nvCxnSpPr>
        <p:spPr bwMode="auto">
          <a:xfrm rot="0" flipH="0" flipV="1">
            <a:off x="-3047" y="384048"/>
            <a:ext cx="1219809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6086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25604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6607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92702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45474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979636415" name=""/>
          <p:cNvCxnSpPr/>
          <p:nvPr/>
        </p:nvCxnSpPr>
        <p:spPr bwMode="auto">
          <a:xfrm rot="10799999" flipH="0" flipV="1">
            <a:off x="-3047" y="6355080"/>
            <a:ext cx="1219809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57966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2">
            <a:lumMod val="20000"/>
            <a:lumOff val="8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65244" name=""/>
          <p:cNvSpPr/>
          <p:nvPr/>
        </p:nvSpPr>
        <p:spPr bwMode="auto">
          <a:xfrm rot="0" flipH="0" flipV="0">
            <a:off x="838199" y="1691640"/>
            <a:ext cx="5181599" cy="4498974"/>
          </a:xfrm>
          <a:prstGeom prst="roundRect">
            <a:avLst>
              <a:gd name="adj" fmla="val 5335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4056947" name=""/>
          <p:cNvSpPr/>
          <p:nvPr/>
        </p:nvSpPr>
        <p:spPr bwMode="auto">
          <a:xfrm flipH="0" flipV="0">
            <a:off x="6172200" y="1690687"/>
            <a:ext cx="5181599" cy="4498974"/>
          </a:xfrm>
          <a:prstGeom prst="roundRect">
            <a:avLst>
              <a:gd name="adj" fmla="val 5335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096640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4577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2pPr>
            <a:lvl3pPr marL="914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3pPr>
            <a:lvl4pPr marL="1371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4pPr>
            <a:lvl5pPr marL="18288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5pPr>
            <a:lvl6pPr marL="22860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6pPr>
            <a:lvl7pPr marL="2743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7pPr>
            <a:lvl8pPr marL="3200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8pPr>
            <a:lvl9pPr marL="3657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9740626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864326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2pPr>
            <a:lvl3pPr marL="914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3pPr>
            <a:lvl4pPr marL="1371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4pPr>
            <a:lvl5pPr marL="18288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5pPr>
            <a:lvl6pPr marL="22860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6pPr>
            <a:lvl7pPr marL="2743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7pPr>
            <a:lvl8pPr marL="3200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8pPr>
            <a:lvl9pPr marL="3657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727410245" name="Content Placeholder 5"/>
          <p:cNvSpPr>
            <a:spLocks noGrp="1"/>
          </p:cNvSpPr>
          <p:nvPr>
            <p:ph sz="quarter" idx="4"/>
          </p:nvPr>
        </p:nvSpPr>
        <p:spPr bwMode="auto">
          <a:xfrm rot="0" flipH="0" flipV="0">
            <a:off x="6172200" y="2505456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42379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531304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64233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15770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1992850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441986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2200"/>
            </a:lvl2pPr>
            <a:lvl3pPr marL="914400" indent="0">
              <a:buNone/>
              <a:defRPr sz="2200"/>
            </a:lvl3pPr>
            <a:lvl4pPr marL="1371600" indent="0">
              <a:buNone/>
              <a:defRPr sz="2200"/>
            </a:lvl4pPr>
            <a:lvl5pPr marL="1828800" indent="0">
              <a:buNone/>
              <a:defRPr sz="2200"/>
            </a:lvl5pPr>
            <a:lvl6pPr marL="2286000" indent="0">
              <a:buNone/>
              <a:defRPr sz="2200"/>
            </a:lvl6pPr>
            <a:lvl7pPr marL="2743200" indent="0">
              <a:buNone/>
              <a:defRPr sz="2200"/>
            </a:lvl7pPr>
            <a:lvl8pPr marL="3200400" indent="0">
              <a:buNone/>
              <a:defRPr sz="2200"/>
            </a:lvl8pPr>
            <a:lvl9pPr marL="3657600" indent="0">
              <a:buNone/>
              <a:defRPr sz="2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08508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45372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24284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652360089" name="Line 1269050860"/>
          <p:cNvCxnSpPr/>
          <p:nvPr/>
        </p:nvCxnSpPr>
        <p:spPr bwMode="auto">
          <a:xfrm rot="5399999" flipH="0" flipV="1">
            <a:off x="-2898648" y="3429000"/>
            <a:ext cx="685800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bg2"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9525206" name=""/>
          <p:cNvPicPr>
            <a:picLocks noChangeAspect="1"/>
          </p:cNvPicPr>
          <p:nvPr/>
        </p:nvPicPr>
        <p:blipFill rotWithShape="1">
          <a:blip r:embed="rId2">
            <a:alphaModFix amt="52000"/>
          </a:blip>
          <a:stretch/>
        </p:blipFill>
        <p:spPr bwMode="auto">
          <a:xfrm flipH="0" flipV="0">
            <a:off x="-225651" y="775319"/>
            <a:ext cx="13024401" cy="6637614"/>
          </a:xfrm>
          <a:prstGeom prst="rect">
            <a:avLst/>
          </a:prstGeom>
        </p:spPr>
      </p:pic>
      <p:sp>
        <p:nvSpPr>
          <p:cNvPr id="267478154" name=""/>
          <p:cNvSpPr/>
          <p:nvPr/>
        </p:nvSpPr>
        <p:spPr bwMode="auto">
          <a:xfrm flipH="0" flipV="0">
            <a:off x="838198" y="767941"/>
            <a:ext cx="10515600" cy="5322115"/>
          </a:xfrm>
          <a:prstGeom prst="roundRect">
            <a:avLst>
              <a:gd name="adj" fmla="val 5335"/>
            </a:avLst>
          </a:prstGeom>
          <a:solidFill>
            <a:srgbClr val="FAFAFA">
              <a:alpha val="8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813569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2559153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23364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86205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4181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485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34064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01369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52507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990996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26312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708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98289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48314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3232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118933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05400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390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78713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96921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47805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48325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24627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87020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95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35363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  <a:lvl6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6pPr>
            <a:lvl7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7pPr>
            <a:lvl8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8pPr>
            <a:lvl9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767202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182880" numCol="1" spcCol="0" rtlCol="0" fromWordArt="0" anchor="t" anchorCtr="0" forceAA="0" upright="0" compatLnSpc="0">
            <a:normAutofit/>
          </a:bodyPr>
          <a:lstStyle>
            <a:lvl1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z="2600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z="2200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89702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06602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791373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16261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555986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entral Accent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